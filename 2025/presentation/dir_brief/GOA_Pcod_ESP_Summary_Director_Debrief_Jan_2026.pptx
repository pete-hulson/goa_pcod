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9" r:id="rId2"/>
    <p:sldMasterId id="2147483671" r:id="rId3"/>
    <p:sldMasterId id="2147483683" r:id="rId4"/>
  </p:sldMasterIdLst>
  <p:notesMasterIdLst>
    <p:notesMasterId r:id="rId10"/>
  </p:notesMasterIdLst>
  <p:sldIdLst>
    <p:sldId id="256" r:id="rId5"/>
    <p:sldId id="257" r:id="rId6"/>
    <p:sldId id="258" r:id="rId7"/>
    <p:sldId id="259" r:id="rId8"/>
    <p:sldId id="260" r:id="rId9"/>
  </p:sldIdLst>
  <p:sldSz cx="12192000" cy="6858000"/>
  <p:notesSz cx="6858000" cy="9144000"/>
  <p:embeddedFontLst>
    <p:embeddedFont>
      <p:font typeface="Calibri" panose="020F0502020204030204" pitchFamily="34" charset="0"/>
      <p:regular r:id="rId11"/>
      <p:bold r:id="rId12"/>
      <p:italic r:id="rId13"/>
      <p:boldItalic r:id="rId14"/>
    </p:embeddedFont>
    <p:embeddedFont>
      <p:font typeface="Corbel" panose="020B0503020204020204" pitchFamily="34" charset="0"/>
      <p:regular r:id="rId15"/>
      <p:bold r:id="rId16"/>
      <p:italic r:id="rId17"/>
      <p:boldItalic r:id="rId18"/>
    </p:embeddedFont>
    <p:embeddedFont>
      <p:font typeface="Gill Sans"/>
      <p:regular r:id="rId19"/>
      <p:bold r:id="rId20"/>
    </p:embeddedFont>
    <p:embeddedFont>
      <p:font typeface="Helvetica Neue" panose="020B0604020202020204"/>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gDU7yv42tI7swzGALnbvzWawl6V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113" autoAdjust="0"/>
  </p:normalViewPr>
  <p:slideViewPr>
    <p:cSldViewPr snapToGrid="0">
      <p:cViewPr varScale="1">
        <p:scale>
          <a:sx n="91" d="100"/>
          <a:sy n="91" d="100"/>
        </p:scale>
        <p:origin x="123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font" Target="fonts/font11.fntdata"/><Relationship Id="rId7" Type="http://schemas.openxmlformats.org/officeDocument/2006/relationships/slide" Target="slides/slide3.xml"/><Relationship Id="rId12" Type="http://schemas.openxmlformats.org/officeDocument/2006/relationships/font" Target="fonts/font2.fntdata"/><Relationship Id="rId17" Type="http://schemas.openxmlformats.org/officeDocument/2006/relationships/font" Target="fonts/font7.fntdata"/><Relationship Id="rId25" Type="http://customschemas.google.com/relationships/presentationmetadata" Target="metadata"/><Relationship Id="rId2" Type="http://schemas.openxmlformats.org/officeDocument/2006/relationships/slideMaster" Target="slideMasters/slideMaster2.xml"/><Relationship Id="rId16" Type="http://schemas.openxmlformats.org/officeDocument/2006/relationships/font" Target="fonts/font6.fntdata"/><Relationship Id="rId20" Type="http://schemas.openxmlformats.org/officeDocument/2006/relationships/font" Target="fonts/font10.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font" Target="fonts/font1.fntdata"/><Relationship Id="rId24" Type="http://schemas.openxmlformats.org/officeDocument/2006/relationships/font" Target="fonts/font14.fntdata"/><Relationship Id="rId5" Type="http://schemas.openxmlformats.org/officeDocument/2006/relationships/slide" Target="slides/slide1.xml"/><Relationship Id="rId15" Type="http://schemas.openxmlformats.org/officeDocument/2006/relationships/font" Target="fonts/font5.fntdata"/><Relationship Id="rId23" Type="http://schemas.openxmlformats.org/officeDocument/2006/relationships/font" Target="fonts/font13.fntdata"/><Relationship Id="rId28" Type="http://schemas.openxmlformats.org/officeDocument/2006/relationships/theme" Target="theme/theme1.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ba64eb164b_0_3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ba64eb164b_0_3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Thank you to all the team and contributors that worked on this report. Was a big effort during holiday time, so I really appreciate everyone's willingness to pitch in. </a:t>
            </a:r>
            <a:endParaRPr/>
          </a:p>
        </p:txBody>
      </p:sp>
      <p:sp>
        <p:nvSpPr>
          <p:cNvPr id="330" name="Google Shape;330;g3ba64eb164b_0_3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ba64eb164b_0_1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g3ba64eb164b_0_1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Reminder that we have switched to a new conceptual framework for communicating ecosystem indicators, evaluating them as predictive and contextual where we can using a statistical analysis. This highlights important indicators and results for informing decisions. We did this with the crab ESPs in September and GPT approved for groundfish also in September. </a:t>
            </a:r>
            <a:endParaRPr/>
          </a:p>
        </p:txBody>
      </p:sp>
      <p:sp>
        <p:nvSpPr>
          <p:cNvPr id="343" name="Google Shape;343;g3ba64eb164b_0_1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3ba64eb164b_0_2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g3ba64eb164b_0_2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a:t>Along with new categories, we also improved our communication of ESP products. We've created multiple new templates to accomplish this, namely: </a:t>
            </a:r>
            <a:endParaRPr/>
          </a:p>
          <a:p>
            <a:pPr marL="457200" lvl="0" indent="-317500" algn="l" rtl="0">
              <a:lnSpc>
                <a:spcPct val="115000"/>
              </a:lnSpc>
              <a:spcBef>
                <a:spcPts val="0"/>
              </a:spcBef>
              <a:spcAft>
                <a:spcPts val="0"/>
              </a:spcAft>
              <a:buSzPts val="1400"/>
              <a:buChar char="●"/>
            </a:pPr>
            <a:r>
              <a:rPr lang="en-US"/>
              <a:t>New risk table coordination template, which allows both the ESP and ESR editors to collaborate and provide a standardized response to authors for informing their risk tables. Used with crab stocks in September and with GOA Pcod now. </a:t>
            </a:r>
            <a:endParaRPr/>
          </a:p>
          <a:p>
            <a:pPr marL="457200" lvl="0" indent="-317500" algn="l" rtl="0">
              <a:lnSpc>
                <a:spcPct val="115000"/>
              </a:lnSpc>
              <a:spcBef>
                <a:spcPts val="0"/>
              </a:spcBef>
              <a:spcAft>
                <a:spcPts val="0"/>
              </a:spcAft>
              <a:buSzPts val="1400"/>
              <a:buChar char="●"/>
            </a:pPr>
            <a:r>
              <a:rPr lang="en-US"/>
              <a:t>We have updated the ESP full template to match the minimum specifications from the National ESP guidance and our regional requirements</a:t>
            </a:r>
            <a:endParaRPr/>
          </a:p>
          <a:p>
            <a:pPr marL="457200" lvl="0" indent="-317500" algn="l" rtl="0">
              <a:lnSpc>
                <a:spcPct val="115000"/>
              </a:lnSpc>
              <a:spcBef>
                <a:spcPts val="0"/>
              </a:spcBef>
              <a:spcAft>
                <a:spcPts val="0"/>
              </a:spcAft>
              <a:buSzPts val="1400"/>
              <a:buChar char="●"/>
            </a:pPr>
            <a:r>
              <a:rPr lang="en-US"/>
              <a:t>We also have a new ESP update template also following the National ESP guidance that is intended for use as a somewhat static reference document for interim ESPs when only minor changes are made to the ESP indicator suite and only the indicator analysis is re-run with new data. This is what we used for GOA Pcod this year. </a:t>
            </a:r>
            <a:endParaRPr/>
          </a:p>
          <a:p>
            <a:pPr marL="457200" lvl="0" indent="-317500" algn="l" rtl="0">
              <a:lnSpc>
                <a:spcPct val="115000"/>
              </a:lnSpc>
              <a:spcBef>
                <a:spcPts val="0"/>
              </a:spcBef>
              <a:spcAft>
                <a:spcPts val="0"/>
              </a:spcAft>
              <a:buSzPts val="1400"/>
              <a:buChar char="●"/>
            </a:pPr>
            <a:r>
              <a:rPr lang="en-US"/>
              <a:t>Finally we have a new infographic style report card that accompanies the ESP update report and covers current year highlights. This style is meant for rapid communication in the presentations and what I'll focus on for the results of GOA Pcod ESP. </a:t>
            </a:r>
            <a:endParaRPr/>
          </a:p>
        </p:txBody>
      </p:sp>
      <p:sp>
        <p:nvSpPr>
          <p:cNvPr id="355" name="Google Shape;355;g3ba64eb164b_0_2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3ba5273548b_5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4" name="Google Shape;364;g3ba5273548b_5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US" dirty="0"/>
              <a:t>Here are the highlights of the GOA </a:t>
            </a:r>
            <a:r>
              <a:rPr lang="en-US" dirty="0" err="1"/>
              <a:t>Pcod</a:t>
            </a:r>
            <a:r>
              <a:rPr lang="en-US" dirty="0"/>
              <a:t> ESP Update Report. This is the front page of the report card graphic. </a:t>
            </a:r>
          </a:p>
          <a:p>
            <a:pPr marL="457200" lvl="0" indent="-317500" algn="l" rtl="0">
              <a:lnSpc>
                <a:spcPct val="100000"/>
              </a:lnSpc>
              <a:spcBef>
                <a:spcPts val="0"/>
              </a:spcBef>
              <a:spcAft>
                <a:spcPts val="0"/>
              </a:spcAft>
              <a:buSzPts val="1400"/>
              <a:buChar char="●"/>
            </a:pPr>
            <a:r>
              <a:rPr lang="en-US" dirty="0"/>
              <a:t>There was one predictive indicator based on the updated Bayesian Adaptative Sampling or BAS analysis. That's a change from last year where there was two, but one dropped out in the analysis this year. Spawning habitat suitability decreased to low due to the warmest temperature at depth since 2019. This may have a negative effect on egg survival and potentially mean a poor 2025 year class. This model fits the recruitment time series fairly well but does not capture the downward swing in the last five years. </a:t>
            </a:r>
          </a:p>
          <a:p>
            <a:pPr marL="457200" lvl="0" indent="-317500" algn="l" rtl="0">
              <a:lnSpc>
                <a:spcPct val="100000"/>
              </a:lnSpc>
              <a:spcBef>
                <a:spcPts val="0"/>
              </a:spcBef>
              <a:spcAft>
                <a:spcPts val="0"/>
              </a:spcAft>
              <a:buSzPts val="1400"/>
              <a:buChar char="●"/>
            </a:pPr>
            <a:r>
              <a:rPr lang="en-US" dirty="0"/>
              <a:t>That poor recruitment for 2025 is also supported by below average spring larvae (</a:t>
            </a:r>
            <a:r>
              <a:rPr lang="en-US" dirty="0" err="1"/>
              <a:t>EcoFOCI</a:t>
            </a:r>
            <a:r>
              <a:rPr lang="en-US" dirty="0"/>
              <a:t>) and summer YOY (Beach Seine) CPUE. These additional recruitment indicators were not used in the statistical analysis because they have too short or </a:t>
            </a:r>
            <a:r>
              <a:rPr lang="en-US" dirty="0" err="1"/>
              <a:t>gappy</a:t>
            </a:r>
            <a:r>
              <a:rPr lang="en-US" dirty="0"/>
              <a:t> time series. </a:t>
            </a:r>
          </a:p>
          <a:p>
            <a:pPr marL="457200" lvl="0" indent="-317500" algn="l" rtl="0">
              <a:lnSpc>
                <a:spcPct val="100000"/>
              </a:lnSpc>
              <a:spcBef>
                <a:spcPts val="0"/>
              </a:spcBef>
              <a:spcAft>
                <a:spcPts val="0"/>
              </a:spcAft>
              <a:buSzPts val="1400"/>
              <a:buChar char="●"/>
            </a:pPr>
            <a:r>
              <a:rPr lang="en-US" dirty="0"/>
              <a:t>The remainder of the contextual ecosystem indicators were overall average status with mixed directional trends from 2024 to 2025 conditions. These are organized into distribution, environment, prey, and predator following the ESR format.  </a:t>
            </a:r>
          </a:p>
          <a:p>
            <a:pPr marL="457200" lvl="0" indent="-317500" algn="l" rtl="0">
              <a:lnSpc>
                <a:spcPct val="100000"/>
              </a:lnSpc>
              <a:spcBef>
                <a:spcPts val="0"/>
              </a:spcBef>
              <a:spcAft>
                <a:spcPts val="0"/>
              </a:spcAft>
              <a:buSzPts val="1400"/>
              <a:buChar char="●"/>
            </a:pPr>
            <a:r>
              <a:rPr lang="en-US" dirty="0"/>
              <a:t>Distribution indicators show a southeastern shift into potentially less suitable habitat and an accompanying spatial contraction of the GOA Pacific cod stock.</a:t>
            </a:r>
          </a:p>
          <a:p>
            <a:pPr marL="457200" lvl="0" indent="-317500" algn="l" rtl="0">
              <a:lnSpc>
                <a:spcPct val="100000"/>
              </a:lnSpc>
              <a:spcBef>
                <a:spcPts val="0"/>
              </a:spcBef>
              <a:spcAft>
                <a:spcPts val="0"/>
              </a:spcAft>
              <a:buSzPts val="1400"/>
              <a:buChar char="●"/>
            </a:pPr>
            <a:r>
              <a:rPr lang="en-US" dirty="0"/>
              <a:t>Environmental indicators imply average heatwave events during spawning with poor larval retention and cross-shelf transport from eddy kinetic energy.</a:t>
            </a:r>
          </a:p>
          <a:p>
            <a:pPr marL="457200" lvl="0" indent="-317500" algn="l" rtl="0">
              <a:lnSpc>
                <a:spcPct val="100000"/>
              </a:lnSpc>
              <a:spcBef>
                <a:spcPts val="0"/>
              </a:spcBef>
              <a:spcAft>
                <a:spcPts val="0"/>
              </a:spcAft>
              <a:buSzPts val="1400"/>
              <a:buChar char="●"/>
            </a:pPr>
            <a:r>
              <a:rPr lang="en-US" dirty="0"/>
              <a:t>Prey indicators show average spring bloom timing, sufficient forage resources for seabirds, but below average body condition for juvenile and adult Pacific cod and a slightly increased metabolic demand. </a:t>
            </a:r>
          </a:p>
          <a:p>
            <a:pPr marL="457200" lvl="0" indent="-317500" algn="l" rtl="0">
              <a:lnSpc>
                <a:spcPct val="100000"/>
              </a:lnSpc>
              <a:spcBef>
                <a:spcPts val="0"/>
              </a:spcBef>
              <a:spcAft>
                <a:spcPts val="0"/>
              </a:spcAft>
              <a:buSzPts val="1400"/>
              <a:buChar char="●"/>
            </a:pPr>
            <a:r>
              <a:rPr lang="en-US" dirty="0"/>
              <a:t>Predator indicators were below average biomass consumed of Pacific cod based on </a:t>
            </a:r>
            <a:r>
              <a:rPr lang="en-US" dirty="0" err="1"/>
              <a:t>arrowtooth</a:t>
            </a:r>
            <a:r>
              <a:rPr lang="en-US" dirty="0"/>
              <a:t>, Pacific cod, and pollock predation in the multispecies model but a steadily increasing population of Steller sea lions in the GOA.</a:t>
            </a:r>
          </a:p>
        </p:txBody>
      </p:sp>
      <p:sp>
        <p:nvSpPr>
          <p:cNvPr id="365" name="Google Shape;365;g3ba5273548b_5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ba5273548b_12_1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ba5273548b_12_18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Beautified version of previous slide, use this if only want one slide</a:t>
            </a:r>
          </a:p>
          <a:p>
            <a:pPr marL="0" lvl="0" indent="0" algn="l" rtl="0">
              <a:spcBef>
                <a:spcPts val="0"/>
              </a:spcBef>
              <a:spcAft>
                <a:spcPts val="0"/>
              </a:spcAft>
              <a:buNone/>
            </a:pPr>
            <a:endParaRPr lang="en-US" dirty="0"/>
          </a:p>
          <a:p>
            <a:pPr marL="0" lvl="0" indent="0" algn="l" rtl="0">
              <a:lnSpc>
                <a:spcPct val="100000"/>
              </a:lnSpc>
              <a:spcBef>
                <a:spcPts val="0"/>
              </a:spcBef>
              <a:spcAft>
                <a:spcPts val="0"/>
              </a:spcAft>
              <a:buNone/>
            </a:pPr>
            <a:r>
              <a:rPr lang="en-US" dirty="0"/>
              <a:t>Here are the highlights of the GOA </a:t>
            </a:r>
            <a:r>
              <a:rPr lang="en-US" dirty="0" err="1"/>
              <a:t>Pcod</a:t>
            </a:r>
            <a:r>
              <a:rPr lang="en-US" dirty="0"/>
              <a:t> ESP Update Report. This is the front page of the report card graphic. </a:t>
            </a:r>
          </a:p>
          <a:p>
            <a:pPr marL="457200" lvl="0" indent="-317500" algn="l" rtl="0">
              <a:lnSpc>
                <a:spcPct val="100000"/>
              </a:lnSpc>
              <a:spcBef>
                <a:spcPts val="0"/>
              </a:spcBef>
              <a:spcAft>
                <a:spcPts val="0"/>
              </a:spcAft>
              <a:buSzPts val="1400"/>
              <a:buChar char="●"/>
            </a:pPr>
            <a:r>
              <a:rPr lang="en-US" dirty="0"/>
              <a:t>There was one predictive indicator based on the updated Bayesian Adaptative Sampling or BAS analysis. That's a change from last year where there was two, but one dropped out in the analysis this year. Spawning habitat suitability decreased to low due to the warmest temperature at depth since 2019. This may have a negative effect on egg survival and potentially mean a poor 2025 year class. This model fits the recruitment time series fairly well but does not capture the downward swing in the last five years. </a:t>
            </a:r>
          </a:p>
          <a:p>
            <a:pPr marL="457200" lvl="0" indent="-317500" algn="l" rtl="0">
              <a:lnSpc>
                <a:spcPct val="100000"/>
              </a:lnSpc>
              <a:spcBef>
                <a:spcPts val="0"/>
              </a:spcBef>
              <a:spcAft>
                <a:spcPts val="0"/>
              </a:spcAft>
              <a:buSzPts val="1400"/>
              <a:buChar char="●"/>
            </a:pPr>
            <a:r>
              <a:rPr lang="en-US" dirty="0"/>
              <a:t>That poor recruitment for 2025 is also supported by below average spring larvae (</a:t>
            </a:r>
            <a:r>
              <a:rPr lang="en-US" dirty="0" err="1"/>
              <a:t>EcoFOCI</a:t>
            </a:r>
            <a:r>
              <a:rPr lang="en-US" dirty="0"/>
              <a:t>) and summer YOY (Beach Seine) CPUE. These additional recruitment indicators were not used in the statistical analysis because they have too short or </a:t>
            </a:r>
            <a:r>
              <a:rPr lang="en-US" dirty="0" err="1"/>
              <a:t>gappy</a:t>
            </a:r>
            <a:r>
              <a:rPr lang="en-US" dirty="0"/>
              <a:t> time series. </a:t>
            </a:r>
          </a:p>
          <a:p>
            <a:pPr marL="457200" lvl="0" indent="-317500" algn="l" rtl="0">
              <a:lnSpc>
                <a:spcPct val="100000"/>
              </a:lnSpc>
              <a:spcBef>
                <a:spcPts val="0"/>
              </a:spcBef>
              <a:spcAft>
                <a:spcPts val="0"/>
              </a:spcAft>
              <a:buSzPts val="1400"/>
              <a:buChar char="●"/>
            </a:pPr>
            <a:r>
              <a:rPr lang="en-US" dirty="0"/>
              <a:t>The remainder of the contextual ecosystem indicators were overall average status with mixed directional trends from 2024 to 2025 conditions. These are organized into distribution, environment, prey, and predator following the ESR format.  </a:t>
            </a:r>
          </a:p>
          <a:p>
            <a:pPr marL="457200" lvl="0" indent="-317500" algn="l" rtl="0">
              <a:lnSpc>
                <a:spcPct val="100000"/>
              </a:lnSpc>
              <a:spcBef>
                <a:spcPts val="0"/>
              </a:spcBef>
              <a:spcAft>
                <a:spcPts val="0"/>
              </a:spcAft>
              <a:buSzPts val="1400"/>
              <a:buChar char="●"/>
            </a:pPr>
            <a:r>
              <a:rPr lang="en-US" dirty="0"/>
              <a:t>Distribution indicators show a southeastern shift into potentially less suitable habitat and an accompanying spatial contraction of the GOA Pacific cod stock.</a:t>
            </a:r>
          </a:p>
          <a:p>
            <a:pPr marL="457200" lvl="0" indent="-317500" algn="l" rtl="0">
              <a:lnSpc>
                <a:spcPct val="100000"/>
              </a:lnSpc>
              <a:spcBef>
                <a:spcPts val="0"/>
              </a:spcBef>
              <a:spcAft>
                <a:spcPts val="0"/>
              </a:spcAft>
              <a:buSzPts val="1400"/>
              <a:buChar char="●"/>
            </a:pPr>
            <a:r>
              <a:rPr lang="en-US" dirty="0"/>
              <a:t>Environmental indicators imply average heatwave events during spawning with poor larval retention and cross-shelf transport from eddy kinetic energy.</a:t>
            </a:r>
          </a:p>
          <a:p>
            <a:pPr marL="457200" lvl="0" indent="-317500" algn="l" rtl="0">
              <a:lnSpc>
                <a:spcPct val="100000"/>
              </a:lnSpc>
              <a:spcBef>
                <a:spcPts val="0"/>
              </a:spcBef>
              <a:spcAft>
                <a:spcPts val="0"/>
              </a:spcAft>
              <a:buSzPts val="1400"/>
              <a:buChar char="●"/>
            </a:pPr>
            <a:r>
              <a:rPr lang="en-US" dirty="0"/>
              <a:t>Prey indicators show average spring bloom timing, sufficient forage resources for seabirds, but below average body condition for juvenile and adult Pacific cod and a slightly increased metabolic demand. </a:t>
            </a:r>
          </a:p>
          <a:p>
            <a:pPr marL="457200" lvl="0" indent="-317500" algn="l" rtl="0">
              <a:lnSpc>
                <a:spcPct val="100000"/>
              </a:lnSpc>
              <a:spcBef>
                <a:spcPts val="0"/>
              </a:spcBef>
              <a:spcAft>
                <a:spcPts val="0"/>
              </a:spcAft>
              <a:buSzPts val="1400"/>
              <a:buChar char="●"/>
            </a:pPr>
            <a:r>
              <a:rPr lang="en-US" dirty="0"/>
              <a:t>Predator indicators were below average biomass consumed of Pacific cod based on </a:t>
            </a:r>
            <a:r>
              <a:rPr lang="en-US" dirty="0" err="1"/>
              <a:t>arrowtooth</a:t>
            </a:r>
            <a:r>
              <a:rPr lang="en-US" dirty="0"/>
              <a:t>, Pacific cod, and pollock predation in the multispecies model but a steadily increasing population of Steller sea lions in the GOA.</a:t>
            </a:r>
          </a:p>
          <a:p>
            <a:pPr marL="0" lvl="0" indent="0" algn="l" rtl="0">
              <a:spcBef>
                <a:spcPts val="0"/>
              </a:spcBef>
              <a:spcAft>
                <a:spcPts val="0"/>
              </a:spcAft>
              <a:buNone/>
            </a:pPr>
            <a:endParaRPr dirty="0"/>
          </a:p>
        </p:txBody>
      </p:sp>
      <p:sp>
        <p:nvSpPr>
          <p:cNvPr id="385" name="Google Shape;385;g3ba5273548b_12_18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7"/>
        <p:cNvGrpSpPr/>
        <p:nvPr/>
      </p:nvGrpSpPr>
      <p:grpSpPr>
        <a:xfrm>
          <a:off x="0" y="0"/>
          <a:ext cx="0" cy="0"/>
          <a:chOff x="0" y="0"/>
          <a:chExt cx="0" cy="0"/>
        </a:xfrm>
      </p:grpSpPr>
      <p:sp>
        <p:nvSpPr>
          <p:cNvPr id="18" name="Google Shape;18;g31b17ee5e2f_0_107"/>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1pPr>
            <a:lvl2pPr marR="0" lvl="1"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19" name="Google Shape;19;g31b17ee5e2f_0_107"/>
          <p:cNvSpPr txBox="1">
            <a:spLocks noGrp="1"/>
          </p:cNvSpPr>
          <p:nvPr>
            <p:ph type="sldNum" idx="12"/>
          </p:nvPr>
        </p:nvSpPr>
        <p:spPr>
          <a:xfrm>
            <a:off x="10558300" y="5956137"/>
            <a:ext cx="14868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g31b17ee5e2f_0_107"/>
          <p:cNvSpPr/>
          <p:nvPr/>
        </p:nvSpPr>
        <p:spPr>
          <a:xfrm>
            <a:off x="440683" y="606554"/>
            <a:ext cx="11300100" cy="1258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21" name="Google Shape;21;g31b17ee5e2f_0_107"/>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Gill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g31b17ee5e2f_0_107"/>
          <p:cNvSpPr>
            <a:spLocks noGrp="1"/>
          </p:cNvSpPr>
          <p:nvPr>
            <p:ph type="pic" idx="2"/>
          </p:nvPr>
        </p:nvSpPr>
        <p:spPr>
          <a:xfrm>
            <a:off x="581190" y="5671142"/>
            <a:ext cx="914400" cy="9144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3"/>
        <p:cNvGrpSpPr/>
        <p:nvPr/>
      </p:nvGrpSpPr>
      <p:grpSpPr>
        <a:xfrm>
          <a:off x="0" y="0"/>
          <a:ext cx="0" cy="0"/>
          <a:chOff x="0" y="0"/>
          <a:chExt cx="0" cy="0"/>
        </a:xfrm>
      </p:grpSpPr>
      <p:sp>
        <p:nvSpPr>
          <p:cNvPr id="24" name="Google Shape;24;g31b17ee5e2f_0_113"/>
          <p:cNvSpPr/>
          <p:nvPr/>
        </p:nvSpPr>
        <p:spPr>
          <a:xfrm>
            <a:off x="446534" y="3085765"/>
            <a:ext cx="11262900"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 name="Google Shape;25;g31b17ee5e2f_0_113"/>
          <p:cNvSpPr txBox="1">
            <a:spLocks noGrp="1"/>
          </p:cNvSpPr>
          <p:nvPr>
            <p:ph type="ctrTitle"/>
          </p:nvPr>
        </p:nvSpPr>
        <p:spPr>
          <a:xfrm>
            <a:off x="581191" y="1020431"/>
            <a:ext cx="10993500" cy="14751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g31b17ee5e2f_0_113"/>
          <p:cNvSpPr txBox="1">
            <a:spLocks noGrp="1"/>
          </p:cNvSpPr>
          <p:nvPr>
            <p:ph type="subTitle" idx="1"/>
          </p:nvPr>
        </p:nvSpPr>
        <p:spPr>
          <a:xfrm>
            <a:off x="581194" y="2495445"/>
            <a:ext cx="10993500" cy="590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60"/>
              </a:spcBef>
              <a:spcAft>
                <a:spcPts val="0"/>
              </a:spcAft>
              <a:buSzPts val="1656"/>
              <a:buNone/>
              <a:defRPr sz="1800" cap="none">
                <a:solidFill>
                  <a:schemeClr val="accent2"/>
                </a:solidFill>
              </a:defRPr>
            </a:lvl1pPr>
            <a:lvl2pPr lvl="1" algn="ctr">
              <a:lnSpc>
                <a:spcPct val="100000"/>
              </a:lnSpc>
              <a:spcBef>
                <a:spcPts val="600"/>
              </a:spcBef>
              <a:spcAft>
                <a:spcPts val="0"/>
              </a:spcAft>
              <a:buSzPts val="1840"/>
              <a:buNone/>
              <a:defRPr>
                <a:solidFill>
                  <a:srgbClr val="888888"/>
                </a:solidFill>
              </a:defRPr>
            </a:lvl2pPr>
            <a:lvl3pPr lvl="2" algn="ctr">
              <a:lnSpc>
                <a:spcPct val="100000"/>
              </a:lnSpc>
              <a:spcBef>
                <a:spcPts val="600"/>
              </a:spcBef>
              <a:spcAft>
                <a:spcPts val="0"/>
              </a:spcAft>
              <a:buSzPts val="1656"/>
              <a:buNone/>
              <a:defRPr>
                <a:solidFill>
                  <a:srgbClr val="888888"/>
                </a:solidFill>
              </a:defRPr>
            </a:lvl3pPr>
            <a:lvl4pPr lvl="3" algn="ctr">
              <a:lnSpc>
                <a:spcPct val="100000"/>
              </a:lnSpc>
              <a:spcBef>
                <a:spcPts val="600"/>
              </a:spcBef>
              <a:spcAft>
                <a:spcPts val="0"/>
              </a:spcAft>
              <a:buSzPts val="1656"/>
              <a:buNone/>
              <a:defRPr>
                <a:solidFill>
                  <a:srgbClr val="888888"/>
                </a:solidFill>
              </a:defRPr>
            </a:lvl4pPr>
            <a:lvl5pPr lvl="4" algn="ctr">
              <a:lnSpc>
                <a:spcPct val="100000"/>
              </a:lnSpc>
              <a:spcBef>
                <a:spcPts val="600"/>
              </a:spcBef>
              <a:spcAft>
                <a:spcPts val="0"/>
              </a:spcAft>
              <a:buSzPts val="1656"/>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27" name="Google Shape;27;g31b17ee5e2f_0_113"/>
          <p:cNvSpPr txBox="1">
            <a:spLocks noGrp="1"/>
          </p:cNvSpPr>
          <p:nvPr>
            <p:ph type="dt" idx="10"/>
          </p:nvPr>
        </p:nvSpPr>
        <p:spPr>
          <a:xfrm>
            <a:off x="7605951" y="5956137"/>
            <a:ext cx="24609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2D58AC"/>
              </a:buClr>
              <a:buSzPts val="1400"/>
              <a:buFont typeface="Gill Sans"/>
              <a:buNone/>
              <a:defRPr sz="1800" b="0" i="0" u="none" strike="noStrike" cap="none">
                <a:solidFill>
                  <a:srgbClr val="2D58AC"/>
                </a:solidFill>
                <a:latin typeface="Gill Sans"/>
                <a:ea typeface="Gill Sans"/>
                <a:cs typeface="Gill Sans"/>
                <a:sym typeface="Gill Sans"/>
              </a:defRPr>
            </a:lvl1pPr>
            <a:lvl2pPr marR="0" lvl="1"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28" name="Google Shape;28;g31b17ee5e2f_0_113"/>
          <p:cNvSpPr txBox="1">
            <a:spLocks noGrp="1"/>
          </p:cNvSpPr>
          <p:nvPr>
            <p:ph type="sldNum" idx="12"/>
          </p:nvPr>
        </p:nvSpPr>
        <p:spPr>
          <a:xfrm>
            <a:off x="10174778" y="5956137"/>
            <a:ext cx="14001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29" name="Google Shape;29;g31b17ee5e2f_0_113"/>
          <p:cNvSpPr>
            <a:spLocks noGrp="1"/>
          </p:cNvSpPr>
          <p:nvPr>
            <p:ph type="pic" idx="2"/>
          </p:nvPr>
        </p:nvSpPr>
        <p:spPr>
          <a:xfrm>
            <a:off x="446534" y="5681499"/>
            <a:ext cx="914400" cy="9144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0"/>
        <p:cNvGrpSpPr/>
        <p:nvPr/>
      </p:nvGrpSpPr>
      <p:grpSpPr>
        <a:xfrm>
          <a:off x="0" y="0"/>
          <a:ext cx="0" cy="0"/>
          <a:chOff x="0" y="0"/>
          <a:chExt cx="0" cy="0"/>
        </a:xfrm>
      </p:grpSpPr>
      <p:sp>
        <p:nvSpPr>
          <p:cNvPr id="31" name="Google Shape;31;g31b17ee5e2f_0_120"/>
          <p:cNvSpPr/>
          <p:nvPr/>
        </p:nvSpPr>
        <p:spPr>
          <a:xfrm>
            <a:off x="447817" y="5141974"/>
            <a:ext cx="11290800" cy="1258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32" name="Google Shape;32;g31b17ee5e2f_0_120"/>
          <p:cNvSpPr txBox="1">
            <a:spLocks noGrp="1"/>
          </p:cNvSpPr>
          <p:nvPr>
            <p:ph type="title"/>
          </p:nvPr>
        </p:nvSpPr>
        <p:spPr>
          <a:xfrm>
            <a:off x="581193" y="3043910"/>
            <a:ext cx="11029500" cy="1497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g31b17ee5e2f_0_120"/>
          <p:cNvSpPr txBox="1">
            <a:spLocks noGrp="1"/>
          </p:cNvSpPr>
          <p:nvPr>
            <p:ph type="body" idx="1"/>
          </p:nvPr>
        </p:nvSpPr>
        <p:spPr>
          <a:xfrm>
            <a:off x="581192" y="4541417"/>
            <a:ext cx="11029500" cy="6006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4" name="Google Shape;34;g31b17ee5e2f_0_120"/>
          <p:cNvSpPr txBox="1">
            <a:spLocks noGrp="1"/>
          </p:cNvSpPr>
          <p:nvPr>
            <p:ph type="dt" idx="10"/>
          </p:nvPr>
        </p:nvSpPr>
        <p:spPr>
          <a:xfrm>
            <a:off x="7605952" y="5956137"/>
            <a:ext cx="23775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2D58AC"/>
              </a:buClr>
              <a:buSzPts val="1400"/>
              <a:buFont typeface="Gill Sans"/>
              <a:buNone/>
              <a:defRPr sz="1800" b="0" i="0" u="none" strike="noStrike" cap="none">
                <a:solidFill>
                  <a:srgbClr val="2D58AC"/>
                </a:solidFill>
                <a:latin typeface="Gill Sans"/>
                <a:ea typeface="Gill Sans"/>
                <a:cs typeface="Gill Sans"/>
                <a:sym typeface="Gill Sans"/>
              </a:defRPr>
            </a:lvl1pPr>
            <a:lvl2pPr marR="0" lvl="1"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35" name="Google Shape;35;g31b17ee5e2f_0_120"/>
          <p:cNvSpPr txBox="1">
            <a:spLocks noGrp="1"/>
          </p:cNvSpPr>
          <p:nvPr>
            <p:ph type="sldNum" idx="12"/>
          </p:nvPr>
        </p:nvSpPr>
        <p:spPr>
          <a:xfrm>
            <a:off x="10133216" y="5956137"/>
            <a:ext cx="14775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pic>
        <p:nvPicPr>
          <p:cNvPr id="36" name="Google Shape;36;g31b17ee5e2f_0_120"/>
          <p:cNvPicPr preferRelativeResize="0"/>
          <p:nvPr/>
        </p:nvPicPr>
        <p:blipFill rotWithShape="1">
          <a:blip r:embed="rId2">
            <a:alphaModFix/>
          </a:blip>
          <a:srcRect/>
          <a:stretch/>
        </p:blipFill>
        <p:spPr>
          <a:xfrm>
            <a:off x="10665346" y="5956136"/>
            <a:ext cx="413332" cy="348117"/>
          </a:xfrm>
          <a:prstGeom prst="rect">
            <a:avLst/>
          </a:prstGeom>
          <a:noFill/>
          <a:ln>
            <a:noFill/>
          </a:ln>
        </p:spPr>
      </p:pic>
      <p:sp>
        <p:nvSpPr>
          <p:cNvPr id="37" name="Google Shape;37;g31b17ee5e2f_0_120"/>
          <p:cNvSpPr>
            <a:spLocks noGrp="1"/>
          </p:cNvSpPr>
          <p:nvPr>
            <p:ph type="pic" idx="2"/>
          </p:nvPr>
        </p:nvSpPr>
        <p:spPr>
          <a:xfrm>
            <a:off x="446534" y="5681499"/>
            <a:ext cx="914400" cy="9144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8"/>
        <p:cNvGrpSpPr/>
        <p:nvPr/>
      </p:nvGrpSpPr>
      <p:grpSpPr>
        <a:xfrm>
          <a:off x="0" y="0"/>
          <a:ext cx="0" cy="0"/>
          <a:chOff x="0" y="0"/>
          <a:chExt cx="0" cy="0"/>
        </a:xfrm>
      </p:grpSpPr>
      <p:sp>
        <p:nvSpPr>
          <p:cNvPr id="39" name="Google Shape;39;g31b17ee5e2f_0_128"/>
          <p:cNvSpPr/>
          <p:nvPr/>
        </p:nvSpPr>
        <p:spPr>
          <a:xfrm>
            <a:off x="440286" y="614407"/>
            <a:ext cx="11309400" cy="1189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40" name="Google Shape;40;g31b17ee5e2f_0_12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Gill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g31b17ee5e2f_0_128"/>
          <p:cNvSpPr txBox="1">
            <a:spLocks noGrp="1"/>
          </p:cNvSpPr>
          <p:nvPr>
            <p:ph type="body" idx="1"/>
          </p:nvPr>
        </p:nvSpPr>
        <p:spPr>
          <a:xfrm>
            <a:off x="581192" y="2180496"/>
            <a:ext cx="11029500" cy="3678300"/>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2" name="Google Shape;42;g31b17ee5e2f_0_128"/>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1pPr>
            <a:lvl2pPr marR="0" lvl="1"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43" name="Google Shape;43;g31b17ee5e2f_0_128"/>
          <p:cNvSpPr txBox="1">
            <a:spLocks noGrp="1"/>
          </p:cNvSpPr>
          <p:nvPr>
            <p:ph type="sldNum" idx="12"/>
          </p:nvPr>
        </p:nvSpPr>
        <p:spPr>
          <a:xfrm>
            <a:off x="10558300" y="5956137"/>
            <a:ext cx="146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44" name="Google Shape;44;g31b17ee5e2f_0_128"/>
          <p:cNvSpPr>
            <a:spLocks noGrp="1"/>
          </p:cNvSpPr>
          <p:nvPr>
            <p:ph type="pic" idx="2"/>
          </p:nvPr>
        </p:nvSpPr>
        <p:spPr>
          <a:xfrm>
            <a:off x="581192" y="5498937"/>
            <a:ext cx="914400" cy="9144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5"/>
        <p:cNvGrpSpPr/>
        <p:nvPr/>
      </p:nvGrpSpPr>
      <p:grpSpPr>
        <a:xfrm>
          <a:off x="0" y="0"/>
          <a:ext cx="0" cy="0"/>
          <a:chOff x="0" y="0"/>
          <a:chExt cx="0" cy="0"/>
        </a:xfrm>
      </p:grpSpPr>
      <p:sp>
        <p:nvSpPr>
          <p:cNvPr id="46" name="Google Shape;46;g31b17ee5e2f_0_135"/>
          <p:cNvSpPr/>
          <p:nvPr/>
        </p:nvSpPr>
        <p:spPr>
          <a:xfrm>
            <a:off x="445982" y="606554"/>
            <a:ext cx="11300100" cy="1258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47" name="Google Shape;47;g31b17ee5e2f_0_135"/>
          <p:cNvSpPr txBox="1">
            <a:spLocks noGrp="1"/>
          </p:cNvSpPr>
          <p:nvPr>
            <p:ph type="title"/>
          </p:nvPr>
        </p:nvSpPr>
        <p:spPr>
          <a:xfrm>
            <a:off x="581193" y="729658"/>
            <a:ext cx="11029500" cy="988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Gill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g31b17ee5e2f_0_135"/>
          <p:cNvSpPr txBox="1">
            <a:spLocks noGrp="1"/>
          </p:cNvSpPr>
          <p:nvPr>
            <p:ph type="body" idx="1"/>
          </p:nvPr>
        </p:nvSpPr>
        <p:spPr>
          <a:xfrm>
            <a:off x="581193" y="2228003"/>
            <a:ext cx="5422500" cy="3633000"/>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9" name="Google Shape;49;g31b17ee5e2f_0_135"/>
          <p:cNvSpPr txBox="1">
            <a:spLocks noGrp="1"/>
          </p:cNvSpPr>
          <p:nvPr>
            <p:ph type="body" idx="2"/>
          </p:nvPr>
        </p:nvSpPr>
        <p:spPr>
          <a:xfrm>
            <a:off x="6188417" y="2228003"/>
            <a:ext cx="5422500" cy="3633000"/>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0" name="Google Shape;50;g31b17ee5e2f_0_135"/>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1pPr>
            <a:lvl2pPr marR="0" lvl="1"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51" name="Google Shape;51;g31b17ee5e2f_0_135"/>
          <p:cNvSpPr txBox="1">
            <a:spLocks noGrp="1"/>
          </p:cNvSpPr>
          <p:nvPr>
            <p:ph type="sldNum" idx="12"/>
          </p:nvPr>
        </p:nvSpPr>
        <p:spPr>
          <a:xfrm>
            <a:off x="10558299" y="5956137"/>
            <a:ext cx="1478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52" name="Google Shape;52;g31b17ee5e2f_0_135"/>
          <p:cNvSpPr>
            <a:spLocks noGrp="1"/>
          </p:cNvSpPr>
          <p:nvPr>
            <p:ph type="pic" idx="3"/>
          </p:nvPr>
        </p:nvSpPr>
        <p:spPr>
          <a:xfrm>
            <a:off x="581190" y="5671142"/>
            <a:ext cx="914400" cy="9144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53"/>
        <p:cNvGrpSpPr/>
        <p:nvPr/>
      </p:nvGrpSpPr>
      <p:grpSpPr>
        <a:xfrm>
          <a:off x="0" y="0"/>
          <a:ext cx="0" cy="0"/>
          <a:chOff x="0" y="0"/>
          <a:chExt cx="0" cy="0"/>
        </a:xfrm>
      </p:grpSpPr>
      <p:sp>
        <p:nvSpPr>
          <p:cNvPr id="54" name="Google Shape;54;g31b17ee5e2f_0_143"/>
          <p:cNvSpPr/>
          <p:nvPr/>
        </p:nvSpPr>
        <p:spPr>
          <a:xfrm>
            <a:off x="445982" y="606554"/>
            <a:ext cx="11300100" cy="1258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55" name="Google Shape;55;g31b17ee5e2f_0_143"/>
          <p:cNvSpPr txBox="1">
            <a:spLocks noGrp="1"/>
          </p:cNvSpPr>
          <p:nvPr>
            <p:ph type="title"/>
          </p:nvPr>
        </p:nvSpPr>
        <p:spPr>
          <a:xfrm>
            <a:off x="581193" y="729658"/>
            <a:ext cx="11029500" cy="988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Gill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g31b17ee5e2f_0_143"/>
          <p:cNvSpPr txBox="1">
            <a:spLocks noGrp="1"/>
          </p:cNvSpPr>
          <p:nvPr>
            <p:ph type="body" idx="1"/>
          </p:nvPr>
        </p:nvSpPr>
        <p:spPr>
          <a:xfrm>
            <a:off x="581191" y="2250892"/>
            <a:ext cx="5393100" cy="5361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SzPts val="2208"/>
              <a:buNone/>
              <a:defRPr sz="24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7" name="Google Shape;57;g31b17ee5e2f_0_143"/>
          <p:cNvSpPr txBox="1">
            <a:spLocks noGrp="1"/>
          </p:cNvSpPr>
          <p:nvPr>
            <p:ph type="body" idx="2"/>
          </p:nvPr>
        </p:nvSpPr>
        <p:spPr>
          <a:xfrm>
            <a:off x="581194" y="2926052"/>
            <a:ext cx="5393100" cy="2934900"/>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8" name="Google Shape;58;g31b17ee5e2f_0_143"/>
          <p:cNvSpPr txBox="1">
            <a:spLocks noGrp="1"/>
          </p:cNvSpPr>
          <p:nvPr>
            <p:ph type="body" idx="3"/>
          </p:nvPr>
        </p:nvSpPr>
        <p:spPr>
          <a:xfrm>
            <a:off x="6217709" y="2250892"/>
            <a:ext cx="5393100" cy="5535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SzPts val="2208"/>
              <a:buNone/>
              <a:defRPr sz="24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9" name="Google Shape;59;g31b17ee5e2f_0_143"/>
          <p:cNvSpPr txBox="1">
            <a:spLocks noGrp="1"/>
          </p:cNvSpPr>
          <p:nvPr>
            <p:ph type="body" idx="4"/>
          </p:nvPr>
        </p:nvSpPr>
        <p:spPr>
          <a:xfrm>
            <a:off x="6217709" y="2926052"/>
            <a:ext cx="5393100" cy="2934900"/>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60" name="Google Shape;60;g31b17ee5e2f_0_143"/>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1pPr>
            <a:lvl2pPr marR="0" lvl="1"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61" name="Google Shape;61;g31b17ee5e2f_0_143"/>
          <p:cNvSpPr txBox="1">
            <a:spLocks noGrp="1"/>
          </p:cNvSpPr>
          <p:nvPr>
            <p:ph type="sldNum" idx="12"/>
          </p:nvPr>
        </p:nvSpPr>
        <p:spPr>
          <a:xfrm>
            <a:off x="10558300" y="5956137"/>
            <a:ext cx="146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62" name="Google Shape;62;g31b17ee5e2f_0_143"/>
          <p:cNvSpPr>
            <a:spLocks noGrp="1"/>
          </p:cNvSpPr>
          <p:nvPr>
            <p:ph type="pic" idx="5"/>
          </p:nvPr>
        </p:nvSpPr>
        <p:spPr>
          <a:xfrm>
            <a:off x="581190" y="5671142"/>
            <a:ext cx="914400" cy="9144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63"/>
        <p:cNvGrpSpPr/>
        <p:nvPr/>
      </p:nvGrpSpPr>
      <p:grpSpPr>
        <a:xfrm>
          <a:off x="0" y="0"/>
          <a:ext cx="0" cy="0"/>
          <a:chOff x="0" y="0"/>
          <a:chExt cx="0" cy="0"/>
        </a:xfrm>
      </p:grpSpPr>
      <p:sp>
        <p:nvSpPr>
          <p:cNvPr id="64" name="Google Shape;64;g31b17ee5e2f_0_153"/>
          <p:cNvSpPr txBox="1">
            <a:spLocks noGrp="1"/>
          </p:cNvSpPr>
          <p:nvPr>
            <p:ph type="sldNum" idx="12"/>
          </p:nvPr>
        </p:nvSpPr>
        <p:spPr>
          <a:xfrm>
            <a:off x="10558298" y="5951811"/>
            <a:ext cx="14703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65" name="Google Shape;65;g31b17ee5e2f_0_153"/>
          <p:cNvSpPr/>
          <p:nvPr/>
        </p:nvSpPr>
        <p:spPr>
          <a:xfrm>
            <a:off x="440683" y="606554"/>
            <a:ext cx="11300100" cy="1258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66" name="Google Shape;66;g31b17ee5e2f_0_153"/>
          <p:cNvSpPr txBox="1"/>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marR="0" lvl="0" indent="0" algn="l" rtl="0">
              <a:lnSpc>
                <a:spcPct val="100000"/>
              </a:lnSpc>
              <a:spcBef>
                <a:spcPts val="0"/>
              </a:spcBef>
              <a:spcAft>
                <a:spcPts val="0"/>
              </a:spcAft>
              <a:buClr>
                <a:schemeClr val="lt1"/>
              </a:buClr>
              <a:buSzPts val="3200"/>
              <a:buFont typeface="Gill Sans"/>
              <a:buNone/>
            </a:pPr>
            <a:r>
              <a:rPr lang="en-US" sz="3200" b="0" i="0" u="none" strike="noStrike" cap="none">
                <a:solidFill>
                  <a:schemeClr val="lt1"/>
                </a:solidFill>
                <a:latin typeface="Gill Sans"/>
                <a:ea typeface="Gill Sans"/>
                <a:cs typeface="Gill Sans"/>
                <a:sym typeface="Gill Sans"/>
              </a:rPr>
              <a:t>CLICK TO EDIT MASTER TITLE STYLE</a:t>
            </a: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67"/>
        <p:cNvGrpSpPr/>
        <p:nvPr/>
      </p:nvGrpSpPr>
      <p:grpSpPr>
        <a:xfrm>
          <a:off x="0" y="0"/>
          <a:ext cx="0" cy="0"/>
          <a:chOff x="0" y="0"/>
          <a:chExt cx="0" cy="0"/>
        </a:xfrm>
      </p:grpSpPr>
      <p:sp>
        <p:nvSpPr>
          <p:cNvPr id="68" name="Google Shape;68;g31b17ee5e2f_0_157"/>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1pPr>
            <a:lvl2pPr marR="0" lvl="1"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69" name="Google Shape;69;g31b17ee5e2f_0_157"/>
          <p:cNvSpPr txBox="1">
            <a:spLocks noGrp="1"/>
          </p:cNvSpPr>
          <p:nvPr>
            <p:ph type="sldNum" idx="12"/>
          </p:nvPr>
        </p:nvSpPr>
        <p:spPr>
          <a:xfrm>
            <a:off x="10558299" y="5956137"/>
            <a:ext cx="14370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70" name="Google Shape;70;g31b17ee5e2f_0_157"/>
          <p:cNvSpPr>
            <a:spLocks noGrp="1"/>
          </p:cNvSpPr>
          <p:nvPr>
            <p:ph type="pic" idx="2"/>
          </p:nvPr>
        </p:nvSpPr>
        <p:spPr>
          <a:xfrm>
            <a:off x="581192" y="5498937"/>
            <a:ext cx="914400" cy="914400"/>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71"/>
        <p:cNvGrpSpPr/>
        <p:nvPr/>
      </p:nvGrpSpPr>
      <p:grpSpPr>
        <a:xfrm>
          <a:off x="0" y="0"/>
          <a:ext cx="0" cy="0"/>
          <a:chOff x="0" y="0"/>
          <a:chExt cx="0" cy="0"/>
        </a:xfrm>
      </p:grpSpPr>
      <p:sp>
        <p:nvSpPr>
          <p:cNvPr id="72" name="Google Shape;72;g31b17ee5e2f_0_161"/>
          <p:cNvSpPr/>
          <p:nvPr/>
        </p:nvSpPr>
        <p:spPr>
          <a:xfrm>
            <a:off x="447817" y="5141973"/>
            <a:ext cx="11298300" cy="12747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73" name="Google Shape;73;g31b17ee5e2f_0_161"/>
          <p:cNvSpPr txBox="1">
            <a:spLocks noGrp="1"/>
          </p:cNvSpPr>
          <p:nvPr>
            <p:ph type="title"/>
          </p:nvPr>
        </p:nvSpPr>
        <p:spPr>
          <a:xfrm>
            <a:off x="581192" y="5262296"/>
            <a:ext cx="4909500" cy="6894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g31b17ee5e2f_0_161"/>
          <p:cNvSpPr txBox="1">
            <a:spLocks noGrp="1"/>
          </p:cNvSpPr>
          <p:nvPr>
            <p:ph type="body" idx="1"/>
          </p:nvPr>
        </p:nvSpPr>
        <p:spPr>
          <a:xfrm>
            <a:off x="447816" y="601200"/>
            <a:ext cx="11292900" cy="4204800"/>
          </a:xfrm>
          <a:prstGeom prst="rect">
            <a:avLst/>
          </a:prstGeom>
          <a:noFill/>
          <a:ln>
            <a:noFill/>
          </a:ln>
        </p:spPr>
        <p:txBody>
          <a:bodyPr spcFirstLastPara="1" wrap="square" lIns="91425" tIns="45700" rIns="91425" bIns="45700" anchor="t" anchorCtr="0">
            <a:normAutofit/>
          </a:bodyPr>
          <a:lstStyle>
            <a:lvl1pPr marL="457200" lvl="0" indent="-368808" algn="l">
              <a:lnSpc>
                <a:spcPct val="100000"/>
              </a:lnSpc>
              <a:spcBef>
                <a:spcPts val="480"/>
              </a:spcBef>
              <a:spcAft>
                <a:spcPts val="0"/>
              </a:spcAft>
              <a:buSzPts val="2208"/>
              <a:buChar char="◼"/>
              <a:defRPr sz="2400">
                <a:solidFill>
                  <a:schemeClr val="dk2"/>
                </a:solidFill>
              </a:defRPr>
            </a:lvl1pPr>
            <a:lvl2pPr marL="914400" lvl="1" indent="-345440" algn="l">
              <a:lnSpc>
                <a:spcPct val="100000"/>
              </a:lnSpc>
              <a:spcBef>
                <a:spcPts val="600"/>
              </a:spcBef>
              <a:spcAft>
                <a:spcPts val="0"/>
              </a:spcAft>
              <a:buSzPts val="1840"/>
              <a:buChar char="◼"/>
              <a:defRPr sz="2000">
                <a:solidFill>
                  <a:schemeClr val="dk2"/>
                </a:solidFill>
              </a:defRPr>
            </a:lvl2pPr>
            <a:lvl3pPr marL="1371600" lvl="2" indent="-333756" algn="l">
              <a:lnSpc>
                <a:spcPct val="100000"/>
              </a:lnSpc>
              <a:spcBef>
                <a:spcPts val="600"/>
              </a:spcBef>
              <a:spcAft>
                <a:spcPts val="0"/>
              </a:spcAft>
              <a:buSzPts val="1656"/>
              <a:buChar char="◼"/>
              <a:defRPr sz="1800">
                <a:solidFill>
                  <a:schemeClr val="dk2"/>
                </a:solidFill>
              </a:defRPr>
            </a:lvl3pPr>
            <a:lvl4pPr marL="1828800" lvl="3" indent="-322072" algn="l">
              <a:lnSpc>
                <a:spcPct val="100000"/>
              </a:lnSpc>
              <a:spcBef>
                <a:spcPts val="600"/>
              </a:spcBef>
              <a:spcAft>
                <a:spcPts val="0"/>
              </a:spcAft>
              <a:buSzPts val="1472"/>
              <a:buChar char="◼"/>
              <a:defRPr sz="1600">
                <a:solidFill>
                  <a:schemeClr val="dk2"/>
                </a:solidFill>
              </a:defRPr>
            </a:lvl4pPr>
            <a:lvl5pPr marL="2286000" lvl="4" indent="-322072" algn="l">
              <a:lnSpc>
                <a:spcPct val="100000"/>
              </a:lnSpc>
              <a:spcBef>
                <a:spcPts val="600"/>
              </a:spcBef>
              <a:spcAft>
                <a:spcPts val="0"/>
              </a:spcAft>
              <a:buSzPts val="1472"/>
              <a:buChar char="◼"/>
              <a:defRPr sz="16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75" name="Google Shape;75;g31b17ee5e2f_0_161"/>
          <p:cNvSpPr txBox="1">
            <a:spLocks noGrp="1"/>
          </p:cNvSpPr>
          <p:nvPr>
            <p:ph type="body" idx="2"/>
          </p:nvPr>
        </p:nvSpPr>
        <p:spPr>
          <a:xfrm>
            <a:off x="5740823" y="5262296"/>
            <a:ext cx="5870100" cy="689400"/>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320"/>
              </a:spcBef>
              <a:spcAft>
                <a:spcPts val="0"/>
              </a:spcAft>
              <a:buSzPts val="1472"/>
              <a:buNone/>
              <a:defRPr sz="16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6" name="Google Shape;76;g31b17ee5e2f_0_161"/>
          <p:cNvSpPr txBox="1">
            <a:spLocks noGrp="1"/>
          </p:cNvSpPr>
          <p:nvPr>
            <p:ph type="dt" idx="10"/>
          </p:nvPr>
        </p:nvSpPr>
        <p:spPr>
          <a:xfrm>
            <a:off x="7605952" y="5956137"/>
            <a:ext cx="23277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2D58AC"/>
              </a:buClr>
              <a:buSzPts val="1400"/>
              <a:buFont typeface="Gill Sans"/>
              <a:buNone/>
              <a:defRPr sz="1800" b="0" i="0" u="none" strike="noStrike" cap="none">
                <a:solidFill>
                  <a:srgbClr val="2D58AC"/>
                </a:solidFill>
                <a:latin typeface="Gill Sans"/>
                <a:ea typeface="Gill Sans"/>
                <a:cs typeface="Gill Sans"/>
                <a:sym typeface="Gill Sans"/>
              </a:defRPr>
            </a:lvl1pPr>
            <a:lvl2pPr marR="0" lvl="1"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77" name="Google Shape;77;g31b17ee5e2f_0_161"/>
          <p:cNvSpPr txBox="1">
            <a:spLocks noGrp="1"/>
          </p:cNvSpPr>
          <p:nvPr>
            <p:ph type="ftr" idx="11"/>
          </p:nvPr>
        </p:nvSpPr>
        <p:spPr>
          <a:xfrm>
            <a:off x="581192" y="5951811"/>
            <a:ext cx="69171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2D58AC"/>
              </a:buClr>
              <a:buSzPts val="1400"/>
              <a:buFont typeface="Gill Sans"/>
              <a:buNone/>
              <a:defRPr sz="1800" b="0" i="0" u="none" strike="noStrike" cap="none">
                <a:solidFill>
                  <a:srgbClr val="2D58AC"/>
                </a:solidFill>
                <a:latin typeface="Gill Sans"/>
                <a:ea typeface="Gill Sans"/>
                <a:cs typeface="Gill Sans"/>
                <a:sym typeface="Gill Sans"/>
              </a:defRPr>
            </a:lvl1pPr>
            <a:lvl2pPr marR="0" lvl="1"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78" name="Google Shape;78;g31b17ee5e2f_0_161"/>
          <p:cNvSpPr txBox="1">
            <a:spLocks noGrp="1"/>
          </p:cNvSpPr>
          <p:nvPr>
            <p:ph type="sldNum" idx="12"/>
          </p:nvPr>
        </p:nvSpPr>
        <p:spPr>
          <a:xfrm>
            <a:off x="10124903" y="5956137"/>
            <a:ext cx="1485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pic>
        <p:nvPicPr>
          <p:cNvPr id="79" name="Google Shape;79;g31b17ee5e2f_0_161"/>
          <p:cNvPicPr preferRelativeResize="0"/>
          <p:nvPr/>
        </p:nvPicPr>
        <p:blipFill rotWithShape="1">
          <a:blip r:embed="rId2">
            <a:alphaModFix/>
          </a:blip>
          <a:srcRect/>
          <a:stretch/>
        </p:blipFill>
        <p:spPr>
          <a:xfrm>
            <a:off x="10661191" y="5977471"/>
            <a:ext cx="413332" cy="348117"/>
          </a:xfrm>
          <a:prstGeom prst="rect">
            <a:avLst/>
          </a:prstGeom>
          <a:noFill/>
          <a:ln>
            <a:noFill/>
          </a:ln>
        </p:spPr>
      </p:pic>
      <p:sp>
        <p:nvSpPr>
          <p:cNvPr id="80" name="Google Shape;80;g31b17ee5e2f_0_161"/>
          <p:cNvSpPr>
            <a:spLocks noGrp="1"/>
          </p:cNvSpPr>
          <p:nvPr>
            <p:ph type="pic" idx="3"/>
          </p:nvPr>
        </p:nvSpPr>
        <p:spPr>
          <a:xfrm>
            <a:off x="581190" y="5671142"/>
            <a:ext cx="914400" cy="9144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81"/>
        <p:cNvGrpSpPr/>
        <p:nvPr/>
      </p:nvGrpSpPr>
      <p:grpSpPr>
        <a:xfrm>
          <a:off x="0" y="0"/>
          <a:ext cx="0" cy="0"/>
          <a:chOff x="0" y="0"/>
          <a:chExt cx="0" cy="0"/>
        </a:xfrm>
      </p:grpSpPr>
      <p:sp>
        <p:nvSpPr>
          <p:cNvPr id="82" name="Google Shape;82;g31b17ee5e2f_0_171"/>
          <p:cNvSpPr txBox="1">
            <a:spLocks noGrp="1"/>
          </p:cNvSpPr>
          <p:nvPr>
            <p:ph type="title"/>
          </p:nvPr>
        </p:nvSpPr>
        <p:spPr>
          <a:xfrm>
            <a:off x="581193" y="4693389"/>
            <a:ext cx="11029500" cy="5667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g31b17ee5e2f_0_171"/>
          <p:cNvSpPr>
            <a:spLocks noGrp="1"/>
          </p:cNvSpPr>
          <p:nvPr>
            <p:ph type="pic" idx="2"/>
          </p:nvPr>
        </p:nvSpPr>
        <p:spPr>
          <a:xfrm>
            <a:off x="447817" y="599725"/>
            <a:ext cx="11290800" cy="3557400"/>
          </a:xfrm>
          <a:prstGeom prst="rect">
            <a:avLst/>
          </a:prstGeom>
          <a:noFill/>
          <a:ln>
            <a:noFill/>
          </a:ln>
        </p:spPr>
      </p:sp>
      <p:sp>
        <p:nvSpPr>
          <p:cNvPr id="84" name="Google Shape;84;g31b17ee5e2f_0_171"/>
          <p:cNvSpPr txBox="1">
            <a:spLocks noGrp="1"/>
          </p:cNvSpPr>
          <p:nvPr>
            <p:ph type="body" idx="1"/>
          </p:nvPr>
        </p:nvSpPr>
        <p:spPr>
          <a:xfrm>
            <a:off x="581192" y="5260127"/>
            <a:ext cx="11029500" cy="5988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320"/>
              </a:spcBef>
              <a:spcAft>
                <a:spcPts val="0"/>
              </a:spcAft>
              <a:buSzPts val="1472"/>
              <a:buNone/>
              <a:defRPr sz="16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85" name="Google Shape;85;g31b17ee5e2f_0_171"/>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1pPr>
            <a:lvl2pPr marR="0" lvl="1"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86" name="Google Shape;86;g31b17ee5e2f_0_171"/>
          <p:cNvSpPr txBox="1">
            <a:spLocks noGrp="1"/>
          </p:cNvSpPr>
          <p:nvPr>
            <p:ph type="sldNum" idx="12"/>
          </p:nvPr>
        </p:nvSpPr>
        <p:spPr>
          <a:xfrm>
            <a:off x="10558300" y="5956137"/>
            <a:ext cx="14703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87" name="Google Shape;87;g31b17ee5e2f_0_171"/>
          <p:cNvSpPr>
            <a:spLocks noGrp="1"/>
          </p:cNvSpPr>
          <p:nvPr>
            <p:ph type="pic" idx="3"/>
          </p:nvPr>
        </p:nvSpPr>
        <p:spPr>
          <a:xfrm>
            <a:off x="581190" y="5681499"/>
            <a:ext cx="914400" cy="9144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6"/>
        <p:cNvGrpSpPr/>
        <p:nvPr/>
      </p:nvGrpSpPr>
      <p:grpSpPr>
        <a:xfrm>
          <a:off x="0" y="0"/>
          <a:ext cx="0" cy="0"/>
          <a:chOff x="0" y="0"/>
          <a:chExt cx="0" cy="0"/>
        </a:xfrm>
      </p:grpSpPr>
      <p:sp>
        <p:nvSpPr>
          <p:cNvPr id="97" name="Google Shape;97;g317538e0ecf_0_326"/>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1pPr>
            <a:lvl2pPr marR="0" lvl="1"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98" name="Google Shape;98;g317538e0ecf_0_326"/>
          <p:cNvSpPr txBox="1">
            <a:spLocks noGrp="1"/>
          </p:cNvSpPr>
          <p:nvPr>
            <p:ph type="sldNum" idx="12"/>
          </p:nvPr>
        </p:nvSpPr>
        <p:spPr>
          <a:xfrm>
            <a:off x="10558300" y="5956137"/>
            <a:ext cx="14868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99" name="Google Shape;99;g317538e0ecf_0_326"/>
          <p:cNvSpPr/>
          <p:nvPr/>
        </p:nvSpPr>
        <p:spPr>
          <a:xfrm>
            <a:off x="440683" y="606554"/>
            <a:ext cx="11300100" cy="1258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0" name="Google Shape;100;g317538e0ecf_0_326"/>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Gill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g317538e0ecf_0_326"/>
          <p:cNvSpPr>
            <a:spLocks noGrp="1"/>
          </p:cNvSpPr>
          <p:nvPr>
            <p:ph type="pic" idx="2"/>
          </p:nvPr>
        </p:nvSpPr>
        <p:spPr>
          <a:xfrm>
            <a:off x="581190" y="5671142"/>
            <a:ext cx="914400" cy="91440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2"/>
        <p:cNvGrpSpPr/>
        <p:nvPr/>
      </p:nvGrpSpPr>
      <p:grpSpPr>
        <a:xfrm>
          <a:off x="0" y="0"/>
          <a:ext cx="0" cy="0"/>
          <a:chOff x="0" y="0"/>
          <a:chExt cx="0" cy="0"/>
        </a:xfrm>
      </p:grpSpPr>
      <p:sp>
        <p:nvSpPr>
          <p:cNvPr id="103" name="Google Shape;103;g317538e0ecf_0_332"/>
          <p:cNvSpPr/>
          <p:nvPr/>
        </p:nvSpPr>
        <p:spPr>
          <a:xfrm>
            <a:off x="446534" y="3085765"/>
            <a:ext cx="11262900"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4" name="Google Shape;104;g317538e0ecf_0_332"/>
          <p:cNvSpPr txBox="1">
            <a:spLocks noGrp="1"/>
          </p:cNvSpPr>
          <p:nvPr>
            <p:ph type="ctrTitle"/>
          </p:nvPr>
        </p:nvSpPr>
        <p:spPr>
          <a:xfrm>
            <a:off x="581191" y="1020431"/>
            <a:ext cx="10993500" cy="14751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g317538e0ecf_0_332"/>
          <p:cNvSpPr txBox="1">
            <a:spLocks noGrp="1"/>
          </p:cNvSpPr>
          <p:nvPr>
            <p:ph type="subTitle" idx="1"/>
          </p:nvPr>
        </p:nvSpPr>
        <p:spPr>
          <a:xfrm>
            <a:off x="581194" y="2495445"/>
            <a:ext cx="10993500" cy="590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60"/>
              </a:spcBef>
              <a:spcAft>
                <a:spcPts val="0"/>
              </a:spcAft>
              <a:buSzPts val="1656"/>
              <a:buNone/>
              <a:defRPr sz="1800" cap="none">
                <a:solidFill>
                  <a:schemeClr val="accent2"/>
                </a:solidFill>
              </a:defRPr>
            </a:lvl1pPr>
            <a:lvl2pPr lvl="1" algn="ctr">
              <a:lnSpc>
                <a:spcPct val="100000"/>
              </a:lnSpc>
              <a:spcBef>
                <a:spcPts val="600"/>
              </a:spcBef>
              <a:spcAft>
                <a:spcPts val="0"/>
              </a:spcAft>
              <a:buSzPts val="1840"/>
              <a:buNone/>
              <a:defRPr>
                <a:solidFill>
                  <a:srgbClr val="888888"/>
                </a:solidFill>
              </a:defRPr>
            </a:lvl2pPr>
            <a:lvl3pPr lvl="2" algn="ctr">
              <a:lnSpc>
                <a:spcPct val="100000"/>
              </a:lnSpc>
              <a:spcBef>
                <a:spcPts val="600"/>
              </a:spcBef>
              <a:spcAft>
                <a:spcPts val="0"/>
              </a:spcAft>
              <a:buSzPts val="1656"/>
              <a:buNone/>
              <a:defRPr>
                <a:solidFill>
                  <a:srgbClr val="888888"/>
                </a:solidFill>
              </a:defRPr>
            </a:lvl3pPr>
            <a:lvl4pPr lvl="3" algn="ctr">
              <a:lnSpc>
                <a:spcPct val="100000"/>
              </a:lnSpc>
              <a:spcBef>
                <a:spcPts val="600"/>
              </a:spcBef>
              <a:spcAft>
                <a:spcPts val="0"/>
              </a:spcAft>
              <a:buSzPts val="1656"/>
              <a:buNone/>
              <a:defRPr>
                <a:solidFill>
                  <a:srgbClr val="888888"/>
                </a:solidFill>
              </a:defRPr>
            </a:lvl4pPr>
            <a:lvl5pPr lvl="4" algn="ctr">
              <a:lnSpc>
                <a:spcPct val="100000"/>
              </a:lnSpc>
              <a:spcBef>
                <a:spcPts val="600"/>
              </a:spcBef>
              <a:spcAft>
                <a:spcPts val="0"/>
              </a:spcAft>
              <a:buSzPts val="1656"/>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106" name="Google Shape;106;g317538e0ecf_0_332"/>
          <p:cNvSpPr txBox="1">
            <a:spLocks noGrp="1"/>
          </p:cNvSpPr>
          <p:nvPr>
            <p:ph type="dt" idx="10"/>
          </p:nvPr>
        </p:nvSpPr>
        <p:spPr>
          <a:xfrm>
            <a:off x="7605951" y="5956137"/>
            <a:ext cx="24609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2D58AC"/>
              </a:buClr>
              <a:buSzPts val="1400"/>
              <a:buFont typeface="Gill Sans"/>
              <a:buNone/>
              <a:defRPr sz="1800" b="0" i="0" u="none" strike="noStrike" cap="none">
                <a:solidFill>
                  <a:srgbClr val="2D58AC"/>
                </a:solidFill>
                <a:latin typeface="Gill Sans"/>
                <a:ea typeface="Gill Sans"/>
                <a:cs typeface="Gill Sans"/>
                <a:sym typeface="Gill Sans"/>
              </a:defRPr>
            </a:lvl1pPr>
            <a:lvl2pPr marR="0" lvl="1"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107" name="Google Shape;107;g317538e0ecf_0_332"/>
          <p:cNvSpPr txBox="1">
            <a:spLocks noGrp="1"/>
          </p:cNvSpPr>
          <p:nvPr>
            <p:ph type="sldNum" idx="12"/>
          </p:nvPr>
        </p:nvSpPr>
        <p:spPr>
          <a:xfrm>
            <a:off x="10174778" y="5956137"/>
            <a:ext cx="14001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08" name="Google Shape;108;g317538e0ecf_0_332"/>
          <p:cNvSpPr>
            <a:spLocks noGrp="1"/>
          </p:cNvSpPr>
          <p:nvPr>
            <p:ph type="pic" idx="2"/>
          </p:nvPr>
        </p:nvSpPr>
        <p:spPr>
          <a:xfrm>
            <a:off x="446534" y="5681499"/>
            <a:ext cx="914400" cy="914400"/>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09"/>
        <p:cNvGrpSpPr/>
        <p:nvPr/>
      </p:nvGrpSpPr>
      <p:grpSpPr>
        <a:xfrm>
          <a:off x="0" y="0"/>
          <a:ext cx="0" cy="0"/>
          <a:chOff x="0" y="0"/>
          <a:chExt cx="0" cy="0"/>
        </a:xfrm>
      </p:grpSpPr>
      <p:sp>
        <p:nvSpPr>
          <p:cNvPr id="110" name="Google Shape;110;g317538e0ecf_0_339"/>
          <p:cNvSpPr/>
          <p:nvPr/>
        </p:nvSpPr>
        <p:spPr>
          <a:xfrm>
            <a:off x="447817" y="5141974"/>
            <a:ext cx="11290800" cy="1258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1" name="Google Shape;111;g317538e0ecf_0_339"/>
          <p:cNvSpPr txBox="1">
            <a:spLocks noGrp="1"/>
          </p:cNvSpPr>
          <p:nvPr>
            <p:ph type="title"/>
          </p:nvPr>
        </p:nvSpPr>
        <p:spPr>
          <a:xfrm>
            <a:off x="581193" y="3043910"/>
            <a:ext cx="11029500" cy="1497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g317538e0ecf_0_339"/>
          <p:cNvSpPr txBox="1">
            <a:spLocks noGrp="1"/>
          </p:cNvSpPr>
          <p:nvPr>
            <p:ph type="body" idx="1"/>
          </p:nvPr>
        </p:nvSpPr>
        <p:spPr>
          <a:xfrm>
            <a:off x="581192" y="4541417"/>
            <a:ext cx="11029500" cy="6006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113" name="Google Shape;113;g317538e0ecf_0_339"/>
          <p:cNvSpPr txBox="1">
            <a:spLocks noGrp="1"/>
          </p:cNvSpPr>
          <p:nvPr>
            <p:ph type="dt" idx="10"/>
          </p:nvPr>
        </p:nvSpPr>
        <p:spPr>
          <a:xfrm>
            <a:off x="7605952" y="5956137"/>
            <a:ext cx="23775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2D58AC"/>
              </a:buClr>
              <a:buSzPts val="1400"/>
              <a:buFont typeface="Gill Sans"/>
              <a:buNone/>
              <a:defRPr sz="1800" b="0" i="0" u="none" strike="noStrike" cap="none">
                <a:solidFill>
                  <a:srgbClr val="2D58AC"/>
                </a:solidFill>
                <a:latin typeface="Gill Sans"/>
                <a:ea typeface="Gill Sans"/>
                <a:cs typeface="Gill Sans"/>
                <a:sym typeface="Gill Sans"/>
              </a:defRPr>
            </a:lvl1pPr>
            <a:lvl2pPr marR="0" lvl="1"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114" name="Google Shape;114;g317538e0ecf_0_339"/>
          <p:cNvSpPr txBox="1">
            <a:spLocks noGrp="1"/>
          </p:cNvSpPr>
          <p:nvPr>
            <p:ph type="sldNum" idx="12"/>
          </p:nvPr>
        </p:nvSpPr>
        <p:spPr>
          <a:xfrm>
            <a:off x="10133216" y="5956137"/>
            <a:ext cx="14775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pic>
        <p:nvPicPr>
          <p:cNvPr id="115" name="Google Shape;115;g317538e0ecf_0_339"/>
          <p:cNvPicPr preferRelativeResize="0"/>
          <p:nvPr/>
        </p:nvPicPr>
        <p:blipFill rotWithShape="1">
          <a:blip r:embed="rId2">
            <a:alphaModFix/>
          </a:blip>
          <a:srcRect/>
          <a:stretch/>
        </p:blipFill>
        <p:spPr>
          <a:xfrm>
            <a:off x="10665346" y="5956136"/>
            <a:ext cx="413332" cy="348117"/>
          </a:xfrm>
          <a:prstGeom prst="rect">
            <a:avLst/>
          </a:prstGeom>
          <a:noFill/>
          <a:ln>
            <a:noFill/>
          </a:ln>
        </p:spPr>
      </p:pic>
      <p:sp>
        <p:nvSpPr>
          <p:cNvPr id="116" name="Google Shape;116;g317538e0ecf_0_339"/>
          <p:cNvSpPr>
            <a:spLocks noGrp="1"/>
          </p:cNvSpPr>
          <p:nvPr>
            <p:ph type="pic" idx="2"/>
          </p:nvPr>
        </p:nvSpPr>
        <p:spPr>
          <a:xfrm>
            <a:off x="446534" y="5681499"/>
            <a:ext cx="914400" cy="914400"/>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17"/>
        <p:cNvGrpSpPr/>
        <p:nvPr/>
      </p:nvGrpSpPr>
      <p:grpSpPr>
        <a:xfrm>
          <a:off x="0" y="0"/>
          <a:ext cx="0" cy="0"/>
          <a:chOff x="0" y="0"/>
          <a:chExt cx="0" cy="0"/>
        </a:xfrm>
      </p:grpSpPr>
      <p:sp>
        <p:nvSpPr>
          <p:cNvPr id="118" name="Google Shape;118;g317538e0ecf_0_347"/>
          <p:cNvSpPr/>
          <p:nvPr/>
        </p:nvSpPr>
        <p:spPr>
          <a:xfrm>
            <a:off x="440286" y="614407"/>
            <a:ext cx="11309400" cy="1189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9" name="Google Shape;119;g317538e0ecf_0_347"/>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Gill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g317538e0ecf_0_347"/>
          <p:cNvSpPr txBox="1">
            <a:spLocks noGrp="1"/>
          </p:cNvSpPr>
          <p:nvPr>
            <p:ph type="body" idx="1"/>
          </p:nvPr>
        </p:nvSpPr>
        <p:spPr>
          <a:xfrm>
            <a:off x="581192" y="2180496"/>
            <a:ext cx="11029500" cy="3678300"/>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121" name="Google Shape;121;g317538e0ecf_0_347"/>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1pPr>
            <a:lvl2pPr marR="0" lvl="1"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122" name="Google Shape;122;g317538e0ecf_0_347"/>
          <p:cNvSpPr txBox="1">
            <a:spLocks noGrp="1"/>
          </p:cNvSpPr>
          <p:nvPr>
            <p:ph type="sldNum" idx="12"/>
          </p:nvPr>
        </p:nvSpPr>
        <p:spPr>
          <a:xfrm>
            <a:off x="10558300" y="5956137"/>
            <a:ext cx="146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23" name="Google Shape;123;g317538e0ecf_0_347"/>
          <p:cNvSpPr>
            <a:spLocks noGrp="1"/>
          </p:cNvSpPr>
          <p:nvPr>
            <p:ph type="pic" idx="2"/>
          </p:nvPr>
        </p:nvSpPr>
        <p:spPr>
          <a:xfrm>
            <a:off x="581192" y="5498937"/>
            <a:ext cx="914400" cy="914400"/>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24"/>
        <p:cNvGrpSpPr/>
        <p:nvPr/>
      </p:nvGrpSpPr>
      <p:grpSpPr>
        <a:xfrm>
          <a:off x="0" y="0"/>
          <a:ext cx="0" cy="0"/>
          <a:chOff x="0" y="0"/>
          <a:chExt cx="0" cy="0"/>
        </a:xfrm>
      </p:grpSpPr>
      <p:sp>
        <p:nvSpPr>
          <p:cNvPr id="125" name="Google Shape;125;g317538e0ecf_0_354"/>
          <p:cNvSpPr/>
          <p:nvPr/>
        </p:nvSpPr>
        <p:spPr>
          <a:xfrm>
            <a:off x="445982" y="606554"/>
            <a:ext cx="11300100" cy="1258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6" name="Google Shape;126;g317538e0ecf_0_354"/>
          <p:cNvSpPr txBox="1">
            <a:spLocks noGrp="1"/>
          </p:cNvSpPr>
          <p:nvPr>
            <p:ph type="title"/>
          </p:nvPr>
        </p:nvSpPr>
        <p:spPr>
          <a:xfrm>
            <a:off x="581193" y="729658"/>
            <a:ext cx="11029500" cy="988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Gill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g317538e0ecf_0_354"/>
          <p:cNvSpPr txBox="1">
            <a:spLocks noGrp="1"/>
          </p:cNvSpPr>
          <p:nvPr>
            <p:ph type="body" idx="1"/>
          </p:nvPr>
        </p:nvSpPr>
        <p:spPr>
          <a:xfrm>
            <a:off x="581193" y="2228003"/>
            <a:ext cx="5422500" cy="3633000"/>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128" name="Google Shape;128;g317538e0ecf_0_354"/>
          <p:cNvSpPr txBox="1">
            <a:spLocks noGrp="1"/>
          </p:cNvSpPr>
          <p:nvPr>
            <p:ph type="body" idx="2"/>
          </p:nvPr>
        </p:nvSpPr>
        <p:spPr>
          <a:xfrm>
            <a:off x="6188417" y="2228003"/>
            <a:ext cx="5422500" cy="3633000"/>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129" name="Google Shape;129;g317538e0ecf_0_354"/>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1pPr>
            <a:lvl2pPr marR="0" lvl="1"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130" name="Google Shape;130;g317538e0ecf_0_354"/>
          <p:cNvSpPr txBox="1">
            <a:spLocks noGrp="1"/>
          </p:cNvSpPr>
          <p:nvPr>
            <p:ph type="sldNum" idx="12"/>
          </p:nvPr>
        </p:nvSpPr>
        <p:spPr>
          <a:xfrm>
            <a:off x="10558299" y="5956137"/>
            <a:ext cx="1478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31" name="Google Shape;131;g317538e0ecf_0_354"/>
          <p:cNvSpPr>
            <a:spLocks noGrp="1"/>
          </p:cNvSpPr>
          <p:nvPr>
            <p:ph type="pic" idx="3"/>
          </p:nvPr>
        </p:nvSpPr>
        <p:spPr>
          <a:xfrm>
            <a:off x="581190" y="5671142"/>
            <a:ext cx="914400" cy="9144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32"/>
        <p:cNvGrpSpPr/>
        <p:nvPr/>
      </p:nvGrpSpPr>
      <p:grpSpPr>
        <a:xfrm>
          <a:off x="0" y="0"/>
          <a:ext cx="0" cy="0"/>
          <a:chOff x="0" y="0"/>
          <a:chExt cx="0" cy="0"/>
        </a:xfrm>
      </p:grpSpPr>
      <p:sp>
        <p:nvSpPr>
          <p:cNvPr id="133" name="Google Shape;133;g317538e0ecf_0_362"/>
          <p:cNvSpPr/>
          <p:nvPr/>
        </p:nvSpPr>
        <p:spPr>
          <a:xfrm>
            <a:off x="445982" y="606554"/>
            <a:ext cx="11300100" cy="1258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4" name="Google Shape;134;g317538e0ecf_0_362"/>
          <p:cNvSpPr txBox="1">
            <a:spLocks noGrp="1"/>
          </p:cNvSpPr>
          <p:nvPr>
            <p:ph type="title"/>
          </p:nvPr>
        </p:nvSpPr>
        <p:spPr>
          <a:xfrm>
            <a:off x="581193" y="729658"/>
            <a:ext cx="11029500" cy="988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Gill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g317538e0ecf_0_362"/>
          <p:cNvSpPr txBox="1">
            <a:spLocks noGrp="1"/>
          </p:cNvSpPr>
          <p:nvPr>
            <p:ph type="body" idx="1"/>
          </p:nvPr>
        </p:nvSpPr>
        <p:spPr>
          <a:xfrm>
            <a:off x="581191" y="2250892"/>
            <a:ext cx="5393100" cy="5361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SzPts val="2208"/>
              <a:buNone/>
              <a:defRPr sz="24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136" name="Google Shape;136;g317538e0ecf_0_362"/>
          <p:cNvSpPr txBox="1">
            <a:spLocks noGrp="1"/>
          </p:cNvSpPr>
          <p:nvPr>
            <p:ph type="body" idx="2"/>
          </p:nvPr>
        </p:nvSpPr>
        <p:spPr>
          <a:xfrm>
            <a:off x="581194" y="2926052"/>
            <a:ext cx="5393100" cy="2934900"/>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137" name="Google Shape;137;g317538e0ecf_0_362"/>
          <p:cNvSpPr txBox="1">
            <a:spLocks noGrp="1"/>
          </p:cNvSpPr>
          <p:nvPr>
            <p:ph type="body" idx="3"/>
          </p:nvPr>
        </p:nvSpPr>
        <p:spPr>
          <a:xfrm>
            <a:off x="6217709" y="2250892"/>
            <a:ext cx="5393100" cy="5535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SzPts val="2208"/>
              <a:buNone/>
              <a:defRPr sz="24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138" name="Google Shape;138;g317538e0ecf_0_362"/>
          <p:cNvSpPr txBox="1">
            <a:spLocks noGrp="1"/>
          </p:cNvSpPr>
          <p:nvPr>
            <p:ph type="body" idx="4"/>
          </p:nvPr>
        </p:nvSpPr>
        <p:spPr>
          <a:xfrm>
            <a:off x="6217709" y="2926052"/>
            <a:ext cx="5393100" cy="2934900"/>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139" name="Google Shape;139;g317538e0ecf_0_362"/>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1pPr>
            <a:lvl2pPr marR="0" lvl="1"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140" name="Google Shape;140;g317538e0ecf_0_362"/>
          <p:cNvSpPr txBox="1">
            <a:spLocks noGrp="1"/>
          </p:cNvSpPr>
          <p:nvPr>
            <p:ph type="sldNum" idx="12"/>
          </p:nvPr>
        </p:nvSpPr>
        <p:spPr>
          <a:xfrm>
            <a:off x="10558300" y="5956137"/>
            <a:ext cx="146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41" name="Google Shape;141;g317538e0ecf_0_362"/>
          <p:cNvSpPr>
            <a:spLocks noGrp="1"/>
          </p:cNvSpPr>
          <p:nvPr>
            <p:ph type="pic" idx="5"/>
          </p:nvPr>
        </p:nvSpPr>
        <p:spPr>
          <a:xfrm>
            <a:off x="581190" y="5671142"/>
            <a:ext cx="914400" cy="9144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42"/>
        <p:cNvGrpSpPr/>
        <p:nvPr/>
      </p:nvGrpSpPr>
      <p:grpSpPr>
        <a:xfrm>
          <a:off x="0" y="0"/>
          <a:ext cx="0" cy="0"/>
          <a:chOff x="0" y="0"/>
          <a:chExt cx="0" cy="0"/>
        </a:xfrm>
      </p:grpSpPr>
      <p:sp>
        <p:nvSpPr>
          <p:cNvPr id="143" name="Google Shape;143;g317538e0ecf_0_372"/>
          <p:cNvSpPr txBox="1">
            <a:spLocks noGrp="1"/>
          </p:cNvSpPr>
          <p:nvPr>
            <p:ph type="sldNum" idx="12"/>
          </p:nvPr>
        </p:nvSpPr>
        <p:spPr>
          <a:xfrm>
            <a:off x="10558298" y="5951811"/>
            <a:ext cx="14703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44" name="Google Shape;144;g317538e0ecf_0_372"/>
          <p:cNvSpPr/>
          <p:nvPr/>
        </p:nvSpPr>
        <p:spPr>
          <a:xfrm>
            <a:off x="440683" y="606554"/>
            <a:ext cx="11300100" cy="1258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5" name="Google Shape;145;g317538e0ecf_0_372"/>
          <p:cNvSpPr txBox="1"/>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marR="0" lvl="0" indent="0" algn="l" rtl="0">
              <a:lnSpc>
                <a:spcPct val="100000"/>
              </a:lnSpc>
              <a:spcBef>
                <a:spcPts val="0"/>
              </a:spcBef>
              <a:spcAft>
                <a:spcPts val="0"/>
              </a:spcAft>
              <a:buClr>
                <a:schemeClr val="lt1"/>
              </a:buClr>
              <a:buSzPts val="3200"/>
              <a:buFont typeface="Gill Sans"/>
              <a:buNone/>
            </a:pPr>
            <a:r>
              <a:rPr lang="en-US" sz="3200" b="0" i="0" u="none" strike="noStrike" cap="none">
                <a:solidFill>
                  <a:schemeClr val="lt1"/>
                </a:solidFill>
                <a:latin typeface="Gill Sans"/>
                <a:ea typeface="Gill Sans"/>
                <a:cs typeface="Gill Sans"/>
                <a:sym typeface="Gill Sans"/>
              </a:rPr>
              <a:t>CLICK TO EDIT MASTER TITLE STYLE</a:t>
            </a: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46"/>
        <p:cNvGrpSpPr/>
        <p:nvPr/>
      </p:nvGrpSpPr>
      <p:grpSpPr>
        <a:xfrm>
          <a:off x="0" y="0"/>
          <a:ext cx="0" cy="0"/>
          <a:chOff x="0" y="0"/>
          <a:chExt cx="0" cy="0"/>
        </a:xfrm>
      </p:grpSpPr>
      <p:sp>
        <p:nvSpPr>
          <p:cNvPr id="147" name="Google Shape;147;g317538e0ecf_0_376"/>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1pPr>
            <a:lvl2pPr marR="0" lvl="1"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148" name="Google Shape;148;g317538e0ecf_0_376"/>
          <p:cNvSpPr txBox="1">
            <a:spLocks noGrp="1"/>
          </p:cNvSpPr>
          <p:nvPr>
            <p:ph type="sldNum" idx="12"/>
          </p:nvPr>
        </p:nvSpPr>
        <p:spPr>
          <a:xfrm>
            <a:off x="10558299" y="5956137"/>
            <a:ext cx="14370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49" name="Google Shape;149;g317538e0ecf_0_376"/>
          <p:cNvSpPr>
            <a:spLocks noGrp="1"/>
          </p:cNvSpPr>
          <p:nvPr>
            <p:ph type="pic" idx="2"/>
          </p:nvPr>
        </p:nvSpPr>
        <p:spPr>
          <a:xfrm>
            <a:off x="581192" y="5498937"/>
            <a:ext cx="914400" cy="9144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50"/>
        <p:cNvGrpSpPr/>
        <p:nvPr/>
      </p:nvGrpSpPr>
      <p:grpSpPr>
        <a:xfrm>
          <a:off x="0" y="0"/>
          <a:ext cx="0" cy="0"/>
          <a:chOff x="0" y="0"/>
          <a:chExt cx="0" cy="0"/>
        </a:xfrm>
      </p:grpSpPr>
      <p:sp>
        <p:nvSpPr>
          <p:cNvPr id="151" name="Google Shape;151;g317538e0ecf_0_380"/>
          <p:cNvSpPr/>
          <p:nvPr/>
        </p:nvSpPr>
        <p:spPr>
          <a:xfrm>
            <a:off x="447817" y="5141973"/>
            <a:ext cx="11298300" cy="12747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52" name="Google Shape;152;g317538e0ecf_0_380"/>
          <p:cNvSpPr txBox="1">
            <a:spLocks noGrp="1"/>
          </p:cNvSpPr>
          <p:nvPr>
            <p:ph type="title"/>
          </p:nvPr>
        </p:nvSpPr>
        <p:spPr>
          <a:xfrm>
            <a:off x="581192" y="5262296"/>
            <a:ext cx="4909500" cy="6894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g317538e0ecf_0_380"/>
          <p:cNvSpPr txBox="1">
            <a:spLocks noGrp="1"/>
          </p:cNvSpPr>
          <p:nvPr>
            <p:ph type="body" idx="1"/>
          </p:nvPr>
        </p:nvSpPr>
        <p:spPr>
          <a:xfrm>
            <a:off x="447816" y="601200"/>
            <a:ext cx="11292900" cy="4204800"/>
          </a:xfrm>
          <a:prstGeom prst="rect">
            <a:avLst/>
          </a:prstGeom>
          <a:noFill/>
          <a:ln>
            <a:noFill/>
          </a:ln>
        </p:spPr>
        <p:txBody>
          <a:bodyPr spcFirstLastPara="1" wrap="square" lIns="91425" tIns="45700" rIns="91425" bIns="45700" anchor="t" anchorCtr="0">
            <a:normAutofit/>
          </a:bodyPr>
          <a:lstStyle>
            <a:lvl1pPr marL="457200" lvl="0" indent="-368808" algn="l">
              <a:lnSpc>
                <a:spcPct val="100000"/>
              </a:lnSpc>
              <a:spcBef>
                <a:spcPts val="480"/>
              </a:spcBef>
              <a:spcAft>
                <a:spcPts val="0"/>
              </a:spcAft>
              <a:buSzPts val="2208"/>
              <a:buChar char="◼"/>
              <a:defRPr sz="2400">
                <a:solidFill>
                  <a:schemeClr val="dk2"/>
                </a:solidFill>
              </a:defRPr>
            </a:lvl1pPr>
            <a:lvl2pPr marL="914400" lvl="1" indent="-345440" algn="l">
              <a:lnSpc>
                <a:spcPct val="100000"/>
              </a:lnSpc>
              <a:spcBef>
                <a:spcPts val="600"/>
              </a:spcBef>
              <a:spcAft>
                <a:spcPts val="0"/>
              </a:spcAft>
              <a:buSzPts val="1840"/>
              <a:buChar char="◼"/>
              <a:defRPr sz="2000">
                <a:solidFill>
                  <a:schemeClr val="dk2"/>
                </a:solidFill>
              </a:defRPr>
            </a:lvl2pPr>
            <a:lvl3pPr marL="1371600" lvl="2" indent="-333756" algn="l">
              <a:lnSpc>
                <a:spcPct val="100000"/>
              </a:lnSpc>
              <a:spcBef>
                <a:spcPts val="600"/>
              </a:spcBef>
              <a:spcAft>
                <a:spcPts val="0"/>
              </a:spcAft>
              <a:buSzPts val="1656"/>
              <a:buChar char="◼"/>
              <a:defRPr sz="1800">
                <a:solidFill>
                  <a:schemeClr val="dk2"/>
                </a:solidFill>
              </a:defRPr>
            </a:lvl3pPr>
            <a:lvl4pPr marL="1828800" lvl="3" indent="-322072" algn="l">
              <a:lnSpc>
                <a:spcPct val="100000"/>
              </a:lnSpc>
              <a:spcBef>
                <a:spcPts val="600"/>
              </a:spcBef>
              <a:spcAft>
                <a:spcPts val="0"/>
              </a:spcAft>
              <a:buSzPts val="1472"/>
              <a:buChar char="◼"/>
              <a:defRPr sz="1600">
                <a:solidFill>
                  <a:schemeClr val="dk2"/>
                </a:solidFill>
              </a:defRPr>
            </a:lvl4pPr>
            <a:lvl5pPr marL="2286000" lvl="4" indent="-322072" algn="l">
              <a:lnSpc>
                <a:spcPct val="100000"/>
              </a:lnSpc>
              <a:spcBef>
                <a:spcPts val="600"/>
              </a:spcBef>
              <a:spcAft>
                <a:spcPts val="0"/>
              </a:spcAft>
              <a:buSzPts val="1472"/>
              <a:buChar char="◼"/>
              <a:defRPr sz="16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154" name="Google Shape;154;g317538e0ecf_0_380"/>
          <p:cNvSpPr txBox="1">
            <a:spLocks noGrp="1"/>
          </p:cNvSpPr>
          <p:nvPr>
            <p:ph type="body" idx="2"/>
          </p:nvPr>
        </p:nvSpPr>
        <p:spPr>
          <a:xfrm>
            <a:off x="5740823" y="5262296"/>
            <a:ext cx="5870100" cy="689400"/>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320"/>
              </a:spcBef>
              <a:spcAft>
                <a:spcPts val="0"/>
              </a:spcAft>
              <a:buSzPts val="1472"/>
              <a:buNone/>
              <a:defRPr sz="16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155" name="Google Shape;155;g317538e0ecf_0_380"/>
          <p:cNvSpPr txBox="1">
            <a:spLocks noGrp="1"/>
          </p:cNvSpPr>
          <p:nvPr>
            <p:ph type="dt" idx="10"/>
          </p:nvPr>
        </p:nvSpPr>
        <p:spPr>
          <a:xfrm>
            <a:off x="7605952" y="5956137"/>
            <a:ext cx="23277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2D58AC"/>
              </a:buClr>
              <a:buSzPts val="1400"/>
              <a:buFont typeface="Gill Sans"/>
              <a:buNone/>
              <a:defRPr sz="1800" b="0" i="0" u="none" strike="noStrike" cap="none">
                <a:solidFill>
                  <a:srgbClr val="2D58AC"/>
                </a:solidFill>
                <a:latin typeface="Gill Sans"/>
                <a:ea typeface="Gill Sans"/>
                <a:cs typeface="Gill Sans"/>
                <a:sym typeface="Gill Sans"/>
              </a:defRPr>
            </a:lvl1pPr>
            <a:lvl2pPr marR="0" lvl="1"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156" name="Google Shape;156;g317538e0ecf_0_380"/>
          <p:cNvSpPr txBox="1">
            <a:spLocks noGrp="1"/>
          </p:cNvSpPr>
          <p:nvPr>
            <p:ph type="ftr" idx="11"/>
          </p:nvPr>
        </p:nvSpPr>
        <p:spPr>
          <a:xfrm>
            <a:off x="581192" y="5951811"/>
            <a:ext cx="69171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2D58AC"/>
              </a:buClr>
              <a:buSzPts val="1400"/>
              <a:buFont typeface="Gill Sans"/>
              <a:buNone/>
              <a:defRPr sz="1800" b="0" i="0" u="none" strike="noStrike" cap="none">
                <a:solidFill>
                  <a:srgbClr val="2D58AC"/>
                </a:solidFill>
                <a:latin typeface="Gill Sans"/>
                <a:ea typeface="Gill Sans"/>
                <a:cs typeface="Gill Sans"/>
                <a:sym typeface="Gill Sans"/>
              </a:defRPr>
            </a:lvl1pPr>
            <a:lvl2pPr marR="0" lvl="1"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157" name="Google Shape;157;g317538e0ecf_0_380"/>
          <p:cNvSpPr txBox="1">
            <a:spLocks noGrp="1"/>
          </p:cNvSpPr>
          <p:nvPr>
            <p:ph type="sldNum" idx="12"/>
          </p:nvPr>
        </p:nvSpPr>
        <p:spPr>
          <a:xfrm>
            <a:off x="10124903" y="5956137"/>
            <a:ext cx="1485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pic>
        <p:nvPicPr>
          <p:cNvPr id="158" name="Google Shape;158;g317538e0ecf_0_380"/>
          <p:cNvPicPr preferRelativeResize="0"/>
          <p:nvPr/>
        </p:nvPicPr>
        <p:blipFill rotWithShape="1">
          <a:blip r:embed="rId2">
            <a:alphaModFix/>
          </a:blip>
          <a:srcRect/>
          <a:stretch/>
        </p:blipFill>
        <p:spPr>
          <a:xfrm>
            <a:off x="10661191" y="5977471"/>
            <a:ext cx="413332" cy="348117"/>
          </a:xfrm>
          <a:prstGeom prst="rect">
            <a:avLst/>
          </a:prstGeom>
          <a:noFill/>
          <a:ln>
            <a:noFill/>
          </a:ln>
        </p:spPr>
      </p:pic>
      <p:sp>
        <p:nvSpPr>
          <p:cNvPr id="159" name="Google Shape;159;g317538e0ecf_0_380"/>
          <p:cNvSpPr>
            <a:spLocks noGrp="1"/>
          </p:cNvSpPr>
          <p:nvPr>
            <p:ph type="pic" idx="3"/>
          </p:nvPr>
        </p:nvSpPr>
        <p:spPr>
          <a:xfrm>
            <a:off x="581190" y="5671142"/>
            <a:ext cx="914400" cy="9144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60"/>
        <p:cNvGrpSpPr/>
        <p:nvPr/>
      </p:nvGrpSpPr>
      <p:grpSpPr>
        <a:xfrm>
          <a:off x="0" y="0"/>
          <a:ext cx="0" cy="0"/>
          <a:chOff x="0" y="0"/>
          <a:chExt cx="0" cy="0"/>
        </a:xfrm>
      </p:grpSpPr>
      <p:sp>
        <p:nvSpPr>
          <p:cNvPr id="161" name="Google Shape;161;g317538e0ecf_0_390"/>
          <p:cNvSpPr txBox="1">
            <a:spLocks noGrp="1"/>
          </p:cNvSpPr>
          <p:nvPr>
            <p:ph type="title"/>
          </p:nvPr>
        </p:nvSpPr>
        <p:spPr>
          <a:xfrm>
            <a:off x="581193" y="4693389"/>
            <a:ext cx="11029500" cy="5667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g317538e0ecf_0_390"/>
          <p:cNvSpPr>
            <a:spLocks noGrp="1"/>
          </p:cNvSpPr>
          <p:nvPr>
            <p:ph type="pic" idx="2"/>
          </p:nvPr>
        </p:nvSpPr>
        <p:spPr>
          <a:xfrm>
            <a:off x="447817" y="599725"/>
            <a:ext cx="11290800" cy="3557400"/>
          </a:xfrm>
          <a:prstGeom prst="rect">
            <a:avLst/>
          </a:prstGeom>
          <a:noFill/>
          <a:ln>
            <a:noFill/>
          </a:ln>
        </p:spPr>
      </p:sp>
      <p:sp>
        <p:nvSpPr>
          <p:cNvPr id="163" name="Google Shape;163;g317538e0ecf_0_390"/>
          <p:cNvSpPr txBox="1">
            <a:spLocks noGrp="1"/>
          </p:cNvSpPr>
          <p:nvPr>
            <p:ph type="body" idx="1"/>
          </p:nvPr>
        </p:nvSpPr>
        <p:spPr>
          <a:xfrm>
            <a:off x="581192" y="5260127"/>
            <a:ext cx="11029500" cy="5988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320"/>
              </a:spcBef>
              <a:spcAft>
                <a:spcPts val="0"/>
              </a:spcAft>
              <a:buSzPts val="1472"/>
              <a:buNone/>
              <a:defRPr sz="16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164" name="Google Shape;164;g317538e0ecf_0_390"/>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1pPr>
            <a:lvl2pPr marR="0" lvl="1"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165" name="Google Shape;165;g317538e0ecf_0_390"/>
          <p:cNvSpPr txBox="1">
            <a:spLocks noGrp="1"/>
          </p:cNvSpPr>
          <p:nvPr>
            <p:ph type="sldNum" idx="12"/>
          </p:nvPr>
        </p:nvSpPr>
        <p:spPr>
          <a:xfrm>
            <a:off x="10558300" y="5956137"/>
            <a:ext cx="14703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66" name="Google Shape;166;g317538e0ecf_0_390"/>
          <p:cNvSpPr>
            <a:spLocks noGrp="1"/>
          </p:cNvSpPr>
          <p:nvPr>
            <p:ph type="pic" idx="3"/>
          </p:nvPr>
        </p:nvSpPr>
        <p:spPr>
          <a:xfrm>
            <a:off x="581190" y="5681499"/>
            <a:ext cx="914400" cy="9144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7"/>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6"/>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77"/>
        <p:cNvGrpSpPr/>
        <p:nvPr/>
      </p:nvGrpSpPr>
      <p:grpSpPr>
        <a:xfrm>
          <a:off x="0" y="0"/>
          <a:ext cx="0" cy="0"/>
          <a:chOff x="0" y="0"/>
          <a:chExt cx="0" cy="0"/>
        </a:xfrm>
      </p:grpSpPr>
      <p:sp>
        <p:nvSpPr>
          <p:cNvPr id="178" name="Google Shape;178;g3ba5273548b_12_114"/>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1pPr>
            <a:lvl2pPr marR="0" lvl="1"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179" name="Google Shape;179;g3ba5273548b_12_114"/>
          <p:cNvSpPr txBox="1">
            <a:spLocks noGrp="1"/>
          </p:cNvSpPr>
          <p:nvPr>
            <p:ph type="sldNum" idx="12"/>
          </p:nvPr>
        </p:nvSpPr>
        <p:spPr>
          <a:xfrm>
            <a:off x="10558300" y="5956137"/>
            <a:ext cx="14868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80" name="Google Shape;180;g3ba5273548b_12_114"/>
          <p:cNvSpPr/>
          <p:nvPr/>
        </p:nvSpPr>
        <p:spPr>
          <a:xfrm>
            <a:off x="440683" y="606554"/>
            <a:ext cx="11300100" cy="1258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1" name="Google Shape;181;g3ba5273548b_12_114"/>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Gill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2" name="Google Shape;182;g3ba5273548b_12_114"/>
          <p:cNvSpPr>
            <a:spLocks noGrp="1"/>
          </p:cNvSpPr>
          <p:nvPr>
            <p:ph type="pic" idx="2"/>
          </p:nvPr>
        </p:nvSpPr>
        <p:spPr>
          <a:xfrm>
            <a:off x="581190" y="5671142"/>
            <a:ext cx="914400" cy="9144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83"/>
        <p:cNvGrpSpPr/>
        <p:nvPr/>
      </p:nvGrpSpPr>
      <p:grpSpPr>
        <a:xfrm>
          <a:off x="0" y="0"/>
          <a:ext cx="0" cy="0"/>
          <a:chOff x="0" y="0"/>
          <a:chExt cx="0" cy="0"/>
        </a:xfrm>
      </p:grpSpPr>
      <p:sp>
        <p:nvSpPr>
          <p:cNvPr id="184" name="Google Shape;184;g3ba5273548b_12_120"/>
          <p:cNvSpPr/>
          <p:nvPr/>
        </p:nvSpPr>
        <p:spPr>
          <a:xfrm>
            <a:off x="446534" y="3085765"/>
            <a:ext cx="11262900"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85" name="Google Shape;185;g3ba5273548b_12_120"/>
          <p:cNvSpPr txBox="1">
            <a:spLocks noGrp="1"/>
          </p:cNvSpPr>
          <p:nvPr>
            <p:ph type="ctrTitle"/>
          </p:nvPr>
        </p:nvSpPr>
        <p:spPr>
          <a:xfrm>
            <a:off x="581191" y="1020431"/>
            <a:ext cx="10993500" cy="14751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6" name="Google Shape;186;g3ba5273548b_12_120"/>
          <p:cNvSpPr txBox="1">
            <a:spLocks noGrp="1"/>
          </p:cNvSpPr>
          <p:nvPr>
            <p:ph type="subTitle" idx="1"/>
          </p:nvPr>
        </p:nvSpPr>
        <p:spPr>
          <a:xfrm>
            <a:off x="581194" y="2495445"/>
            <a:ext cx="10993500" cy="5904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60"/>
              </a:spcBef>
              <a:spcAft>
                <a:spcPts val="0"/>
              </a:spcAft>
              <a:buSzPts val="1656"/>
              <a:buNone/>
              <a:defRPr sz="1800" cap="none">
                <a:solidFill>
                  <a:schemeClr val="accent2"/>
                </a:solidFill>
              </a:defRPr>
            </a:lvl1pPr>
            <a:lvl2pPr lvl="1" algn="ctr">
              <a:lnSpc>
                <a:spcPct val="100000"/>
              </a:lnSpc>
              <a:spcBef>
                <a:spcPts val="600"/>
              </a:spcBef>
              <a:spcAft>
                <a:spcPts val="0"/>
              </a:spcAft>
              <a:buSzPts val="1840"/>
              <a:buNone/>
              <a:defRPr>
                <a:solidFill>
                  <a:srgbClr val="888888"/>
                </a:solidFill>
              </a:defRPr>
            </a:lvl2pPr>
            <a:lvl3pPr lvl="2" algn="ctr">
              <a:lnSpc>
                <a:spcPct val="100000"/>
              </a:lnSpc>
              <a:spcBef>
                <a:spcPts val="600"/>
              </a:spcBef>
              <a:spcAft>
                <a:spcPts val="0"/>
              </a:spcAft>
              <a:buSzPts val="1656"/>
              <a:buNone/>
              <a:defRPr>
                <a:solidFill>
                  <a:srgbClr val="888888"/>
                </a:solidFill>
              </a:defRPr>
            </a:lvl3pPr>
            <a:lvl4pPr lvl="3" algn="ctr">
              <a:lnSpc>
                <a:spcPct val="100000"/>
              </a:lnSpc>
              <a:spcBef>
                <a:spcPts val="600"/>
              </a:spcBef>
              <a:spcAft>
                <a:spcPts val="0"/>
              </a:spcAft>
              <a:buSzPts val="1656"/>
              <a:buNone/>
              <a:defRPr>
                <a:solidFill>
                  <a:srgbClr val="888888"/>
                </a:solidFill>
              </a:defRPr>
            </a:lvl4pPr>
            <a:lvl5pPr lvl="4" algn="ctr">
              <a:lnSpc>
                <a:spcPct val="100000"/>
              </a:lnSpc>
              <a:spcBef>
                <a:spcPts val="600"/>
              </a:spcBef>
              <a:spcAft>
                <a:spcPts val="0"/>
              </a:spcAft>
              <a:buSzPts val="1656"/>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187" name="Google Shape;187;g3ba5273548b_12_120"/>
          <p:cNvSpPr txBox="1">
            <a:spLocks noGrp="1"/>
          </p:cNvSpPr>
          <p:nvPr>
            <p:ph type="dt" idx="10"/>
          </p:nvPr>
        </p:nvSpPr>
        <p:spPr>
          <a:xfrm>
            <a:off x="7605951" y="5956137"/>
            <a:ext cx="2460900" cy="3651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2D58AC"/>
              </a:buClr>
              <a:buSzPts val="1400"/>
              <a:buFont typeface="Gill Sans"/>
              <a:buNone/>
              <a:defRPr sz="1800" b="0" i="0" u="none" strike="noStrike" cap="none">
                <a:solidFill>
                  <a:srgbClr val="2D58AC"/>
                </a:solidFill>
                <a:latin typeface="Gill Sans"/>
                <a:ea typeface="Gill Sans"/>
                <a:cs typeface="Gill Sans"/>
                <a:sym typeface="Gill Sans"/>
              </a:defRPr>
            </a:lvl1pPr>
            <a:lvl2pPr marR="0" lvl="1"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188" name="Google Shape;188;g3ba5273548b_12_120"/>
          <p:cNvSpPr txBox="1">
            <a:spLocks noGrp="1"/>
          </p:cNvSpPr>
          <p:nvPr>
            <p:ph type="sldNum" idx="12"/>
          </p:nvPr>
        </p:nvSpPr>
        <p:spPr>
          <a:xfrm>
            <a:off x="10174778" y="5956137"/>
            <a:ext cx="14001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89" name="Google Shape;189;g3ba5273548b_12_120"/>
          <p:cNvSpPr>
            <a:spLocks noGrp="1"/>
          </p:cNvSpPr>
          <p:nvPr>
            <p:ph type="pic" idx="2"/>
          </p:nvPr>
        </p:nvSpPr>
        <p:spPr>
          <a:xfrm>
            <a:off x="446534" y="5681499"/>
            <a:ext cx="914400" cy="914400"/>
          </a:xfrm>
          <a:prstGeom prst="rect">
            <a:avLst/>
          </a:prstGeom>
          <a:no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90"/>
        <p:cNvGrpSpPr/>
        <p:nvPr/>
      </p:nvGrpSpPr>
      <p:grpSpPr>
        <a:xfrm>
          <a:off x="0" y="0"/>
          <a:ext cx="0" cy="0"/>
          <a:chOff x="0" y="0"/>
          <a:chExt cx="0" cy="0"/>
        </a:xfrm>
      </p:grpSpPr>
      <p:sp>
        <p:nvSpPr>
          <p:cNvPr id="191" name="Google Shape;191;g3ba5273548b_12_127"/>
          <p:cNvSpPr/>
          <p:nvPr/>
        </p:nvSpPr>
        <p:spPr>
          <a:xfrm>
            <a:off x="447817" y="5141974"/>
            <a:ext cx="11290800" cy="1258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92" name="Google Shape;192;g3ba5273548b_12_127"/>
          <p:cNvSpPr txBox="1">
            <a:spLocks noGrp="1"/>
          </p:cNvSpPr>
          <p:nvPr>
            <p:ph type="title"/>
          </p:nvPr>
        </p:nvSpPr>
        <p:spPr>
          <a:xfrm>
            <a:off x="581193" y="3043910"/>
            <a:ext cx="11029500" cy="14976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g3ba5273548b_12_127"/>
          <p:cNvSpPr txBox="1">
            <a:spLocks noGrp="1"/>
          </p:cNvSpPr>
          <p:nvPr>
            <p:ph type="body" idx="1"/>
          </p:nvPr>
        </p:nvSpPr>
        <p:spPr>
          <a:xfrm>
            <a:off x="581192" y="4541417"/>
            <a:ext cx="11029500" cy="6006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194" name="Google Shape;194;g3ba5273548b_12_127"/>
          <p:cNvSpPr txBox="1">
            <a:spLocks noGrp="1"/>
          </p:cNvSpPr>
          <p:nvPr>
            <p:ph type="dt" idx="10"/>
          </p:nvPr>
        </p:nvSpPr>
        <p:spPr>
          <a:xfrm>
            <a:off x="7605952" y="5956137"/>
            <a:ext cx="2377500" cy="3651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2D58AC"/>
              </a:buClr>
              <a:buSzPts val="1400"/>
              <a:buFont typeface="Gill Sans"/>
              <a:buNone/>
              <a:defRPr sz="1800" b="0" i="0" u="none" strike="noStrike" cap="none">
                <a:solidFill>
                  <a:srgbClr val="2D58AC"/>
                </a:solidFill>
                <a:latin typeface="Gill Sans"/>
                <a:ea typeface="Gill Sans"/>
                <a:cs typeface="Gill Sans"/>
                <a:sym typeface="Gill Sans"/>
              </a:defRPr>
            </a:lvl1pPr>
            <a:lvl2pPr marR="0" lvl="1"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195" name="Google Shape;195;g3ba5273548b_12_127"/>
          <p:cNvSpPr txBox="1">
            <a:spLocks noGrp="1"/>
          </p:cNvSpPr>
          <p:nvPr>
            <p:ph type="sldNum" idx="12"/>
          </p:nvPr>
        </p:nvSpPr>
        <p:spPr>
          <a:xfrm>
            <a:off x="10133216" y="5956137"/>
            <a:ext cx="14775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pic>
        <p:nvPicPr>
          <p:cNvPr id="196" name="Google Shape;196;g3ba5273548b_12_127"/>
          <p:cNvPicPr preferRelativeResize="0"/>
          <p:nvPr/>
        </p:nvPicPr>
        <p:blipFill rotWithShape="1">
          <a:blip r:embed="rId2">
            <a:alphaModFix/>
          </a:blip>
          <a:srcRect/>
          <a:stretch/>
        </p:blipFill>
        <p:spPr>
          <a:xfrm>
            <a:off x="10665346" y="5956136"/>
            <a:ext cx="413332" cy="348117"/>
          </a:xfrm>
          <a:prstGeom prst="rect">
            <a:avLst/>
          </a:prstGeom>
          <a:noFill/>
          <a:ln>
            <a:noFill/>
          </a:ln>
        </p:spPr>
      </p:pic>
      <p:sp>
        <p:nvSpPr>
          <p:cNvPr id="197" name="Google Shape;197;g3ba5273548b_12_127"/>
          <p:cNvSpPr>
            <a:spLocks noGrp="1"/>
          </p:cNvSpPr>
          <p:nvPr>
            <p:ph type="pic" idx="2"/>
          </p:nvPr>
        </p:nvSpPr>
        <p:spPr>
          <a:xfrm>
            <a:off x="446534" y="5681499"/>
            <a:ext cx="914400" cy="914400"/>
          </a:xfrm>
          <a:prstGeom prst="rect">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98"/>
        <p:cNvGrpSpPr/>
        <p:nvPr/>
      </p:nvGrpSpPr>
      <p:grpSpPr>
        <a:xfrm>
          <a:off x="0" y="0"/>
          <a:ext cx="0" cy="0"/>
          <a:chOff x="0" y="0"/>
          <a:chExt cx="0" cy="0"/>
        </a:xfrm>
      </p:grpSpPr>
      <p:sp>
        <p:nvSpPr>
          <p:cNvPr id="199" name="Google Shape;199;g3ba5273548b_12_135"/>
          <p:cNvSpPr/>
          <p:nvPr/>
        </p:nvSpPr>
        <p:spPr>
          <a:xfrm>
            <a:off x="440286" y="614407"/>
            <a:ext cx="11309400" cy="11892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0" name="Google Shape;200;g3ba5273548b_12_13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Gill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1" name="Google Shape;201;g3ba5273548b_12_135"/>
          <p:cNvSpPr txBox="1">
            <a:spLocks noGrp="1"/>
          </p:cNvSpPr>
          <p:nvPr>
            <p:ph type="body" idx="1"/>
          </p:nvPr>
        </p:nvSpPr>
        <p:spPr>
          <a:xfrm>
            <a:off x="581192" y="2180496"/>
            <a:ext cx="11029500" cy="3678300"/>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02" name="Google Shape;202;g3ba5273548b_12_135"/>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1pPr>
            <a:lvl2pPr marR="0" lvl="1"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203" name="Google Shape;203;g3ba5273548b_12_135"/>
          <p:cNvSpPr txBox="1">
            <a:spLocks noGrp="1"/>
          </p:cNvSpPr>
          <p:nvPr>
            <p:ph type="sldNum" idx="12"/>
          </p:nvPr>
        </p:nvSpPr>
        <p:spPr>
          <a:xfrm>
            <a:off x="10558300" y="5956137"/>
            <a:ext cx="146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204" name="Google Shape;204;g3ba5273548b_12_135"/>
          <p:cNvSpPr>
            <a:spLocks noGrp="1"/>
          </p:cNvSpPr>
          <p:nvPr>
            <p:ph type="pic" idx="2"/>
          </p:nvPr>
        </p:nvSpPr>
        <p:spPr>
          <a:xfrm>
            <a:off x="581192" y="5498937"/>
            <a:ext cx="914400" cy="914400"/>
          </a:xfrm>
          <a:prstGeom prst="rect">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05"/>
        <p:cNvGrpSpPr/>
        <p:nvPr/>
      </p:nvGrpSpPr>
      <p:grpSpPr>
        <a:xfrm>
          <a:off x="0" y="0"/>
          <a:ext cx="0" cy="0"/>
          <a:chOff x="0" y="0"/>
          <a:chExt cx="0" cy="0"/>
        </a:xfrm>
      </p:grpSpPr>
      <p:sp>
        <p:nvSpPr>
          <p:cNvPr id="206" name="Google Shape;206;g3ba5273548b_12_142"/>
          <p:cNvSpPr/>
          <p:nvPr/>
        </p:nvSpPr>
        <p:spPr>
          <a:xfrm>
            <a:off x="445982" y="606554"/>
            <a:ext cx="11300100" cy="1258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7" name="Google Shape;207;g3ba5273548b_12_142"/>
          <p:cNvSpPr txBox="1">
            <a:spLocks noGrp="1"/>
          </p:cNvSpPr>
          <p:nvPr>
            <p:ph type="title"/>
          </p:nvPr>
        </p:nvSpPr>
        <p:spPr>
          <a:xfrm>
            <a:off x="581193" y="729658"/>
            <a:ext cx="11029500" cy="988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Gill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8" name="Google Shape;208;g3ba5273548b_12_142"/>
          <p:cNvSpPr txBox="1">
            <a:spLocks noGrp="1"/>
          </p:cNvSpPr>
          <p:nvPr>
            <p:ph type="body" idx="1"/>
          </p:nvPr>
        </p:nvSpPr>
        <p:spPr>
          <a:xfrm>
            <a:off x="581193" y="2228003"/>
            <a:ext cx="5422500" cy="3633000"/>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09" name="Google Shape;209;g3ba5273548b_12_142"/>
          <p:cNvSpPr txBox="1">
            <a:spLocks noGrp="1"/>
          </p:cNvSpPr>
          <p:nvPr>
            <p:ph type="body" idx="2"/>
          </p:nvPr>
        </p:nvSpPr>
        <p:spPr>
          <a:xfrm>
            <a:off x="6188417" y="2228003"/>
            <a:ext cx="5422500" cy="3633000"/>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10" name="Google Shape;210;g3ba5273548b_12_142"/>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1pPr>
            <a:lvl2pPr marR="0" lvl="1"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211" name="Google Shape;211;g3ba5273548b_12_142"/>
          <p:cNvSpPr txBox="1">
            <a:spLocks noGrp="1"/>
          </p:cNvSpPr>
          <p:nvPr>
            <p:ph type="sldNum" idx="12"/>
          </p:nvPr>
        </p:nvSpPr>
        <p:spPr>
          <a:xfrm>
            <a:off x="10558299" y="5956137"/>
            <a:ext cx="14784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212" name="Google Shape;212;g3ba5273548b_12_142"/>
          <p:cNvSpPr>
            <a:spLocks noGrp="1"/>
          </p:cNvSpPr>
          <p:nvPr>
            <p:ph type="pic" idx="3"/>
          </p:nvPr>
        </p:nvSpPr>
        <p:spPr>
          <a:xfrm>
            <a:off x="581190" y="5671142"/>
            <a:ext cx="914400" cy="914400"/>
          </a:xfrm>
          <a:prstGeom prst="rect">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13"/>
        <p:cNvGrpSpPr/>
        <p:nvPr/>
      </p:nvGrpSpPr>
      <p:grpSpPr>
        <a:xfrm>
          <a:off x="0" y="0"/>
          <a:ext cx="0" cy="0"/>
          <a:chOff x="0" y="0"/>
          <a:chExt cx="0" cy="0"/>
        </a:xfrm>
      </p:grpSpPr>
      <p:sp>
        <p:nvSpPr>
          <p:cNvPr id="214" name="Google Shape;214;g3ba5273548b_12_150"/>
          <p:cNvSpPr/>
          <p:nvPr/>
        </p:nvSpPr>
        <p:spPr>
          <a:xfrm>
            <a:off x="445982" y="606554"/>
            <a:ext cx="11300100" cy="1258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215" name="Google Shape;215;g3ba5273548b_12_150"/>
          <p:cNvSpPr txBox="1">
            <a:spLocks noGrp="1"/>
          </p:cNvSpPr>
          <p:nvPr>
            <p:ph type="title"/>
          </p:nvPr>
        </p:nvSpPr>
        <p:spPr>
          <a:xfrm>
            <a:off x="581193" y="729658"/>
            <a:ext cx="11029500" cy="988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Gill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6" name="Google Shape;216;g3ba5273548b_12_150"/>
          <p:cNvSpPr txBox="1">
            <a:spLocks noGrp="1"/>
          </p:cNvSpPr>
          <p:nvPr>
            <p:ph type="body" idx="1"/>
          </p:nvPr>
        </p:nvSpPr>
        <p:spPr>
          <a:xfrm>
            <a:off x="581191" y="2250892"/>
            <a:ext cx="5393100" cy="5361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SzPts val="2208"/>
              <a:buNone/>
              <a:defRPr sz="24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217" name="Google Shape;217;g3ba5273548b_12_150"/>
          <p:cNvSpPr txBox="1">
            <a:spLocks noGrp="1"/>
          </p:cNvSpPr>
          <p:nvPr>
            <p:ph type="body" idx="2"/>
          </p:nvPr>
        </p:nvSpPr>
        <p:spPr>
          <a:xfrm>
            <a:off x="581194" y="2926052"/>
            <a:ext cx="5393100" cy="2934900"/>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18" name="Google Shape;218;g3ba5273548b_12_150"/>
          <p:cNvSpPr txBox="1">
            <a:spLocks noGrp="1"/>
          </p:cNvSpPr>
          <p:nvPr>
            <p:ph type="body" idx="3"/>
          </p:nvPr>
        </p:nvSpPr>
        <p:spPr>
          <a:xfrm>
            <a:off x="6217709" y="2250892"/>
            <a:ext cx="5393100" cy="553500"/>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80"/>
              </a:spcBef>
              <a:spcAft>
                <a:spcPts val="0"/>
              </a:spcAft>
              <a:buSzPts val="2208"/>
              <a:buNone/>
              <a:defRPr sz="24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219" name="Google Shape;219;g3ba5273548b_12_150"/>
          <p:cNvSpPr txBox="1">
            <a:spLocks noGrp="1"/>
          </p:cNvSpPr>
          <p:nvPr>
            <p:ph type="body" idx="4"/>
          </p:nvPr>
        </p:nvSpPr>
        <p:spPr>
          <a:xfrm>
            <a:off x="6217709" y="2926052"/>
            <a:ext cx="5393100" cy="2934900"/>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20" name="Google Shape;220;g3ba5273548b_12_150"/>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1pPr>
            <a:lvl2pPr marR="0" lvl="1"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221" name="Google Shape;221;g3ba5273548b_12_150"/>
          <p:cNvSpPr txBox="1">
            <a:spLocks noGrp="1"/>
          </p:cNvSpPr>
          <p:nvPr>
            <p:ph type="sldNum" idx="12"/>
          </p:nvPr>
        </p:nvSpPr>
        <p:spPr>
          <a:xfrm>
            <a:off x="10558300" y="5956137"/>
            <a:ext cx="146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g3ba5273548b_12_150"/>
          <p:cNvSpPr>
            <a:spLocks noGrp="1"/>
          </p:cNvSpPr>
          <p:nvPr>
            <p:ph type="pic" idx="5"/>
          </p:nvPr>
        </p:nvSpPr>
        <p:spPr>
          <a:xfrm>
            <a:off x="581190" y="5671142"/>
            <a:ext cx="914400" cy="914400"/>
          </a:xfrm>
          <a:prstGeom prst="rect">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223"/>
        <p:cNvGrpSpPr/>
        <p:nvPr/>
      </p:nvGrpSpPr>
      <p:grpSpPr>
        <a:xfrm>
          <a:off x="0" y="0"/>
          <a:ext cx="0" cy="0"/>
          <a:chOff x="0" y="0"/>
          <a:chExt cx="0" cy="0"/>
        </a:xfrm>
      </p:grpSpPr>
      <p:sp>
        <p:nvSpPr>
          <p:cNvPr id="224" name="Google Shape;224;g3ba5273548b_12_160"/>
          <p:cNvSpPr txBox="1">
            <a:spLocks noGrp="1"/>
          </p:cNvSpPr>
          <p:nvPr>
            <p:ph type="sldNum" idx="12"/>
          </p:nvPr>
        </p:nvSpPr>
        <p:spPr>
          <a:xfrm>
            <a:off x="10558298" y="5951811"/>
            <a:ext cx="14703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225" name="Google Shape;225;g3ba5273548b_12_160"/>
          <p:cNvSpPr/>
          <p:nvPr/>
        </p:nvSpPr>
        <p:spPr>
          <a:xfrm>
            <a:off x="440683" y="606554"/>
            <a:ext cx="11300100" cy="1258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226" name="Google Shape;226;g3ba5273548b_12_160"/>
          <p:cNvSpPr txBox="1"/>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marR="0" lvl="0" indent="0" algn="l" rtl="0">
              <a:lnSpc>
                <a:spcPct val="100000"/>
              </a:lnSpc>
              <a:spcBef>
                <a:spcPts val="0"/>
              </a:spcBef>
              <a:spcAft>
                <a:spcPts val="0"/>
              </a:spcAft>
              <a:buClr>
                <a:schemeClr val="lt1"/>
              </a:buClr>
              <a:buSzPts val="3200"/>
              <a:buFont typeface="Gill Sans"/>
              <a:buNone/>
            </a:pPr>
            <a:r>
              <a:rPr lang="en-US" sz="3200" b="0" i="0" u="none" strike="noStrike" cap="none">
                <a:solidFill>
                  <a:schemeClr val="lt1"/>
                </a:solidFill>
                <a:latin typeface="Gill Sans"/>
                <a:ea typeface="Gill Sans"/>
                <a:cs typeface="Gill Sans"/>
                <a:sym typeface="Gill Sans"/>
              </a:rPr>
              <a:t>CLICK TO EDIT MASTER TITLE STYLE</a:t>
            </a: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27"/>
        <p:cNvGrpSpPr/>
        <p:nvPr/>
      </p:nvGrpSpPr>
      <p:grpSpPr>
        <a:xfrm>
          <a:off x="0" y="0"/>
          <a:ext cx="0" cy="0"/>
          <a:chOff x="0" y="0"/>
          <a:chExt cx="0" cy="0"/>
        </a:xfrm>
      </p:grpSpPr>
      <p:sp>
        <p:nvSpPr>
          <p:cNvPr id="228" name="Google Shape;228;g3ba5273548b_12_164"/>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1pPr>
            <a:lvl2pPr marR="0" lvl="1"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229" name="Google Shape;229;g3ba5273548b_12_164"/>
          <p:cNvSpPr txBox="1">
            <a:spLocks noGrp="1"/>
          </p:cNvSpPr>
          <p:nvPr>
            <p:ph type="sldNum" idx="12"/>
          </p:nvPr>
        </p:nvSpPr>
        <p:spPr>
          <a:xfrm>
            <a:off x="10558299" y="5956137"/>
            <a:ext cx="14370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230" name="Google Shape;230;g3ba5273548b_12_164"/>
          <p:cNvSpPr>
            <a:spLocks noGrp="1"/>
          </p:cNvSpPr>
          <p:nvPr>
            <p:ph type="pic" idx="2"/>
          </p:nvPr>
        </p:nvSpPr>
        <p:spPr>
          <a:xfrm>
            <a:off x="581192" y="5498937"/>
            <a:ext cx="914400" cy="914400"/>
          </a:xfrm>
          <a:prstGeom prst="rect">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231"/>
        <p:cNvGrpSpPr/>
        <p:nvPr/>
      </p:nvGrpSpPr>
      <p:grpSpPr>
        <a:xfrm>
          <a:off x="0" y="0"/>
          <a:ext cx="0" cy="0"/>
          <a:chOff x="0" y="0"/>
          <a:chExt cx="0" cy="0"/>
        </a:xfrm>
      </p:grpSpPr>
      <p:sp>
        <p:nvSpPr>
          <p:cNvPr id="232" name="Google Shape;232;g3ba5273548b_12_168"/>
          <p:cNvSpPr/>
          <p:nvPr/>
        </p:nvSpPr>
        <p:spPr>
          <a:xfrm>
            <a:off x="447817" y="5141973"/>
            <a:ext cx="11298300" cy="12747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233" name="Google Shape;233;g3ba5273548b_12_168"/>
          <p:cNvSpPr txBox="1">
            <a:spLocks noGrp="1"/>
          </p:cNvSpPr>
          <p:nvPr>
            <p:ph type="title"/>
          </p:nvPr>
        </p:nvSpPr>
        <p:spPr>
          <a:xfrm>
            <a:off x="581192" y="5262296"/>
            <a:ext cx="4909500" cy="6894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4" name="Google Shape;234;g3ba5273548b_12_168"/>
          <p:cNvSpPr txBox="1">
            <a:spLocks noGrp="1"/>
          </p:cNvSpPr>
          <p:nvPr>
            <p:ph type="body" idx="1"/>
          </p:nvPr>
        </p:nvSpPr>
        <p:spPr>
          <a:xfrm>
            <a:off x="447816" y="601200"/>
            <a:ext cx="11292900" cy="4204800"/>
          </a:xfrm>
          <a:prstGeom prst="rect">
            <a:avLst/>
          </a:prstGeom>
          <a:noFill/>
          <a:ln>
            <a:noFill/>
          </a:ln>
        </p:spPr>
        <p:txBody>
          <a:bodyPr spcFirstLastPara="1" wrap="square" lIns="91425" tIns="45700" rIns="91425" bIns="45700" anchor="t" anchorCtr="0">
            <a:normAutofit/>
          </a:bodyPr>
          <a:lstStyle>
            <a:lvl1pPr marL="457200" lvl="0" indent="-368808" algn="l">
              <a:lnSpc>
                <a:spcPct val="100000"/>
              </a:lnSpc>
              <a:spcBef>
                <a:spcPts val="480"/>
              </a:spcBef>
              <a:spcAft>
                <a:spcPts val="0"/>
              </a:spcAft>
              <a:buSzPts val="2208"/>
              <a:buChar char="◼"/>
              <a:defRPr sz="2400">
                <a:solidFill>
                  <a:schemeClr val="dk2"/>
                </a:solidFill>
              </a:defRPr>
            </a:lvl1pPr>
            <a:lvl2pPr marL="914400" lvl="1" indent="-345440" algn="l">
              <a:lnSpc>
                <a:spcPct val="100000"/>
              </a:lnSpc>
              <a:spcBef>
                <a:spcPts val="600"/>
              </a:spcBef>
              <a:spcAft>
                <a:spcPts val="0"/>
              </a:spcAft>
              <a:buSzPts val="1840"/>
              <a:buChar char="◼"/>
              <a:defRPr sz="2000">
                <a:solidFill>
                  <a:schemeClr val="dk2"/>
                </a:solidFill>
              </a:defRPr>
            </a:lvl2pPr>
            <a:lvl3pPr marL="1371600" lvl="2" indent="-333756" algn="l">
              <a:lnSpc>
                <a:spcPct val="100000"/>
              </a:lnSpc>
              <a:spcBef>
                <a:spcPts val="600"/>
              </a:spcBef>
              <a:spcAft>
                <a:spcPts val="0"/>
              </a:spcAft>
              <a:buSzPts val="1656"/>
              <a:buChar char="◼"/>
              <a:defRPr sz="1800">
                <a:solidFill>
                  <a:schemeClr val="dk2"/>
                </a:solidFill>
              </a:defRPr>
            </a:lvl3pPr>
            <a:lvl4pPr marL="1828800" lvl="3" indent="-322072" algn="l">
              <a:lnSpc>
                <a:spcPct val="100000"/>
              </a:lnSpc>
              <a:spcBef>
                <a:spcPts val="600"/>
              </a:spcBef>
              <a:spcAft>
                <a:spcPts val="0"/>
              </a:spcAft>
              <a:buSzPts val="1472"/>
              <a:buChar char="◼"/>
              <a:defRPr sz="1600">
                <a:solidFill>
                  <a:schemeClr val="dk2"/>
                </a:solidFill>
              </a:defRPr>
            </a:lvl4pPr>
            <a:lvl5pPr marL="2286000" lvl="4" indent="-322072" algn="l">
              <a:lnSpc>
                <a:spcPct val="100000"/>
              </a:lnSpc>
              <a:spcBef>
                <a:spcPts val="600"/>
              </a:spcBef>
              <a:spcAft>
                <a:spcPts val="0"/>
              </a:spcAft>
              <a:buSzPts val="1472"/>
              <a:buChar char="◼"/>
              <a:defRPr sz="16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235" name="Google Shape;235;g3ba5273548b_12_168"/>
          <p:cNvSpPr txBox="1">
            <a:spLocks noGrp="1"/>
          </p:cNvSpPr>
          <p:nvPr>
            <p:ph type="body" idx="2"/>
          </p:nvPr>
        </p:nvSpPr>
        <p:spPr>
          <a:xfrm>
            <a:off x="5740823" y="5262296"/>
            <a:ext cx="5870100" cy="689400"/>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320"/>
              </a:spcBef>
              <a:spcAft>
                <a:spcPts val="0"/>
              </a:spcAft>
              <a:buSzPts val="1472"/>
              <a:buNone/>
              <a:defRPr sz="16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236" name="Google Shape;236;g3ba5273548b_12_168"/>
          <p:cNvSpPr txBox="1">
            <a:spLocks noGrp="1"/>
          </p:cNvSpPr>
          <p:nvPr>
            <p:ph type="dt" idx="10"/>
          </p:nvPr>
        </p:nvSpPr>
        <p:spPr>
          <a:xfrm>
            <a:off x="7605952" y="5956137"/>
            <a:ext cx="2327700" cy="3651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2D58AC"/>
              </a:buClr>
              <a:buSzPts val="1400"/>
              <a:buFont typeface="Gill Sans"/>
              <a:buNone/>
              <a:defRPr sz="1800" b="0" i="0" u="none" strike="noStrike" cap="none">
                <a:solidFill>
                  <a:srgbClr val="2D58AC"/>
                </a:solidFill>
                <a:latin typeface="Gill Sans"/>
                <a:ea typeface="Gill Sans"/>
                <a:cs typeface="Gill Sans"/>
                <a:sym typeface="Gill Sans"/>
              </a:defRPr>
            </a:lvl1pPr>
            <a:lvl2pPr marR="0" lvl="1"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237" name="Google Shape;237;g3ba5273548b_12_168"/>
          <p:cNvSpPr txBox="1">
            <a:spLocks noGrp="1"/>
          </p:cNvSpPr>
          <p:nvPr>
            <p:ph type="ftr" idx="11"/>
          </p:nvPr>
        </p:nvSpPr>
        <p:spPr>
          <a:xfrm>
            <a:off x="581192" y="5951811"/>
            <a:ext cx="6917100" cy="3651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rgbClr val="2D58AC"/>
              </a:buClr>
              <a:buSzPts val="1400"/>
              <a:buFont typeface="Gill Sans"/>
              <a:buNone/>
              <a:defRPr sz="1800" b="0" i="0" u="none" strike="noStrike" cap="none">
                <a:solidFill>
                  <a:srgbClr val="2D58AC"/>
                </a:solidFill>
                <a:latin typeface="Gill Sans"/>
                <a:ea typeface="Gill Sans"/>
                <a:cs typeface="Gill Sans"/>
                <a:sym typeface="Gill Sans"/>
              </a:defRPr>
            </a:lvl1pPr>
            <a:lvl2pPr marR="0" lvl="1"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238" name="Google Shape;238;g3ba5273548b_12_168"/>
          <p:cNvSpPr txBox="1">
            <a:spLocks noGrp="1"/>
          </p:cNvSpPr>
          <p:nvPr>
            <p:ph type="sldNum" idx="12"/>
          </p:nvPr>
        </p:nvSpPr>
        <p:spPr>
          <a:xfrm>
            <a:off x="10124903" y="5956137"/>
            <a:ext cx="1485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2D58AC"/>
              </a:buClr>
              <a:buSzPts val="1600"/>
              <a:buFont typeface="Gill Sans"/>
              <a:buNone/>
              <a:defRPr sz="16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pic>
        <p:nvPicPr>
          <p:cNvPr id="239" name="Google Shape;239;g3ba5273548b_12_168"/>
          <p:cNvPicPr preferRelativeResize="0"/>
          <p:nvPr/>
        </p:nvPicPr>
        <p:blipFill rotWithShape="1">
          <a:blip r:embed="rId2">
            <a:alphaModFix/>
          </a:blip>
          <a:srcRect/>
          <a:stretch/>
        </p:blipFill>
        <p:spPr>
          <a:xfrm>
            <a:off x="10661191" y="5977471"/>
            <a:ext cx="413332" cy="348117"/>
          </a:xfrm>
          <a:prstGeom prst="rect">
            <a:avLst/>
          </a:prstGeom>
          <a:noFill/>
          <a:ln>
            <a:noFill/>
          </a:ln>
        </p:spPr>
      </p:pic>
      <p:sp>
        <p:nvSpPr>
          <p:cNvPr id="240" name="Google Shape;240;g3ba5273548b_12_168"/>
          <p:cNvSpPr>
            <a:spLocks noGrp="1"/>
          </p:cNvSpPr>
          <p:nvPr>
            <p:ph type="pic" idx="3"/>
          </p:nvPr>
        </p:nvSpPr>
        <p:spPr>
          <a:xfrm>
            <a:off x="581190" y="5671142"/>
            <a:ext cx="914400" cy="9144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241"/>
        <p:cNvGrpSpPr/>
        <p:nvPr/>
      </p:nvGrpSpPr>
      <p:grpSpPr>
        <a:xfrm>
          <a:off x="0" y="0"/>
          <a:ext cx="0" cy="0"/>
          <a:chOff x="0" y="0"/>
          <a:chExt cx="0" cy="0"/>
        </a:xfrm>
      </p:grpSpPr>
      <p:sp>
        <p:nvSpPr>
          <p:cNvPr id="242" name="Google Shape;242;g3ba5273548b_12_178"/>
          <p:cNvSpPr txBox="1">
            <a:spLocks noGrp="1"/>
          </p:cNvSpPr>
          <p:nvPr>
            <p:ph type="title"/>
          </p:nvPr>
        </p:nvSpPr>
        <p:spPr>
          <a:xfrm>
            <a:off x="581193" y="4693389"/>
            <a:ext cx="11029500" cy="5667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3" name="Google Shape;243;g3ba5273548b_12_178"/>
          <p:cNvSpPr>
            <a:spLocks noGrp="1"/>
          </p:cNvSpPr>
          <p:nvPr>
            <p:ph type="pic" idx="2"/>
          </p:nvPr>
        </p:nvSpPr>
        <p:spPr>
          <a:xfrm>
            <a:off x="447817" y="599725"/>
            <a:ext cx="11290800" cy="3557400"/>
          </a:xfrm>
          <a:prstGeom prst="rect">
            <a:avLst/>
          </a:prstGeom>
          <a:noFill/>
          <a:ln>
            <a:noFill/>
          </a:ln>
        </p:spPr>
      </p:sp>
      <p:sp>
        <p:nvSpPr>
          <p:cNvPr id="244" name="Google Shape;244;g3ba5273548b_12_178"/>
          <p:cNvSpPr txBox="1">
            <a:spLocks noGrp="1"/>
          </p:cNvSpPr>
          <p:nvPr>
            <p:ph type="body" idx="1"/>
          </p:nvPr>
        </p:nvSpPr>
        <p:spPr>
          <a:xfrm>
            <a:off x="581192" y="5260127"/>
            <a:ext cx="11029500" cy="598800"/>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320"/>
              </a:spcBef>
              <a:spcAft>
                <a:spcPts val="0"/>
              </a:spcAft>
              <a:buSzPts val="1472"/>
              <a:buNone/>
              <a:defRPr sz="16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245" name="Google Shape;245;g3ba5273548b_12_178"/>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1pPr>
            <a:lvl2pPr marR="0" lvl="1"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2pPr>
            <a:lvl3pPr marR="0" lvl="2"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3pPr>
            <a:lvl4pPr marR="0" lvl="3"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4pPr>
            <a:lvl5pPr marR="0" lvl="4"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5pPr>
            <a:lvl6pPr marR="0" lvl="5"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6pPr>
            <a:lvl7pPr marR="0" lvl="6"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7pPr>
            <a:lvl8pPr marR="0" lvl="7"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8pPr>
            <a:lvl9pPr marR="0" lvl="8" algn="l">
              <a:lnSpc>
                <a:spcPct val="100000"/>
              </a:lnSpc>
              <a:spcBef>
                <a:spcPts val="0"/>
              </a:spcBef>
              <a:spcAft>
                <a:spcPts val="0"/>
              </a:spcAft>
              <a:buClr>
                <a:schemeClr val="dk1"/>
              </a:buClr>
              <a:buSzPts val="1400"/>
              <a:buFont typeface="Gill Sans"/>
              <a:buNone/>
              <a:defRPr sz="1800" b="0" i="0" u="none" strike="noStrike" cap="none">
                <a:solidFill>
                  <a:schemeClr val="dk1"/>
                </a:solidFill>
                <a:latin typeface="Gill Sans"/>
                <a:ea typeface="Gill Sans"/>
                <a:cs typeface="Gill Sans"/>
                <a:sym typeface="Gill Sans"/>
              </a:defRPr>
            </a:lvl9pPr>
          </a:lstStyle>
          <a:p>
            <a:endParaRPr/>
          </a:p>
        </p:txBody>
      </p:sp>
      <p:sp>
        <p:nvSpPr>
          <p:cNvPr id="246" name="Google Shape;246;g3ba5273548b_12_178"/>
          <p:cNvSpPr txBox="1">
            <a:spLocks noGrp="1"/>
          </p:cNvSpPr>
          <p:nvPr>
            <p:ph type="sldNum" idx="12"/>
          </p:nvPr>
        </p:nvSpPr>
        <p:spPr>
          <a:xfrm>
            <a:off x="10558300" y="5956137"/>
            <a:ext cx="14703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247" name="Google Shape;247;g3ba5273548b_12_178"/>
          <p:cNvSpPr>
            <a:spLocks noGrp="1"/>
          </p:cNvSpPr>
          <p:nvPr>
            <p:ph type="pic" idx="3"/>
          </p:nvPr>
        </p:nvSpPr>
        <p:spPr>
          <a:xfrm>
            <a:off x="581190" y="5681499"/>
            <a:ext cx="914400" cy="9144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56"/>
        <p:cNvGrpSpPr/>
        <p:nvPr/>
      </p:nvGrpSpPr>
      <p:grpSpPr>
        <a:xfrm>
          <a:off x="0" y="0"/>
          <a:ext cx="0" cy="0"/>
          <a:chOff x="0" y="0"/>
          <a:chExt cx="0" cy="0"/>
        </a:xfrm>
      </p:grpSpPr>
      <p:sp>
        <p:nvSpPr>
          <p:cNvPr id="257" name="Google Shape;257;g3ba64eb164b_0_147"/>
          <p:cNvSpPr/>
          <p:nvPr/>
        </p:nvSpPr>
        <p:spPr>
          <a:xfrm>
            <a:off x="446534" y="3085765"/>
            <a:ext cx="11262900" cy="3304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g3ba64eb164b_0_147"/>
          <p:cNvSpPr txBox="1">
            <a:spLocks noGrp="1"/>
          </p:cNvSpPr>
          <p:nvPr>
            <p:ph type="ctrTitle"/>
          </p:nvPr>
        </p:nvSpPr>
        <p:spPr>
          <a:xfrm>
            <a:off x="581191" y="1020431"/>
            <a:ext cx="10993500" cy="14751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3600"/>
              <a:buFont typeface="Gill Sans"/>
              <a:buNone/>
              <a:defRPr sz="36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9" name="Google Shape;259;g3ba64eb164b_0_147"/>
          <p:cNvSpPr txBox="1">
            <a:spLocks noGrp="1"/>
          </p:cNvSpPr>
          <p:nvPr>
            <p:ph type="subTitle" idx="1"/>
          </p:nvPr>
        </p:nvSpPr>
        <p:spPr>
          <a:xfrm>
            <a:off x="581194" y="2495445"/>
            <a:ext cx="10993500" cy="590400"/>
          </a:xfrm>
          <a:prstGeom prst="rect">
            <a:avLst/>
          </a:prstGeom>
          <a:noFill/>
          <a:ln>
            <a:noFill/>
          </a:ln>
        </p:spPr>
        <p:txBody>
          <a:bodyPr spcFirstLastPara="1" wrap="square" lIns="91425" tIns="45700" rIns="91425" bIns="45700" anchor="t" anchorCtr="0">
            <a:normAutofit/>
          </a:bodyPr>
          <a:lstStyle>
            <a:lvl1pPr lvl="0" algn="l">
              <a:spcBef>
                <a:spcPts val="360"/>
              </a:spcBef>
              <a:spcAft>
                <a:spcPts val="0"/>
              </a:spcAft>
              <a:buSzPts val="1656"/>
              <a:buNone/>
              <a:defRPr sz="1800" cap="none">
                <a:solidFill>
                  <a:schemeClr val="accent2"/>
                </a:solidFill>
              </a:defRPr>
            </a:lvl1pPr>
            <a:lvl2pPr lvl="1" algn="ctr">
              <a:spcBef>
                <a:spcPts val="600"/>
              </a:spcBef>
              <a:spcAft>
                <a:spcPts val="0"/>
              </a:spcAft>
              <a:buSzPts val="1840"/>
              <a:buNone/>
              <a:defRPr>
                <a:solidFill>
                  <a:srgbClr val="888888"/>
                </a:solidFill>
              </a:defRPr>
            </a:lvl2pPr>
            <a:lvl3pPr lvl="2" algn="ctr">
              <a:spcBef>
                <a:spcPts val="600"/>
              </a:spcBef>
              <a:spcAft>
                <a:spcPts val="0"/>
              </a:spcAft>
              <a:buSzPts val="1656"/>
              <a:buNone/>
              <a:defRPr>
                <a:solidFill>
                  <a:srgbClr val="888888"/>
                </a:solidFill>
              </a:defRPr>
            </a:lvl3pPr>
            <a:lvl4pPr lvl="3" algn="ctr">
              <a:spcBef>
                <a:spcPts val="600"/>
              </a:spcBef>
              <a:spcAft>
                <a:spcPts val="0"/>
              </a:spcAft>
              <a:buSzPts val="1656"/>
              <a:buNone/>
              <a:defRPr>
                <a:solidFill>
                  <a:srgbClr val="888888"/>
                </a:solidFill>
              </a:defRPr>
            </a:lvl4pPr>
            <a:lvl5pPr lvl="4" algn="ctr">
              <a:spcBef>
                <a:spcPts val="600"/>
              </a:spcBef>
              <a:spcAft>
                <a:spcPts val="0"/>
              </a:spcAft>
              <a:buSzPts val="1656"/>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a:endParaRPr/>
          </a:p>
        </p:txBody>
      </p:sp>
      <p:sp>
        <p:nvSpPr>
          <p:cNvPr id="260" name="Google Shape;260;g3ba64eb164b_0_147"/>
          <p:cNvSpPr txBox="1">
            <a:spLocks noGrp="1"/>
          </p:cNvSpPr>
          <p:nvPr>
            <p:ph type="dt" idx="10"/>
          </p:nvPr>
        </p:nvSpPr>
        <p:spPr>
          <a:xfrm>
            <a:off x="7605951" y="5956137"/>
            <a:ext cx="2460900" cy="365100"/>
          </a:xfrm>
          <a:prstGeom prst="rect">
            <a:avLst/>
          </a:prstGeom>
          <a:noFill/>
          <a:ln>
            <a:noFill/>
          </a:ln>
        </p:spPr>
        <p:txBody>
          <a:bodyPr spcFirstLastPara="1" wrap="square" lIns="91425" tIns="45700" rIns="91425" bIns="45700" anchor="t" anchorCtr="0">
            <a:noAutofit/>
          </a:bodyPr>
          <a:lstStyle>
            <a:lvl1pPr marR="0" lvl="0" algn="l">
              <a:spcBef>
                <a:spcPts val="0"/>
              </a:spcBef>
              <a:spcAft>
                <a:spcPts val="0"/>
              </a:spcAft>
              <a:buSzPts val="1400"/>
              <a:buNone/>
              <a:defRPr sz="1800" b="0" i="0" u="none" strike="noStrike" cap="none">
                <a:solidFill>
                  <a:srgbClr val="2D58AC"/>
                </a:solidFill>
                <a:latin typeface="Gill Sans"/>
                <a:ea typeface="Gill Sans"/>
                <a:cs typeface="Gill Sans"/>
                <a:sym typeface="Gill Sans"/>
              </a:defRPr>
            </a:lvl1pPr>
            <a:lvl2pPr marR="0" lvl="1"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261" name="Google Shape;261;g3ba64eb164b_0_147"/>
          <p:cNvSpPr txBox="1">
            <a:spLocks noGrp="1"/>
          </p:cNvSpPr>
          <p:nvPr>
            <p:ph type="sldNum" idx="12"/>
          </p:nvPr>
        </p:nvSpPr>
        <p:spPr>
          <a:xfrm>
            <a:off x="10174778" y="5956137"/>
            <a:ext cx="14001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600" b="0" i="0" u="none" strike="noStrike" cap="none">
                <a:solidFill>
                  <a:srgbClr val="2D58AC"/>
                </a:solidFill>
                <a:latin typeface="Gill Sans"/>
                <a:ea typeface="Gill Sans"/>
                <a:cs typeface="Gill Sans"/>
                <a:sym typeface="Gill Sans"/>
              </a:defRPr>
            </a:lvl1pPr>
            <a:lvl2pPr marL="0" lvl="1" indent="0" algn="r">
              <a:spcBef>
                <a:spcPts val="0"/>
              </a:spcBef>
              <a:buNone/>
              <a:defRPr sz="1600" b="0" i="0" u="none" strike="noStrike" cap="none">
                <a:solidFill>
                  <a:srgbClr val="2D58AC"/>
                </a:solidFill>
                <a:latin typeface="Gill Sans"/>
                <a:ea typeface="Gill Sans"/>
                <a:cs typeface="Gill Sans"/>
                <a:sym typeface="Gill Sans"/>
              </a:defRPr>
            </a:lvl2pPr>
            <a:lvl3pPr marL="0" lvl="2" indent="0" algn="r">
              <a:spcBef>
                <a:spcPts val="0"/>
              </a:spcBef>
              <a:buNone/>
              <a:defRPr sz="1600" b="0" i="0" u="none" strike="noStrike" cap="none">
                <a:solidFill>
                  <a:srgbClr val="2D58AC"/>
                </a:solidFill>
                <a:latin typeface="Gill Sans"/>
                <a:ea typeface="Gill Sans"/>
                <a:cs typeface="Gill Sans"/>
                <a:sym typeface="Gill Sans"/>
              </a:defRPr>
            </a:lvl3pPr>
            <a:lvl4pPr marL="0" lvl="3" indent="0" algn="r">
              <a:spcBef>
                <a:spcPts val="0"/>
              </a:spcBef>
              <a:buNone/>
              <a:defRPr sz="1600" b="0" i="0" u="none" strike="noStrike" cap="none">
                <a:solidFill>
                  <a:srgbClr val="2D58AC"/>
                </a:solidFill>
                <a:latin typeface="Gill Sans"/>
                <a:ea typeface="Gill Sans"/>
                <a:cs typeface="Gill Sans"/>
                <a:sym typeface="Gill Sans"/>
              </a:defRPr>
            </a:lvl4pPr>
            <a:lvl5pPr marL="0" lvl="4" indent="0" algn="r">
              <a:spcBef>
                <a:spcPts val="0"/>
              </a:spcBef>
              <a:buNone/>
              <a:defRPr sz="1600" b="0" i="0" u="none" strike="noStrike" cap="none">
                <a:solidFill>
                  <a:srgbClr val="2D58AC"/>
                </a:solidFill>
                <a:latin typeface="Gill Sans"/>
                <a:ea typeface="Gill Sans"/>
                <a:cs typeface="Gill Sans"/>
                <a:sym typeface="Gill Sans"/>
              </a:defRPr>
            </a:lvl5pPr>
            <a:lvl6pPr marL="0" lvl="5" indent="0" algn="r">
              <a:spcBef>
                <a:spcPts val="0"/>
              </a:spcBef>
              <a:buNone/>
              <a:defRPr sz="1600" b="0" i="0" u="none" strike="noStrike" cap="none">
                <a:solidFill>
                  <a:srgbClr val="2D58AC"/>
                </a:solidFill>
                <a:latin typeface="Gill Sans"/>
                <a:ea typeface="Gill Sans"/>
                <a:cs typeface="Gill Sans"/>
                <a:sym typeface="Gill Sans"/>
              </a:defRPr>
            </a:lvl6pPr>
            <a:lvl7pPr marL="0" lvl="6" indent="0" algn="r">
              <a:spcBef>
                <a:spcPts val="0"/>
              </a:spcBef>
              <a:buNone/>
              <a:defRPr sz="1600" b="0" i="0" u="none" strike="noStrike" cap="none">
                <a:solidFill>
                  <a:srgbClr val="2D58AC"/>
                </a:solidFill>
                <a:latin typeface="Gill Sans"/>
                <a:ea typeface="Gill Sans"/>
                <a:cs typeface="Gill Sans"/>
                <a:sym typeface="Gill Sans"/>
              </a:defRPr>
            </a:lvl7pPr>
            <a:lvl8pPr marL="0" lvl="7" indent="0" algn="r">
              <a:spcBef>
                <a:spcPts val="0"/>
              </a:spcBef>
              <a:buNone/>
              <a:defRPr sz="1600" b="0" i="0" u="none" strike="noStrike" cap="none">
                <a:solidFill>
                  <a:srgbClr val="2D58AC"/>
                </a:solidFill>
                <a:latin typeface="Gill Sans"/>
                <a:ea typeface="Gill Sans"/>
                <a:cs typeface="Gill Sans"/>
                <a:sym typeface="Gill Sans"/>
              </a:defRPr>
            </a:lvl8pPr>
            <a:lvl9pPr marL="0" lvl="8" indent="0" algn="r">
              <a:spcBef>
                <a:spcPts val="0"/>
              </a:spcBef>
              <a:buNone/>
              <a:defRPr sz="16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262" name="Google Shape;262;g3ba64eb164b_0_147"/>
          <p:cNvSpPr>
            <a:spLocks noGrp="1"/>
          </p:cNvSpPr>
          <p:nvPr>
            <p:ph type="pic" idx="2"/>
          </p:nvPr>
        </p:nvSpPr>
        <p:spPr>
          <a:xfrm>
            <a:off x="446534" y="5681499"/>
            <a:ext cx="914400" cy="914400"/>
          </a:xfrm>
          <a:prstGeom prst="rect">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63"/>
        <p:cNvGrpSpPr/>
        <p:nvPr/>
      </p:nvGrpSpPr>
      <p:grpSpPr>
        <a:xfrm>
          <a:off x="0" y="0"/>
          <a:ext cx="0" cy="0"/>
          <a:chOff x="0" y="0"/>
          <a:chExt cx="0" cy="0"/>
        </a:xfrm>
      </p:grpSpPr>
      <p:sp>
        <p:nvSpPr>
          <p:cNvPr id="264" name="Google Shape;264;g3ba64eb164b_0_154"/>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1pPr>
            <a:lvl2pPr marR="0" lvl="1"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265" name="Google Shape;265;g3ba64eb164b_0_154"/>
          <p:cNvSpPr txBox="1">
            <a:spLocks noGrp="1"/>
          </p:cNvSpPr>
          <p:nvPr>
            <p:ph type="sldNum" idx="12"/>
          </p:nvPr>
        </p:nvSpPr>
        <p:spPr>
          <a:xfrm>
            <a:off x="10558300" y="5956137"/>
            <a:ext cx="14868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600" b="0" i="0" u="none" strike="noStrike" cap="none">
                <a:solidFill>
                  <a:schemeClr val="accent2"/>
                </a:solidFill>
                <a:latin typeface="Gill Sans"/>
                <a:ea typeface="Gill Sans"/>
                <a:cs typeface="Gill Sans"/>
                <a:sym typeface="Gill Sans"/>
              </a:defRPr>
            </a:lvl1pPr>
            <a:lvl2pPr marL="0" lvl="1" indent="0" algn="r">
              <a:spcBef>
                <a:spcPts val="0"/>
              </a:spcBef>
              <a:buNone/>
              <a:defRPr sz="1600" b="0" i="0" u="none" strike="noStrike" cap="none">
                <a:solidFill>
                  <a:schemeClr val="accent2"/>
                </a:solidFill>
                <a:latin typeface="Gill Sans"/>
                <a:ea typeface="Gill Sans"/>
                <a:cs typeface="Gill Sans"/>
                <a:sym typeface="Gill Sans"/>
              </a:defRPr>
            </a:lvl2pPr>
            <a:lvl3pPr marL="0" lvl="2" indent="0" algn="r">
              <a:spcBef>
                <a:spcPts val="0"/>
              </a:spcBef>
              <a:buNone/>
              <a:defRPr sz="1600" b="0" i="0" u="none" strike="noStrike" cap="none">
                <a:solidFill>
                  <a:schemeClr val="accent2"/>
                </a:solidFill>
                <a:latin typeface="Gill Sans"/>
                <a:ea typeface="Gill Sans"/>
                <a:cs typeface="Gill Sans"/>
                <a:sym typeface="Gill Sans"/>
              </a:defRPr>
            </a:lvl3pPr>
            <a:lvl4pPr marL="0" lvl="3" indent="0" algn="r">
              <a:spcBef>
                <a:spcPts val="0"/>
              </a:spcBef>
              <a:buNone/>
              <a:defRPr sz="1600" b="0" i="0" u="none" strike="noStrike" cap="none">
                <a:solidFill>
                  <a:schemeClr val="accent2"/>
                </a:solidFill>
                <a:latin typeface="Gill Sans"/>
                <a:ea typeface="Gill Sans"/>
                <a:cs typeface="Gill Sans"/>
                <a:sym typeface="Gill Sans"/>
              </a:defRPr>
            </a:lvl4pPr>
            <a:lvl5pPr marL="0" lvl="4" indent="0" algn="r">
              <a:spcBef>
                <a:spcPts val="0"/>
              </a:spcBef>
              <a:buNone/>
              <a:defRPr sz="1600" b="0" i="0" u="none" strike="noStrike" cap="none">
                <a:solidFill>
                  <a:schemeClr val="accent2"/>
                </a:solidFill>
                <a:latin typeface="Gill Sans"/>
                <a:ea typeface="Gill Sans"/>
                <a:cs typeface="Gill Sans"/>
                <a:sym typeface="Gill Sans"/>
              </a:defRPr>
            </a:lvl5pPr>
            <a:lvl6pPr marL="0" lvl="5" indent="0" algn="r">
              <a:spcBef>
                <a:spcPts val="0"/>
              </a:spcBef>
              <a:buNone/>
              <a:defRPr sz="1600" b="0" i="0" u="none" strike="noStrike" cap="none">
                <a:solidFill>
                  <a:schemeClr val="accent2"/>
                </a:solidFill>
                <a:latin typeface="Gill Sans"/>
                <a:ea typeface="Gill Sans"/>
                <a:cs typeface="Gill Sans"/>
                <a:sym typeface="Gill Sans"/>
              </a:defRPr>
            </a:lvl6pPr>
            <a:lvl7pPr marL="0" lvl="6" indent="0" algn="r">
              <a:spcBef>
                <a:spcPts val="0"/>
              </a:spcBef>
              <a:buNone/>
              <a:defRPr sz="1600" b="0" i="0" u="none" strike="noStrike" cap="none">
                <a:solidFill>
                  <a:schemeClr val="accent2"/>
                </a:solidFill>
                <a:latin typeface="Gill Sans"/>
                <a:ea typeface="Gill Sans"/>
                <a:cs typeface="Gill Sans"/>
                <a:sym typeface="Gill Sans"/>
              </a:defRPr>
            </a:lvl7pPr>
            <a:lvl8pPr marL="0" lvl="7" indent="0" algn="r">
              <a:spcBef>
                <a:spcPts val="0"/>
              </a:spcBef>
              <a:buNone/>
              <a:defRPr sz="1600" b="0" i="0" u="none" strike="noStrike" cap="none">
                <a:solidFill>
                  <a:schemeClr val="accent2"/>
                </a:solidFill>
                <a:latin typeface="Gill Sans"/>
                <a:ea typeface="Gill Sans"/>
                <a:cs typeface="Gill Sans"/>
                <a:sym typeface="Gill Sans"/>
              </a:defRPr>
            </a:lvl8pPr>
            <a:lvl9pPr marL="0" lvl="8" indent="0" algn="r">
              <a:spcBef>
                <a:spcPts val="0"/>
              </a:spcBef>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266" name="Google Shape;266;g3ba64eb164b_0_154"/>
          <p:cNvSpPr/>
          <p:nvPr/>
        </p:nvSpPr>
        <p:spPr>
          <a:xfrm>
            <a:off x="440683" y="606554"/>
            <a:ext cx="11300100" cy="1258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g3ba64eb164b_0_154"/>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3200"/>
              <a:buFont typeface="Gill Sans"/>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8" name="Google Shape;268;g3ba64eb164b_0_154"/>
          <p:cNvSpPr>
            <a:spLocks noGrp="1"/>
          </p:cNvSpPr>
          <p:nvPr>
            <p:ph type="pic" idx="2"/>
          </p:nvPr>
        </p:nvSpPr>
        <p:spPr>
          <a:xfrm>
            <a:off x="581190" y="5671142"/>
            <a:ext cx="914400" cy="9144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69"/>
        <p:cNvGrpSpPr/>
        <p:nvPr/>
      </p:nvGrpSpPr>
      <p:grpSpPr>
        <a:xfrm>
          <a:off x="0" y="0"/>
          <a:ext cx="0" cy="0"/>
          <a:chOff x="0" y="0"/>
          <a:chExt cx="0" cy="0"/>
        </a:xfrm>
      </p:grpSpPr>
      <p:sp>
        <p:nvSpPr>
          <p:cNvPr id="270" name="Google Shape;270;g3ba64eb164b_0_160"/>
          <p:cNvSpPr/>
          <p:nvPr/>
        </p:nvSpPr>
        <p:spPr>
          <a:xfrm>
            <a:off x="447817" y="5141974"/>
            <a:ext cx="11290800" cy="1258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g3ba64eb164b_0_160"/>
          <p:cNvSpPr txBox="1">
            <a:spLocks noGrp="1"/>
          </p:cNvSpPr>
          <p:nvPr>
            <p:ph type="title"/>
          </p:nvPr>
        </p:nvSpPr>
        <p:spPr>
          <a:xfrm>
            <a:off x="581193" y="3043910"/>
            <a:ext cx="11029500" cy="1497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3600"/>
              <a:buFont typeface="Gill Sans"/>
              <a:buNone/>
              <a:defRPr sz="3600" b="0" cap="none">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2" name="Google Shape;272;g3ba64eb164b_0_160"/>
          <p:cNvSpPr txBox="1">
            <a:spLocks noGrp="1"/>
          </p:cNvSpPr>
          <p:nvPr>
            <p:ph type="body" idx="1"/>
          </p:nvPr>
        </p:nvSpPr>
        <p:spPr>
          <a:xfrm>
            <a:off x="581192" y="4541417"/>
            <a:ext cx="11029500" cy="6006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1656"/>
              <a:buNone/>
              <a:defRPr sz="1800" cap="none">
                <a:solidFill>
                  <a:schemeClr val="accent2"/>
                </a:solidFill>
              </a:defRPr>
            </a:lvl1pPr>
            <a:lvl2pPr marL="914400" lvl="1" indent="-228600" algn="l">
              <a:spcBef>
                <a:spcPts val="600"/>
              </a:spcBef>
              <a:spcAft>
                <a:spcPts val="0"/>
              </a:spcAft>
              <a:buSzPts val="1656"/>
              <a:buNone/>
              <a:defRPr sz="1800">
                <a:solidFill>
                  <a:srgbClr val="888888"/>
                </a:solidFill>
              </a:defRPr>
            </a:lvl2pPr>
            <a:lvl3pPr marL="1371600" lvl="2" indent="-228600" algn="l">
              <a:spcBef>
                <a:spcPts val="600"/>
              </a:spcBef>
              <a:spcAft>
                <a:spcPts val="0"/>
              </a:spcAft>
              <a:buSzPts val="1472"/>
              <a:buNone/>
              <a:defRPr sz="1600">
                <a:solidFill>
                  <a:srgbClr val="888888"/>
                </a:solidFill>
              </a:defRPr>
            </a:lvl3pPr>
            <a:lvl4pPr marL="1828800" lvl="3" indent="-228600" algn="l">
              <a:spcBef>
                <a:spcPts val="600"/>
              </a:spcBef>
              <a:spcAft>
                <a:spcPts val="0"/>
              </a:spcAft>
              <a:buSzPts val="1288"/>
              <a:buNone/>
              <a:defRPr sz="1400">
                <a:solidFill>
                  <a:srgbClr val="888888"/>
                </a:solidFill>
              </a:defRPr>
            </a:lvl4pPr>
            <a:lvl5pPr marL="2286000" lvl="4" indent="-228600" algn="l">
              <a:spcBef>
                <a:spcPts val="600"/>
              </a:spcBef>
              <a:spcAft>
                <a:spcPts val="0"/>
              </a:spcAft>
              <a:buSzPts val="1288"/>
              <a:buNone/>
              <a:defRPr sz="1400">
                <a:solidFill>
                  <a:srgbClr val="888888"/>
                </a:solidFill>
              </a:defRPr>
            </a:lvl5pPr>
            <a:lvl6pPr marL="2743200" lvl="5" indent="-228600" algn="l">
              <a:spcBef>
                <a:spcPts val="600"/>
              </a:spcBef>
              <a:spcAft>
                <a:spcPts val="0"/>
              </a:spcAft>
              <a:buSzPts val="1288"/>
              <a:buNone/>
              <a:defRPr sz="1400">
                <a:solidFill>
                  <a:srgbClr val="888888"/>
                </a:solidFill>
              </a:defRPr>
            </a:lvl6pPr>
            <a:lvl7pPr marL="3200400" lvl="6" indent="-228600" algn="l">
              <a:spcBef>
                <a:spcPts val="600"/>
              </a:spcBef>
              <a:spcAft>
                <a:spcPts val="0"/>
              </a:spcAft>
              <a:buSzPts val="1288"/>
              <a:buNone/>
              <a:defRPr sz="1400">
                <a:solidFill>
                  <a:srgbClr val="888888"/>
                </a:solidFill>
              </a:defRPr>
            </a:lvl7pPr>
            <a:lvl8pPr marL="3657600" lvl="7" indent="-228600" algn="l">
              <a:spcBef>
                <a:spcPts val="600"/>
              </a:spcBef>
              <a:spcAft>
                <a:spcPts val="0"/>
              </a:spcAft>
              <a:buSzPts val="1288"/>
              <a:buNone/>
              <a:defRPr sz="1400">
                <a:solidFill>
                  <a:srgbClr val="888888"/>
                </a:solidFill>
              </a:defRPr>
            </a:lvl8pPr>
            <a:lvl9pPr marL="4114800" lvl="8" indent="-228600" algn="l">
              <a:spcBef>
                <a:spcPts val="600"/>
              </a:spcBef>
              <a:spcAft>
                <a:spcPts val="600"/>
              </a:spcAft>
              <a:buSzPts val="1288"/>
              <a:buNone/>
              <a:defRPr sz="1400">
                <a:solidFill>
                  <a:srgbClr val="888888"/>
                </a:solidFill>
              </a:defRPr>
            </a:lvl9pPr>
          </a:lstStyle>
          <a:p>
            <a:endParaRPr/>
          </a:p>
        </p:txBody>
      </p:sp>
      <p:sp>
        <p:nvSpPr>
          <p:cNvPr id="273" name="Google Shape;273;g3ba64eb164b_0_160"/>
          <p:cNvSpPr txBox="1">
            <a:spLocks noGrp="1"/>
          </p:cNvSpPr>
          <p:nvPr>
            <p:ph type="dt" idx="10"/>
          </p:nvPr>
        </p:nvSpPr>
        <p:spPr>
          <a:xfrm>
            <a:off x="7605952" y="5956137"/>
            <a:ext cx="2377500" cy="365100"/>
          </a:xfrm>
          <a:prstGeom prst="rect">
            <a:avLst/>
          </a:prstGeom>
          <a:noFill/>
          <a:ln>
            <a:noFill/>
          </a:ln>
        </p:spPr>
        <p:txBody>
          <a:bodyPr spcFirstLastPara="1" wrap="square" lIns="91425" tIns="45700" rIns="91425" bIns="45700" anchor="t" anchorCtr="0">
            <a:noAutofit/>
          </a:bodyPr>
          <a:lstStyle>
            <a:lvl1pPr marR="0" lvl="0" algn="l">
              <a:spcBef>
                <a:spcPts val="0"/>
              </a:spcBef>
              <a:spcAft>
                <a:spcPts val="0"/>
              </a:spcAft>
              <a:buSzPts val="1400"/>
              <a:buNone/>
              <a:defRPr sz="1800" b="0" i="0" u="none" strike="noStrike" cap="none">
                <a:solidFill>
                  <a:srgbClr val="2D58AC"/>
                </a:solidFill>
                <a:latin typeface="Gill Sans"/>
                <a:ea typeface="Gill Sans"/>
                <a:cs typeface="Gill Sans"/>
                <a:sym typeface="Gill Sans"/>
              </a:defRPr>
            </a:lvl1pPr>
            <a:lvl2pPr marR="0" lvl="1"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274" name="Google Shape;274;g3ba64eb164b_0_160"/>
          <p:cNvSpPr txBox="1">
            <a:spLocks noGrp="1"/>
          </p:cNvSpPr>
          <p:nvPr>
            <p:ph type="sldNum" idx="12"/>
          </p:nvPr>
        </p:nvSpPr>
        <p:spPr>
          <a:xfrm>
            <a:off x="10133216" y="5956137"/>
            <a:ext cx="14775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600" b="0" i="0" u="none" strike="noStrike" cap="none">
                <a:solidFill>
                  <a:srgbClr val="2D58AC"/>
                </a:solidFill>
                <a:latin typeface="Gill Sans"/>
                <a:ea typeface="Gill Sans"/>
                <a:cs typeface="Gill Sans"/>
                <a:sym typeface="Gill Sans"/>
              </a:defRPr>
            </a:lvl1pPr>
            <a:lvl2pPr marL="0" lvl="1" indent="0" algn="r">
              <a:spcBef>
                <a:spcPts val="0"/>
              </a:spcBef>
              <a:buNone/>
              <a:defRPr sz="1600" b="0" i="0" u="none" strike="noStrike" cap="none">
                <a:solidFill>
                  <a:srgbClr val="2D58AC"/>
                </a:solidFill>
                <a:latin typeface="Gill Sans"/>
                <a:ea typeface="Gill Sans"/>
                <a:cs typeface="Gill Sans"/>
                <a:sym typeface="Gill Sans"/>
              </a:defRPr>
            </a:lvl2pPr>
            <a:lvl3pPr marL="0" lvl="2" indent="0" algn="r">
              <a:spcBef>
                <a:spcPts val="0"/>
              </a:spcBef>
              <a:buNone/>
              <a:defRPr sz="1600" b="0" i="0" u="none" strike="noStrike" cap="none">
                <a:solidFill>
                  <a:srgbClr val="2D58AC"/>
                </a:solidFill>
                <a:latin typeface="Gill Sans"/>
                <a:ea typeface="Gill Sans"/>
                <a:cs typeface="Gill Sans"/>
                <a:sym typeface="Gill Sans"/>
              </a:defRPr>
            </a:lvl3pPr>
            <a:lvl4pPr marL="0" lvl="3" indent="0" algn="r">
              <a:spcBef>
                <a:spcPts val="0"/>
              </a:spcBef>
              <a:buNone/>
              <a:defRPr sz="1600" b="0" i="0" u="none" strike="noStrike" cap="none">
                <a:solidFill>
                  <a:srgbClr val="2D58AC"/>
                </a:solidFill>
                <a:latin typeface="Gill Sans"/>
                <a:ea typeface="Gill Sans"/>
                <a:cs typeface="Gill Sans"/>
                <a:sym typeface="Gill Sans"/>
              </a:defRPr>
            </a:lvl4pPr>
            <a:lvl5pPr marL="0" lvl="4" indent="0" algn="r">
              <a:spcBef>
                <a:spcPts val="0"/>
              </a:spcBef>
              <a:buNone/>
              <a:defRPr sz="1600" b="0" i="0" u="none" strike="noStrike" cap="none">
                <a:solidFill>
                  <a:srgbClr val="2D58AC"/>
                </a:solidFill>
                <a:latin typeface="Gill Sans"/>
                <a:ea typeface="Gill Sans"/>
                <a:cs typeface="Gill Sans"/>
                <a:sym typeface="Gill Sans"/>
              </a:defRPr>
            </a:lvl5pPr>
            <a:lvl6pPr marL="0" lvl="5" indent="0" algn="r">
              <a:spcBef>
                <a:spcPts val="0"/>
              </a:spcBef>
              <a:buNone/>
              <a:defRPr sz="1600" b="0" i="0" u="none" strike="noStrike" cap="none">
                <a:solidFill>
                  <a:srgbClr val="2D58AC"/>
                </a:solidFill>
                <a:latin typeface="Gill Sans"/>
                <a:ea typeface="Gill Sans"/>
                <a:cs typeface="Gill Sans"/>
                <a:sym typeface="Gill Sans"/>
              </a:defRPr>
            </a:lvl6pPr>
            <a:lvl7pPr marL="0" lvl="6" indent="0" algn="r">
              <a:spcBef>
                <a:spcPts val="0"/>
              </a:spcBef>
              <a:buNone/>
              <a:defRPr sz="1600" b="0" i="0" u="none" strike="noStrike" cap="none">
                <a:solidFill>
                  <a:srgbClr val="2D58AC"/>
                </a:solidFill>
                <a:latin typeface="Gill Sans"/>
                <a:ea typeface="Gill Sans"/>
                <a:cs typeface="Gill Sans"/>
                <a:sym typeface="Gill Sans"/>
              </a:defRPr>
            </a:lvl7pPr>
            <a:lvl8pPr marL="0" lvl="7" indent="0" algn="r">
              <a:spcBef>
                <a:spcPts val="0"/>
              </a:spcBef>
              <a:buNone/>
              <a:defRPr sz="1600" b="0" i="0" u="none" strike="noStrike" cap="none">
                <a:solidFill>
                  <a:srgbClr val="2D58AC"/>
                </a:solidFill>
                <a:latin typeface="Gill Sans"/>
                <a:ea typeface="Gill Sans"/>
                <a:cs typeface="Gill Sans"/>
                <a:sym typeface="Gill Sans"/>
              </a:defRPr>
            </a:lvl8pPr>
            <a:lvl9pPr marL="0" lvl="8" indent="0" algn="r">
              <a:spcBef>
                <a:spcPts val="0"/>
              </a:spcBef>
              <a:buNone/>
              <a:defRPr sz="16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pic>
        <p:nvPicPr>
          <p:cNvPr id="275" name="Google Shape;275;g3ba64eb164b_0_160"/>
          <p:cNvPicPr preferRelativeResize="0"/>
          <p:nvPr/>
        </p:nvPicPr>
        <p:blipFill rotWithShape="1">
          <a:blip r:embed="rId2">
            <a:alphaModFix/>
          </a:blip>
          <a:srcRect/>
          <a:stretch/>
        </p:blipFill>
        <p:spPr>
          <a:xfrm>
            <a:off x="10665346" y="5956136"/>
            <a:ext cx="413332" cy="348117"/>
          </a:xfrm>
          <a:prstGeom prst="rect">
            <a:avLst/>
          </a:prstGeom>
          <a:noFill/>
          <a:ln>
            <a:noFill/>
          </a:ln>
        </p:spPr>
      </p:pic>
      <p:sp>
        <p:nvSpPr>
          <p:cNvPr id="276" name="Google Shape;276;g3ba64eb164b_0_160"/>
          <p:cNvSpPr>
            <a:spLocks noGrp="1"/>
          </p:cNvSpPr>
          <p:nvPr>
            <p:ph type="pic" idx="2"/>
          </p:nvPr>
        </p:nvSpPr>
        <p:spPr>
          <a:xfrm>
            <a:off x="446534" y="5681499"/>
            <a:ext cx="914400" cy="9144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77"/>
        <p:cNvGrpSpPr/>
        <p:nvPr/>
      </p:nvGrpSpPr>
      <p:grpSpPr>
        <a:xfrm>
          <a:off x="0" y="0"/>
          <a:ext cx="0" cy="0"/>
          <a:chOff x="0" y="0"/>
          <a:chExt cx="0" cy="0"/>
        </a:xfrm>
      </p:grpSpPr>
      <p:sp>
        <p:nvSpPr>
          <p:cNvPr id="278" name="Google Shape;278;g3ba64eb164b_0_168"/>
          <p:cNvSpPr/>
          <p:nvPr/>
        </p:nvSpPr>
        <p:spPr>
          <a:xfrm>
            <a:off x="440286" y="614407"/>
            <a:ext cx="11309400" cy="1189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g3ba64eb164b_0_168"/>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3200"/>
              <a:buFont typeface="Gill Sans"/>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0" name="Google Shape;280;g3ba64eb164b_0_168"/>
          <p:cNvSpPr txBox="1">
            <a:spLocks noGrp="1"/>
          </p:cNvSpPr>
          <p:nvPr>
            <p:ph type="body" idx="1"/>
          </p:nvPr>
        </p:nvSpPr>
        <p:spPr>
          <a:xfrm>
            <a:off x="581192" y="2180496"/>
            <a:ext cx="11029500" cy="3678300"/>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281" name="Google Shape;281;g3ba64eb164b_0_168"/>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1pPr>
            <a:lvl2pPr marR="0" lvl="1"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282" name="Google Shape;282;g3ba64eb164b_0_168"/>
          <p:cNvSpPr txBox="1">
            <a:spLocks noGrp="1"/>
          </p:cNvSpPr>
          <p:nvPr>
            <p:ph type="sldNum" idx="12"/>
          </p:nvPr>
        </p:nvSpPr>
        <p:spPr>
          <a:xfrm>
            <a:off x="10558300" y="5956137"/>
            <a:ext cx="14619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600" b="0" i="0" u="none" strike="noStrike" cap="none">
                <a:solidFill>
                  <a:schemeClr val="accent2"/>
                </a:solidFill>
                <a:latin typeface="Gill Sans"/>
                <a:ea typeface="Gill Sans"/>
                <a:cs typeface="Gill Sans"/>
                <a:sym typeface="Gill Sans"/>
              </a:defRPr>
            </a:lvl1pPr>
            <a:lvl2pPr marL="0" lvl="1" indent="0" algn="r">
              <a:spcBef>
                <a:spcPts val="0"/>
              </a:spcBef>
              <a:buNone/>
              <a:defRPr sz="1600" b="0" i="0" u="none" strike="noStrike" cap="none">
                <a:solidFill>
                  <a:schemeClr val="accent2"/>
                </a:solidFill>
                <a:latin typeface="Gill Sans"/>
                <a:ea typeface="Gill Sans"/>
                <a:cs typeface="Gill Sans"/>
                <a:sym typeface="Gill Sans"/>
              </a:defRPr>
            </a:lvl2pPr>
            <a:lvl3pPr marL="0" lvl="2" indent="0" algn="r">
              <a:spcBef>
                <a:spcPts val="0"/>
              </a:spcBef>
              <a:buNone/>
              <a:defRPr sz="1600" b="0" i="0" u="none" strike="noStrike" cap="none">
                <a:solidFill>
                  <a:schemeClr val="accent2"/>
                </a:solidFill>
                <a:latin typeface="Gill Sans"/>
                <a:ea typeface="Gill Sans"/>
                <a:cs typeface="Gill Sans"/>
                <a:sym typeface="Gill Sans"/>
              </a:defRPr>
            </a:lvl3pPr>
            <a:lvl4pPr marL="0" lvl="3" indent="0" algn="r">
              <a:spcBef>
                <a:spcPts val="0"/>
              </a:spcBef>
              <a:buNone/>
              <a:defRPr sz="1600" b="0" i="0" u="none" strike="noStrike" cap="none">
                <a:solidFill>
                  <a:schemeClr val="accent2"/>
                </a:solidFill>
                <a:latin typeface="Gill Sans"/>
                <a:ea typeface="Gill Sans"/>
                <a:cs typeface="Gill Sans"/>
                <a:sym typeface="Gill Sans"/>
              </a:defRPr>
            </a:lvl4pPr>
            <a:lvl5pPr marL="0" lvl="4" indent="0" algn="r">
              <a:spcBef>
                <a:spcPts val="0"/>
              </a:spcBef>
              <a:buNone/>
              <a:defRPr sz="1600" b="0" i="0" u="none" strike="noStrike" cap="none">
                <a:solidFill>
                  <a:schemeClr val="accent2"/>
                </a:solidFill>
                <a:latin typeface="Gill Sans"/>
                <a:ea typeface="Gill Sans"/>
                <a:cs typeface="Gill Sans"/>
                <a:sym typeface="Gill Sans"/>
              </a:defRPr>
            </a:lvl5pPr>
            <a:lvl6pPr marL="0" lvl="5" indent="0" algn="r">
              <a:spcBef>
                <a:spcPts val="0"/>
              </a:spcBef>
              <a:buNone/>
              <a:defRPr sz="1600" b="0" i="0" u="none" strike="noStrike" cap="none">
                <a:solidFill>
                  <a:schemeClr val="accent2"/>
                </a:solidFill>
                <a:latin typeface="Gill Sans"/>
                <a:ea typeface="Gill Sans"/>
                <a:cs typeface="Gill Sans"/>
                <a:sym typeface="Gill Sans"/>
              </a:defRPr>
            </a:lvl6pPr>
            <a:lvl7pPr marL="0" lvl="6" indent="0" algn="r">
              <a:spcBef>
                <a:spcPts val="0"/>
              </a:spcBef>
              <a:buNone/>
              <a:defRPr sz="1600" b="0" i="0" u="none" strike="noStrike" cap="none">
                <a:solidFill>
                  <a:schemeClr val="accent2"/>
                </a:solidFill>
                <a:latin typeface="Gill Sans"/>
                <a:ea typeface="Gill Sans"/>
                <a:cs typeface="Gill Sans"/>
                <a:sym typeface="Gill Sans"/>
              </a:defRPr>
            </a:lvl7pPr>
            <a:lvl8pPr marL="0" lvl="7" indent="0" algn="r">
              <a:spcBef>
                <a:spcPts val="0"/>
              </a:spcBef>
              <a:buNone/>
              <a:defRPr sz="1600" b="0" i="0" u="none" strike="noStrike" cap="none">
                <a:solidFill>
                  <a:schemeClr val="accent2"/>
                </a:solidFill>
                <a:latin typeface="Gill Sans"/>
                <a:ea typeface="Gill Sans"/>
                <a:cs typeface="Gill Sans"/>
                <a:sym typeface="Gill Sans"/>
              </a:defRPr>
            </a:lvl8pPr>
            <a:lvl9pPr marL="0" lvl="8" indent="0" algn="r">
              <a:spcBef>
                <a:spcPts val="0"/>
              </a:spcBef>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283" name="Google Shape;283;g3ba64eb164b_0_168"/>
          <p:cNvSpPr>
            <a:spLocks noGrp="1"/>
          </p:cNvSpPr>
          <p:nvPr>
            <p:ph type="pic" idx="2"/>
          </p:nvPr>
        </p:nvSpPr>
        <p:spPr>
          <a:xfrm>
            <a:off x="581192" y="5498937"/>
            <a:ext cx="914400" cy="914400"/>
          </a:xfrm>
          <a:prstGeom prst="rect">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4"/>
        <p:cNvGrpSpPr/>
        <p:nvPr/>
      </p:nvGrpSpPr>
      <p:grpSpPr>
        <a:xfrm>
          <a:off x="0" y="0"/>
          <a:ext cx="0" cy="0"/>
          <a:chOff x="0" y="0"/>
          <a:chExt cx="0" cy="0"/>
        </a:xfrm>
      </p:grpSpPr>
      <p:sp>
        <p:nvSpPr>
          <p:cNvPr id="285" name="Google Shape;285;g3ba64eb164b_0_175"/>
          <p:cNvSpPr/>
          <p:nvPr/>
        </p:nvSpPr>
        <p:spPr>
          <a:xfrm>
            <a:off x="445982" y="606554"/>
            <a:ext cx="11300100" cy="1258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g3ba64eb164b_0_175"/>
          <p:cNvSpPr txBox="1">
            <a:spLocks noGrp="1"/>
          </p:cNvSpPr>
          <p:nvPr>
            <p:ph type="title"/>
          </p:nvPr>
        </p:nvSpPr>
        <p:spPr>
          <a:xfrm>
            <a:off x="581193" y="729658"/>
            <a:ext cx="11029500" cy="9882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3200"/>
              <a:buFont typeface="Gill Sans"/>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7" name="Google Shape;287;g3ba64eb164b_0_175"/>
          <p:cNvSpPr txBox="1">
            <a:spLocks noGrp="1"/>
          </p:cNvSpPr>
          <p:nvPr>
            <p:ph type="body" idx="1"/>
          </p:nvPr>
        </p:nvSpPr>
        <p:spPr>
          <a:xfrm>
            <a:off x="581193" y="2228003"/>
            <a:ext cx="5422500" cy="3633000"/>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288" name="Google Shape;288;g3ba64eb164b_0_175"/>
          <p:cNvSpPr txBox="1">
            <a:spLocks noGrp="1"/>
          </p:cNvSpPr>
          <p:nvPr>
            <p:ph type="body" idx="2"/>
          </p:nvPr>
        </p:nvSpPr>
        <p:spPr>
          <a:xfrm>
            <a:off x="6188417" y="2228003"/>
            <a:ext cx="5422500" cy="3633000"/>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289" name="Google Shape;289;g3ba64eb164b_0_175"/>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1pPr>
            <a:lvl2pPr marR="0" lvl="1"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290" name="Google Shape;290;g3ba64eb164b_0_175"/>
          <p:cNvSpPr txBox="1">
            <a:spLocks noGrp="1"/>
          </p:cNvSpPr>
          <p:nvPr>
            <p:ph type="sldNum" idx="12"/>
          </p:nvPr>
        </p:nvSpPr>
        <p:spPr>
          <a:xfrm>
            <a:off x="10558299" y="5956137"/>
            <a:ext cx="14784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600" b="0" i="0" u="none" strike="noStrike" cap="none">
                <a:solidFill>
                  <a:schemeClr val="accent2"/>
                </a:solidFill>
                <a:latin typeface="Gill Sans"/>
                <a:ea typeface="Gill Sans"/>
                <a:cs typeface="Gill Sans"/>
                <a:sym typeface="Gill Sans"/>
              </a:defRPr>
            </a:lvl1pPr>
            <a:lvl2pPr marL="0" lvl="1" indent="0" algn="r">
              <a:spcBef>
                <a:spcPts val="0"/>
              </a:spcBef>
              <a:buNone/>
              <a:defRPr sz="1600" b="0" i="0" u="none" strike="noStrike" cap="none">
                <a:solidFill>
                  <a:schemeClr val="accent2"/>
                </a:solidFill>
                <a:latin typeface="Gill Sans"/>
                <a:ea typeface="Gill Sans"/>
                <a:cs typeface="Gill Sans"/>
                <a:sym typeface="Gill Sans"/>
              </a:defRPr>
            </a:lvl2pPr>
            <a:lvl3pPr marL="0" lvl="2" indent="0" algn="r">
              <a:spcBef>
                <a:spcPts val="0"/>
              </a:spcBef>
              <a:buNone/>
              <a:defRPr sz="1600" b="0" i="0" u="none" strike="noStrike" cap="none">
                <a:solidFill>
                  <a:schemeClr val="accent2"/>
                </a:solidFill>
                <a:latin typeface="Gill Sans"/>
                <a:ea typeface="Gill Sans"/>
                <a:cs typeface="Gill Sans"/>
                <a:sym typeface="Gill Sans"/>
              </a:defRPr>
            </a:lvl3pPr>
            <a:lvl4pPr marL="0" lvl="3" indent="0" algn="r">
              <a:spcBef>
                <a:spcPts val="0"/>
              </a:spcBef>
              <a:buNone/>
              <a:defRPr sz="1600" b="0" i="0" u="none" strike="noStrike" cap="none">
                <a:solidFill>
                  <a:schemeClr val="accent2"/>
                </a:solidFill>
                <a:latin typeface="Gill Sans"/>
                <a:ea typeface="Gill Sans"/>
                <a:cs typeface="Gill Sans"/>
                <a:sym typeface="Gill Sans"/>
              </a:defRPr>
            </a:lvl4pPr>
            <a:lvl5pPr marL="0" lvl="4" indent="0" algn="r">
              <a:spcBef>
                <a:spcPts val="0"/>
              </a:spcBef>
              <a:buNone/>
              <a:defRPr sz="1600" b="0" i="0" u="none" strike="noStrike" cap="none">
                <a:solidFill>
                  <a:schemeClr val="accent2"/>
                </a:solidFill>
                <a:latin typeface="Gill Sans"/>
                <a:ea typeface="Gill Sans"/>
                <a:cs typeface="Gill Sans"/>
                <a:sym typeface="Gill Sans"/>
              </a:defRPr>
            </a:lvl5pPr>
            <a:lvl6pPr marL="0" lvl="5" indent="0" algn="r">
              <a:spcBef>
                <a:spcPts val="0"/>
              </a:spcBef>
              <a:buNone/>
              <a:defRPr sz="1600" b="0" i="0" u="none" strike="noStrike" cap="none">
                <a:solidFill>
                  <a:schemeClr val="accent2"/>
                </a:solidFill>
                <a:latin typeface="Gill Sans"/>
                <a:ea typeface="Gill Sans"/>
                <a:cs typeface="Gill Sans"/>
                <a:sym typeface="Gill Sans"/>
              </a:defRPr>
            </a:lvl6pPr>
            <a:lvl7pPr marL="0" lvl="6" indent="0" algn="r">
              <a:spcBef>
                <a:spcPts val="0"/>
              </a:spcBef>
              <a:buNone/>
              <a:defRPr sz="1600" b="0" i="0" u="none" strike="noStrike" cap="none">
                <a:solidFill>
                  <a:schemeClr val="accent2"/>
                </a:solidFill>
                <a:latin typeface="Gill Sans"/>
                <a:ea typeface="Gill Sans"/>
                <a:cs typeface="Gill Sans"/>
                <a:sym typeface="Gill Sans"/>
              </a:defRPr>
            </a:lvl7pPr>
            <a:lvl8pPr marL="0" lvl="7" indent="0" algn="r">
              <a:spcBef>
                <a:spcPts val="0"/>
              </a:spcBef>
              <a:buNone/>
              <a:defRPr sz="1600" b="0" i="0" u="none" strike="noStrike" cap="none">
                <a:solidFill>
                  <a:schemeClr val="accent2"/>
                </a:solidFill>
                <a:latin typeface="Gill Sans"/>
                <a:ea typeface="Gill Sans"/>
                <a:cs typeface="Gill Sans"/>
                <a:sym typeface="Gill Sans"/>
              </a:defRPr>
            </a:lvl8pPr>
            <a:lvl9pPr marL="0" lvl="8" indent="0" algn="r">
              <a:spcBef>
                <a:spcPts val="0"/>
              </a:spcBef>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291" name="Google Shape;291;g3ba64eb164b_0_175"/>
          <p:cNvSpPr>
            <a:spLocks noGrp="1"/>
          </p:cNvSpPr>
          <p:nvPr>
            <p:ph type="pic" idx="3"/>
          </p:nvPr>
        </p:nvSpPr>
        <p:spPr>
          <a:xfrm>
            <a:off x="581190" y="5671142"/>
            <a:ext cx="914400" cy="914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92"/>
        <p:cNvGrpSpPr/>
        <p:nvPr/>
      </p:nvGrpSpPr>
      <p:grpSpPr>
        <a:xfrm>
          <a:off x="0" y="0"/>
          <a:ext cx="0" cy="0"/>
          <a:chOff x="0" y="0"/>
          <a:chExt cx="0" cy="0"/>
        </a:xfrm>
      </p:grpSpPr>
      <p:sp>
        <p:nvSpPr>
          <p:cNvPr id="293" name="Google Shape;293;g3ba64eb164b_0_183"/>
          <p:cNvSpPr/>
          <p:nvPr/>
        </p:nvSpPr>
        <p:spPr>
          <a:xfrm>
            <a:off x="445982" y="606554"/>
            <a:ext cx="11300100" cy="1258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g3ba64eb164b_0_183"/>
          <p:cNvSpPr txBox="1">
            <a:spLocks noGrp="1"/>
          </p:cNvSpPr>
          <p:nvPr>
            <p:ph type="title"/>
          </p:nvPr>
        </p:nvSpPr>
        <p:spPr>
          <a:xfrm>
            <a:off x="581193" y="729658"/>
            <a:ext cx="11029500" cy="9882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3200"/>
              <a:buFont typeface="Gill Sans"/>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5" name="Google Shape;295;g3ba64eb164b_0_183"/>
          <p:cNvSpPr txBox="1">
            <a:spLocks noGrp="1"/>
          </p:cNvSpPr>
          <p:nvPr>
            <p:ph type="body" idx="1"/>
          </p:nvPr>
        </p:nvSpPr>
        <p:spPr>
          <a:xfrm>
            <a:off x="581191" y="2250892"/>
            <a:ext cx="5393100" cy="536100"/>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208"/>
              <a:buNone/>
              <a:defRPr sz="2400" b="0">
                <a:solidFill>
                  <a:schemeClr val="accent2"/>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296" name="Google Shape;296;g3ba64eb164b_0_183"/>
          <p:cNvSpPr txBox="1">
            <a:spLocks noGrp="1"/>
          </p:cNvSpPr>
          <p:nvPr>
            <p:ph type="body" idx="2"/>
          </p:nvPr>
        </p:nvSpPr>
        <p:spPr>
          <a:xfrm>
            <a:off x="581194" y="2926052"/>
            <a:ext cx="5393100" cy="2934900"/>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297" name="Google Shape;297;g3ba64eb164b_0_183"/>
          <p:cNvSpPr txBox="1">
            <a:spLocks noGrp="1"/>
          </p:cNvSpPr>
          <p:nvPr>
            <p:ph type="body" idx="3"/>
          </p:nvPr>
        </p:nvSpPr>
        <p:spPr>
          <a:xfrm>
            <a:off x="6217709" y="2250892"/>
            <a:ext cx="5393100" cy="553500"/>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208"/>
              <a:buNone/>
              <a:defRPr sz="2400" b="0">
                <a:solidFill>
                  <a:schemeClr val="accent2"/>
                </a:solidFill>
              </a:defRPr>
            </a:lvl1pPr>
            <a:lvl2pPr marL="914400" lvl="1" indent="-228600" algn="l">
              <a:spcBef>
                <a:spcPts val="600"/>
              </a:spcBef>
              <a:spcAft>
                <a:spcPts val="0"/>
              </a:spcAft>
              <a:buSzPts val="1840"/>
              <a:buNone/>
              <a:defRPr sz="2000" b="1"/>
            </a:lvl2pPr>
            <a:lvl3pPr marL="1371600" lvl="2" indent="-228600" algn="l">
              <a:spcBef>
                <a:spcPts val="600"/>
              </a:spcBef>
              <a:spcAft>
                <a:spcPts val="0"/>
              </a:spcAft>
              <a:buSzPts val="1656"/>
              <a:buNone/>
              <a:defRPr sz="1800" b="1"/>
            </a:lvl3pPr>
            <a:lvl4pPr marL="1828800" lvl="3" indent="-228600" algn="l">
              <a:spcBef>
                <a:spcPts val="600"/>
              </a:spcBef>
              <a:spcAft>
                <a:spcPts val="0"/>
              </a:spcAft>
              <a:buSzPts val="1472"/>
              <a:buNone/>
              <a:defRPr sz="1600" b="1"/>
            </a:lvl4pPr>
            <a:lvl5pPr marL="2286000" lvl="4" indent="-228600" algn="l">
              <a:spcBef>
                <a:spcPts val="600"/>
              </a:spcBef>
              <a:spcAft>
                <a:spcPts val="0"/>
              </a:spcAft>
              <a:buSzPts val="1472"/>
              <a:buNone/>
              <a:defRPr sz="1600" b="1"/>
            </a:lvl5pPr>
            <a:lvl6pPr marL="2743200" lvl="5" indent="-228600" algn="l">
              <a:spcBef>
                <a:spcPts val="600"/>
              </a:spcBef>
              <a:spcAft>
                <a:spcPts val="0"/>
              </a:spcAft>
              <a:buSzPts val="1472"/>
              <a:buNone/>
              <a:defRPr sz="1600" b="1"/>
            </a:lvl6pPr>
            <a:lvl7pPr marL="3200400" lvl="6" indent="-228600" algn="l">
              <a:spcBef>
                <a:spcPts val="600"/>
              </a:spcBef>
              <a:spcAft>
                <a:spcPts val="0"/>
              </a:spcAft>
              <a:buSzPts val="1472"/>
              <a:buNone/>
              <a:defRPr sz="1600" b="1"/>
            </a:lvl7pPr>
            <a:lvl8pPr marL="3657600" lvl="7" indent="-228600" algn="l">
              <a:spcBef>
                <a:spcPts val="600"/>
              </a:spcBef>
              <a:spcAft>
                <a:spcPts val="0"/>
              </a:spcAft>
              <a:buSzPts val="1472"/>
              <a:buNone/>
              <a:defRPr sz="1600" b="1"/>
            </a:lvl8pPr>
            <a:lvl9pPr marL="4114800" lvl="8" indent="-228600" algn="l">
              <a:spcBef>
                <a:spcPts val="600"/>
              </a:spcBef>
              <a:spcAft>
                <a:spcPts val="600"/>
              </a:spcAft>
              <a:buSzPts val="1472"/>
              <a:buNone/>
              <a:defRPr sz="1600" b="1"/>
            </a:lvl9pPr>
          </a:lstStyle>
          <a:p>
            <a:endParaRPr/>
          </a:p>
        </p:txBody>
      </p:sp>
      <p:sp>
        <p:nvSpPr>
          <p:cNvPr id="298" name="Google Shape;298;g3ba64eb164b_0_183"/>
          <p:cNvSpPr txBox="1">
            <a:spLocks noGrp="1"/>
          </p:cNvSpPr>
          <p:nvPr>
            <p:ph type="body" idx="4"/>
          </p:nvPr>
        </p:nvSpPr>
        <p:spPr>
          <a:xfrm>
            <a:off x="6217709" y="2926052"/>
            <a:ext cx="5393100" cy="2934900"/>
          </a:xfrm>
          <a:prstGeom prst="rect">
            <a:avLst/>
          </a:prstGeom>
          <a:noFill/>
          <a:ln>
            <a:noFill/>
          </a:ln>
        </p:spPr>
        <p:txBody>
          <a:bodyPr spcFirstLastPara="1" wrap="square" lIns="91425" tIns="45700" rIns="91425" bIns="45700" anchor="t" anchorCtr="0">
            <a:norm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299" name="Google Shape;299;g3ba64eb164b_0_183"/>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1pPr>
            <a:lvl2pPr marR="0" lvl="1"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300" name="Google Shape;300;g3ba64eb164b_0_183"/>
          <p:cNvSpPr txBox="1">
            <a:spLocks noGrp="1"/>
          </p:cNvSpPr>
          <p:nvPr>
            <p:ph type="sldNum" idx="12"/>
          </p:nvPr>
        </p:nvSpPr>
        <p:spPr>
          <a:xfrm>
            <a:off x="10558300" y="5956137"/>
            <a:ext cx="14619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600" b="0" i="0" u="none" strike="noStrike" cap="none">
                <a:solidFill>
                  <a:schemeClr val="accent2"/>
                </a:solidFill>
                <a:latin typeface="Gill Sans"/>
                <a:ea typeface="Gill Sans"/>
                <a:cs typeface="Gill Sans"/>
                <a:sym typeface="Gill Sans"/>
              </a:defRPr>
            </a:lvl1pPr>
            <a:lvl2pPr marL="0" lvl="1" indent="0" algn="r">
              <a:spcBef>
                <a:spcPts val="0"/>
              </a:spcBef>
              <a:buNone/>
              <a:defRPr sz="1600" b="0" i="0" u="none" strike="noStrike" cap="none">
                <a:solidFill>
                  <a:schemeClr val="accent2"/>
                </a:solidFill>
                <a:latin typeface="Gill Sans"/>
                <a:ea typeface="Gill Sans"/>
                <a:cs typeface="Gill Sans"/>
                <a:sym typeface="Gill Sans"/>
              </a:defRPr>
            </a:lvl2pPr>
            <a:lvl3pPr marL="0" lvl="2" indent="0" algn="r">
              <a:spcBef>
                <a:spcPts val="0"/>
              </a:spcBef>
              <a:buNone/>
              <a:defRPr sz="1600" b="0" i="0" u="none" strike="noStrike" cap="none">
                <a:solidFill>
                  <a:schemeClr val="accent2"/>
                </a:solidFill>
                <a:latin typeface="Gill Sans"/>
                <a:ea typeface="Gill Sans"/>
                <a:cs typeface="Gill Sans"/>
                <a:sym typeface="Gill Sans"/>
              </a:defRPr>
            </a:lvl3pPr>
            <a:lvl4pPr marL="0" lvl="3" indent="0" algn="r">
              <a:spcBef>
                <a:spcPts val="0"/>
              </a:spcBef>
              <a:buNone/>
              <a:defRPr sz="1600" b="0" i="0" u="none" strike="noStrike" cap="none">
                <a:solidFill>
                  <a:schemeClr val="accent2"/>
                </a:solidFill>
                <a:latin typeface="Gill Sans"/>
                <a:ea typeface="Gill Sans"/>
                <a:cs typeface="Gill Sans"/>
                <a:sym typeface="Gill Sans"/>
              </a:defRPr>
            </a:lvl4pPr>
            <a:lvl5pPr marL="0" lvl="4" indent="0" algn="r">
              <a:spcBef>
                <a:spcPts val="0"/>
              </a:spcBef>
              <a:buNone/>
              <a:defRPr sz="1600" b="0" i="0" u="none" strike="noStrike" cap="none">
                <a:solidFill>
                  <a:schemeClr val="accent2"/>
                </a:solidFill>
                <a:latin typeface="Gill Sans"/>
                <a:ea typeface="Gill Sans"/>
                <a:cs typeface="Gill Sans"/>
                <a:sym typeface="Gill Sans"/>
              </a:defRPr>
            </a:lvl5pPr>
            <a:lvl6pPr marL="0" lvl="5" indent="0" algn="r">
              <a:spcBef>
                <a:spcPts val="0"/>
              </a:spcBef>
              <a:buNone/>
              <a:defRPr sz="1600" b="0" i="0" u="none" strike="noStrike" cap="none">
                <a:solidFill>
                  <a:schemeClr val="accent2"/>
                </a:solidFill>
                <a:latin typeface="Gill Sans"/>
                <a:ea typeface="Gill Sans"/>
                <a:cs typeface="Gill Sans"/>
                <a:sym typeface="Gill Sans"/>
              </a:defRPr>
            </a:lvl6pPr>
            <a:lvl7pPr marL="0" lvl="6" indent="0" algn="r">
              <a:spcBef>
                <a:spcPts val="0"/>
              </a:spcBef>
              <a:buNone/>
              <a:defRPr sz="1600" b="0" i="0" u="none" strike="noStrike" cap="none">
                <a:solidFill>
                  <a:schemeClr val="accent2"/>
                </a:solidFill>
                <a:latin typeface="Gill Sans"/>
                <a:ea typeface="Gill Sans"/>
                <a:cs typeface="Gill Sans"/>
                <a:sym typeface="Gill Sans"/>
              </a:defRPr>
            </a:lvl7pPr>
            <a:lvl8pPr marL="0" lvl="7" indent="0" algn="r">
              <a:spcBef>
                <a:spcPts val="0"/>
              </a:spcBef>
              <a:buNone/>
              <a:defRPr sz="1600" b="0" i="0" u="none" strike="noStrike" cap="none">
                <a:solidFill>
                  <a:schemeClr val="accent2"/>
                </a:solidFill>
                <a:latin typeface="Gill Sans"/>
                <a:ea typeface="Gill Sans"/>
                <a:cs typeface="Gill Sans"/>
                <a:sym typeface="Gill Sans"/>
              </a:defRPr>
            </a:lvl8pPr>
            <a:lvl9pPr marL="0" lvl="8" indent="0" algn="r">
              <a:spcBef>
                <a:spcPts val="0"/>
              </a:spcBef>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301" name="Google Shape;301;g3ba64eb164b_0_183"/>
          <p:cNvSpPr>
            <a:spLocks noGrp="1"/>
          </p:cNvSpPr>
          <p:nvPr>
            <p:ph type="pic" idx="5"/>
          </p:nvPr>
        </p:nvSpPr>
        <p:spPr>
          <a:xfrm>
            <a:off x="581190" y="5671142"/>
            <a:ext cx="914400" cy="9144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02"/>
        <p:cNvGrpSpPr/>
        <p:nvPr/>
      </p:nvGrpSpPr>
      <p:grpSpPr>
        <a:xfrm>
          <a:off x="0" y="0"/>
          <a:ext cx="0" cy="0"/>
          <a:chOff x="0" y="0"/>
          <a:chExt cx="0" cy="0"/>
        </a:xfrm>
      </p:grpSpPr>
      <p:sp>
        <p:nvSpPr>
          <p:cNvPr id="303" name="Google Shape;303;g3ba64eb164b_0_193"/>
          <p:cNvSpPr txBox="1">
            <a:spLocks noGrp="1"/>
          </p:cNvSpPr>
          <p:nvPr>
            <p:ph type="sldNum" idx="12"/>
          </p:nvPr>
        </p:nvSpPr>
        <p:spPr>
          <a:xfrm>
            <a:off x="10558298" y="5951811"/>
            <a:ext cx="14703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04" name="Google Shape;304;g3ba64eb164b_0_193"/>
          <p:cNvSpPr/>
          <p:nvPr/>
        </p:nvSpPr>
        <p:spPr>
          <a:xfrm>
            <a:off x="440683" y="606554"/>
            <a:ext cx="11300100" cy="1258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g3ba64eb164b_0_193"/>
          <p:cNvSpPr txBox="1"/>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marR="0" lvl="0" indent="0" algn="l" rtl="0">
              <a:spcBef>
                <a:spcPts val="0"/>
              </a:spcBef>
              <a:spcAft>
                <a:spcPts val="0"/>
              </a:spcAft>
              <a:buClr>
                <a:schemeClr val="lt1"/>
              </a:buClr>
              <a:buSzPts val="3200"/>
              <a:buFont typeface="Gill Sans"/>
              <a:buNone/>
            </a:pPr>
            <a:r>
              <a:rPr lang="en-US" sz="3200" b="0" i="0" u="none" strike="noStrike" cap="none">
                <a:solidFill>
                  <a:schemeClr val="lt1"/>
                </a:solidFill>
                <a:latin typeface="Gill Sans"/>
                <a:ea typeface="Gill Sans"/>
                <a:cs typeface="Gill Sans"/>
                <a:sym typeface="Gill Sans"/>
              </a:rPr>
              <a:t>CLICK TO EDIT MASTER TITLE STYLE</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06"/>
        <p:cNvGrpSpPr/>
        <p:nvPr/>
      </p:nvGrpSpPr>
      <p:grpSpPr>
        <a:xfrm>
          <a:off x="0" y="0"/>
          <a:ext cx="0" cy="0"/>
          <a:chOff x="0" y="0"/>
          <a:chExt cx="0" cy="0"/>
        </a:xfrm>
      </p:grpSpPr>
      <p:sp>
        <p:nvSpPr>
          <p:cNvPr id="307" name="Google Shape;307;g3ba64eb164b_0_197"/>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1pPr>
            <a:lvl2pPr marR="0" lvl="1"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308" name="Google Shape;308;g3ba64eb164b_0_197"/>
          <p:cNvSpPr txBox="1">
            <a:spLocks noGrp="1"/>
          </p:cNvSpPr>
          <p:nvPr>
            <p:ph type="sldNum" idx="12"/>
          </p:nvPr>
        </p:nvSpPr>
        <p:spPr>
          <a:xfrm>
            <a:off x="10558299" y="5956137"/>
            <a:ext cx="14370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600" b="0" i="0" u="none" strike="noStrike" cap="none">
                <a:solidFill>
                  <a:schemeClr val="accent2"/>
                </a:solidFill>
                <a:latin typeface="Gill Sans"/>
                <a:ea typeface="Gill Sans"/>
                <a:cs typeface="Gill Sans"/>
                <a:sym typeface="Gill Sans"/>
              </a:defRPr>
            </a:lvl1pPr>
            <a:lvl2pPr marL="0" lvl="1" indent="0" algn="r">
              <a:spcBef>
                <a:spcPts val="0"/>
              </a:spcBef>
              <a:buNone/>
              <a:defRPr sz="1600" b="0" i="0" u="none" strike="noStrike" cap="none">
                <a:solidFill>
                  <a:schemeClr val="accent2"/>
                </a:solidFill>
                <a:latin typeface="Gill Sans"/>
                <a:ea typeface="Gill Sans"/>
                <a:cs typeface="Gill Sans"/>
                <a:sym typeface="Gill Sans"/>
              </a:defRPr>
            </a:lvl2pPr>
            <a:lvl3pPr marL="0" lvl="2" indent="0" algn="r">
              <a:spcBef>
                <a:spcPts val="0"/>
              </a:spcBef>
              <a:buNone/>
              <a:defRPr sz="1600" b="0" i="0" u="none" strike="noStrike" cap="none">
                <a:solidFill>
                  <a:schemeClr val="accent2"/>
                </a:solidFill>
                <a:latin typeface="Gill Sans"/>
                <a:ea typeface="Gill Sans"/>
                <a:cs typeface="Gill Sans"/>
                <a:sym typeface="Gill Sans"/>
              </a:defRPr>
            </a:lvl3pPr>
            <a:lvl4pPr marL="0" lvl="3" indent="0" algn="r">
              <a:spcBef>
                <a:spcPts val="0"/>
              </a:spcBef>
              <a:buNone/>
              <a:defRPr sz="1600" b="0" i="0" u="none" strike="noStrike" cap="none">
                <a:solidFill>
                  <a:schemeClr val="accent2"/>
                </a:solidFill>
                <a:latin typeface="Gill Sans"/>
                <a:ea typeface="Gill Sans"/>
                <a:cs typeface="Gill Sans"/>
                <a:sym typeface="Gill Sans"/>
              </a:defRPr>
            </a:lvl4pPr>
            <a:lvl5pPr marL="0" lvl="4" indent="0" algn="r">
              <a:spcBef>
                <a:spcPts val="0"/>
              </a:spcBef>
              <a:buNone/>
              <a:defRPr sz="1600" b="0" i="0" u="none" strike="noStrike" cap="none">
                <a:solidFill>
                  <a:schemeClr val="accent2"/>
                </a:solidFill>
                <a:latin typeface="Gill Sans"/>
                <a:ea typeface="Gill Sans"/>
                <a:cs typeface="Gill Sans"/>
                <a:sym typeface="Gill Sans"/>
              </a:defRPr>
            </a:lvl5pPr>
            <a:lvl6pPr marL="0" lvl="5" indent="0" algn="r">
              <a:spcBef>
                <a:spcPts val="0"/>
              </a:spcBef>
              <a:buNone/>
              <a:defRPr sz="1600" b="0" i="0" u="none" strike="noStrike" cap="none">
                <a:solidFill>
                  <a:schemeClr val="accent2"/>
                </a:solidFill>
                <a:latin typeface="Gill Sans"/>
                <a:ea typeface="Gill Sans"/>
                <a:cs typeface="Gill Sans"/>
                <a:sym typeface="Gill Sans"/>
              </a:defRPr>
            </a:lvl6pPr>
            <a:lvl7pPr marL="0" lvl="6" indent="0" algn="r">
              <a:spcBef>
                <a:spcPts val="0"/>
              </a:spcBef>
              <a:buNone/>
              <a:defRPr sz="1600" b="0" i="0" u="none" strike="noStrike" cap="none">
                <a:solidFill>
                  <a:schemeClr val="accent2"/>
                </a:solidFill>
                <a:latin typeface="Gill Sans"/>
                <a:ea typeface="Gill Sans"/>
                <a:cs typeface="Gill Sans"/>
                <a:sym typeface="Gill Sans"/>
              </a:defRPr>
            </a:lvl7pPr>
            <a:lvl8pPr marL="0" lvl="7" indent="0" algn="r">
              <a:spcBef>
                <a:spcPts val="0"/>
              </a:spcBef>
              <a:buNone/>
              <a:defRPr sz="1600" b="0" i="0" u="none" strike="noStrike" cap="none">
                <a:solidFill>
                  <a:schemeClr val="accent2"/>
                </a:solidFill>
                <a:latin typeface="Gill Sans"/>
                <a:ea typeface="Gill Sans"/>
                <a:cs typeface="Gill Sans"/>
                <a:sym typeface="Gill Sans"/>
              </a:defRPr>
            </a:lvl8pPr>
            <a:lvl9pPr marL="0" lvl="8" indent="0" algn="r">
              <a:spcBef>
                <a:spcPts val="0"/>
              </a:spcBef>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309" name="Google Shape;309;g3ba64eb164b_0_197"/>
          <p:cNvSpPr>
            <a:spLocks noGrp="1"/>
          </p:cNvSpPr>
          <p:nvPr>
            <p:ph type="pic" idx="2"/>
          </p:nvPr>
        </p:nvSpPr>
        <p:spPr>
          <a:xfrm>
            <a:off x="581192" y="5498937"/>
            <a:ext cx="914400" cy="9144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310"/>
        <p:cNvGrpSpPr/>
        <p:nvPr/>
      </p:nvGrpSpPr>
      <p:grpSpPr>
        <a:xfrm>
          <a:off x="0" y="0"/>
          <a:ext cx="0" cy="0"/>
          <a:chOff x="0" y="0"/>
          <a:chExt cx="0" cy="0"/>
        </a:xfrm>
      </p:grpSpPr>
      <p:sp>
        <p:nvSpPr>
          <p:cNvPr id="311" name="Google Shape;311;g3ba64eb164b_0_201"/>
          <p:cNvSpPr/>
          <p:nvPr/>
        </p:nvSpPr>
        <p:spPr>
          <a:xfrm>
            <a:off x="447817" y="5141973"/>
            <a:ext cx="11298300" cy="12747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Gill Sans"/>
              <a:ea typeface="Gill Sans"/>
              <a:cs typeface="Gill Sans"/>
              <a:sym typeface="Gill Sans"/>
            </a:endParaRPr>
          </a:p>
        </p:txBody>
      </p:sp>
      <p:sp>
        <p:nvSpPr>
          <p:cNvPr id="312" name="Google Shape;312;g3ba64eb164b_0_201"/>
          <p:cNvSpPr txBox="1">
            <a:spLocks noGrp="1"/>
          </p:cNvSpPr>
          <p:nvPr>
            <p:ph type="title"/>
          </p:nvPr>
        </p:nvSpPr>
        <p:spPr>
          <a:xfrm>
            <a:off x="581192" y="5262296"/>
            <a:ext cx="4909500" cy="6894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2D58AC"/>
              </a:buClr>
              <a:buSzPts val="2000"/>
              <a:buFont typeface="Gill Sans"/>
              <a:buNone/>
              <a:defRPr sz="2000" b="0">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g3ba64eb164b_0_201"/>
          <p:cNvSpPr txBox="1">
            <a:spLocks noGrp="1"/>
          </p:cNvSpPr>
          <p:nvPr>
            <p:ph type="body" idx="1"/>
          </p:nvPr>
        </p:nvSpPr>
        <p:spPr>
          <a:xfrm>
            <a:off x="447816" y="601200"/>
            <a:ext cx="11292900" cy="4204800"/>
          </a:xfrm>
          <a:prstGeom prst="rect">
            <a:avLst/>
          </a:prstGeom>
          <a:noFill/>
          <a:ln>
            <a:noFill/>
          </a:ln>
        </p:spPr>
        <p:txBody>
          <a:bodyPr spcFirstLastPara="1" wrap="square" lIns="91425" tIns="45700" rIns="91425" bIns="45700" anchor="t" anchorCtr="0">
            <a:normAutofit/>
          </a:bodyPr>
          <a:lstStyle>
            <a:lvl1pPr marL="457200" lvl="0" indent="-368808" algn="l">
              <a:spcBef>
                <a:spcPts val="480"/>
              </a:spcBef>
              <a:spcAft>
                <a:spcPts val="0"/>
              </a:spcAft>
              <a:buSzPts val="2208"/>
              <a:buChar char="◼"/>
              <a:defRPr sz="2400">
                <a:solidFill>
                  <a:schemeClr val="dk2"/>
                </a:solidFill>
              </a:defRPr>
            </a:lvl1pPr>
            <a:lvl2pPr marL="914400" lvl="1" indent="-345440" algn="l">
              <a:spcBef>
                <a:spcPts val="600"/>
              </a:spcBef>
              <a:spcAft>
                <a:spcPts val="0"/>
              </a:spcAft>
              <a:buSzPts val="1840"/>
              <a:buChar char="◼"/>
              <a:defRPr sz="2000">
                <a:solidFill>
                  <a:schemeClr val="dk2"/>
                </a:solidFill>
              </a:defRPr>
            </a:lvl2pPr>
            <a:lvl3pPr marL="1371600" lvl="2" indent="-333756" algn="l">
              <a:spcBef>
                <a:spcPts val="600"/>
              </a:spcBef>
              <a:spcAft>
                <a:spcPts val="0"/>
              </a:spcAft>
              <a:buSzPts val="1656"/>
              <a:buChar char="◼"/>
              <a:defRPr sz="1800">
                <a:solidFill>
                  <a:schemeClr val="dk2"/>
                </a:solidFill>
              </a:defRPr>
            </a:lvl3pPr>
            <a:lvl4pPr marL="1828800" lvl="3" indent="-322072" algn="l">
              <a:spcBef>
                <a:spcPts val="600"/>
              </a:spcBef>
              <a:spcAft>
                <a:spcPts val="0"/>
              </a:spcAft>
              <a:buSzPts val="1472"/>
              <a:buChar char="◼"/>
              <a:defRPr sz="1600">
                <a:solidFill>
                  <a:schemeClr val="dk2"/>
                </a:solidFill>
              </a:defRPr>
            </a:lvl4pPr>
            <a:lvl5pPr marL="2286000" lvl="4" indent="-322072" algn="l">
              <a:spcBef>
                <a:spcPts val="600"/>
              </a:spcBef>
              <a:spcAft>
                <a:spcPts val="0"/>
              </a:spcAft>
              <a:buSzPts val="1472"/>
              <a:buChar char="◼"/>
              <a:defRPr sz="1600">
                <a:solidFill>
                  <a:schemeClr val="dk2"/>
                </a:solidFill>
              </a:defRPr>
            </a:lvl5pPr>
            <a:lvl6pPr marL="2743200" lvl="5" indent="-310388" algn="l">
              <a:spcBef>
                <a:spcPts val="600"/>
              </a:spcBef>
              <a:spcAft>
                <a:spcPts val="0"/>
              </a:spcAft>
              <a:buSzPts val="1288"/>
              <a:buChar char="◼"/>
              <a:defRPr sz="1400">
                <a:solidFill>
                  <a:schemeClr val="dk2"/>
                </a:solidFill>
              </a:defRPr>
            </a:lvl6pPr>
            <a:lvl7pPr marL="3200400" lvl="6" indent="-310388" algn="l">
              <a:spcBef>
                <a:spcPts val="600"/>
              </a:spcBef>
              <a:spcAft>
                <a:spcPts val="0"/>
              </a:spcAft>
              <a:buSzPts val="1288"/>
              <a:buChar char="◼"/>
              <a:defRPr sz="1400">
                <a:solidFill>
                  <a:schemeClr val="dk2"/>
                </a:solidFill>
              </a:defRPr>
            </a:lvl7pPr>
            <a:lvl8pPr marL="3657600" lvl="7" indent="-310388" algn="l">
              <a:spcBef>
                <a:spcPts val="600"/>
              </a:spcBef>
              <a:spcAft>
                <a:spcPts val="0"/>
              </a:spcAft>
              <a:buSzPts val="1288"/>
              <a:buChar char="◼"/>
              <a:defRPr sz="1400">
                <a:solidFill>
                  <a:schemeClr val="dk2"/>
                </a:solidFill>
              </a:defRPr>
            </a:lvl8pPr>
            <a:lvl9pPr marL="4114800" lvl="8" indent="-310388" algn="l">
              <a:spcBef>
                <a:spcPts val="600"/>
              </a:spcBef>
              <a:spcAft>
                <a:spcPts val="600"/>
              </a:spcAft>
              <a:buSzPts val="1288"/>
              <a:buChar char="◼"/>
              <a:defRPr sz="1400">
                <a:solidFill>
                  <a:schemeClr val="dk2"/>
                </a:solidFill>
              </a:defRPr>
            </a:lvl9pPr>
          </a:lstStyle>
          <a:p>
            <a:endParaRPr/>
          </a:p>
        </p:txBody>
      </p:sp>
      <p:sp>
        <p:nvSpPr>
          <p:cNvPr id="314" name="Google Shape;314;g3ba64eb164b_0_201"/>
          <p:cNvSpPr txBox="1">
            <a:spLocks noGrp="1"/>
          </p:cNvSpPr>
          <p:nvPr>
            <p:ph type="body" idx="2"/>
          </p:nvPr>
        </p:nvSpPr>
        <p:spPr>
          <a:xfrm>
            <a:off x="5740823" y="5262296"/>
            <a:ext cx="5870100" cy="689400"/>
          </a:xfrm>
          <a:prstGeom prst="rect">
            <a:avLst/>
          </a:prstGeom>
          <a:noFill/>
          <a:ln>
            <a:noFill/>
          </a:ln>
        </p:spPr>
        <p:txBody>
          <a:bodyPr spcFirstLastPara="1" wrap="square" lIns="91425" tIns="45700" rIns="91425" bIns="45700" anchor="ctr" anchorCtr="0">
            <a:normAutofit/>
          </a:bodyPr>
          <a:lstStyle>
            <a:lvl1pPr marL="457200" lvl="0" indent="-228600" algn="r">
              <a:spcBef>
                <a:spcPts val="320"/>
              </a:spcBef>
              <a:spcAft>
                <a:spcPts val="0"/>
              </a:spcAft>
              <a:buSzPts val="1472"/>
              <a:buNone/>
              <a:defRPr sz="1600">
                <a:solidFill>
                  <a:schemeClr val="lt1"/>
                </a:solidFill>
              </a:defRPr>
            </a:lvl1pPr>
            <a:lvl2pPr marL="914400" lvl="1" indent="-228600" algn="l">
              <a:spcBef>
                <a:spcPts val="600"/>
              </a:spcBef>
              <a:spcAft>
                <a:spcPts val="0"/>
              </a:spcAft>
              <a:buSzPts val="1012"/>
              <a:buNone/>
              <a:defRPr sz="11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315" name="Google Shape;315;g3ba64eb164b_0_201"/>
          <p:cNvSpPr txBox="1">
            <a:spLocks noGrp="1"/>
          </p:cNvSpPr>
          <p:nvPr>
            <p:ph type="dt" idx="10"/>
          </p:nvPr>
        </p:nvSpPr>
        <p:spPr>
          <a:xfrm>
            <a:off x="7605952" y="5956137"/>
            <a:ext cx="2327700" cy="365100"/>
          </a:xfrm>
          <a:prstGeom prst="rect">
            <a:avLst/>
          </a:prstGeom>
          <a:noFill/>
          <a:ln>
            <a:noFill/>
          </a:ln>
        </p:spPr>
        <p:txBody>
          <a:bodyPr spcFirstLastPara="1" wrap="square" lIns="91425" tIns="45700" rIns="91425" bIns="45700" anchor="t" anchorCtr="0">
            <a:noAutofit/>
          </a:bodyPr>
          <a:lstStyle>
            <a:lvl1pPr marR="0" lvl="0" algn="l">
              <a:spcBef>
                <a:spcPts val="0"/>
              </a:spcBef>
              <a:spcAft>
                <a:spcPts val="0"/>
              </a:spcAft>
              <a:buSzPts val="1400"/>
              <a:buNone/>
              <a:defRPr sz="1800">
                <a:solidFill>
                  <a:srgbClr val="2D58AC"/>
                </a:solidFill>
                <a:latin typeface="Gill Sans"/>
                <a:ea typeface="Gill Sans"/>
                <a:cs typeface="Gill Sans"/>
                <a:sym typeface="Gill Sans"/>
              </a:defRPr>
            </a:lvl1pPr>
            <a:lvl2pPr marR="0" lvl="1"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316" name="Google Shape;316;g3ba64eb164b_0_201"/>
          <p:cNvSpPr txBox="1">
            <a:spLocks noGrp="1"/>
          </p:cNvSpPr>
          <p:nvPr>
            <p:ph type="ftr" idx="11"/>
          </p:nvPr>
        </p:nvSpPr>
        <p:spPr>
          <a:xfrm>
            <a:off x="581192" y="5951811"/>
            <a:ext cx="6917100" cy="365100"/>
          </a:xfrm>
          <a:prstGeom prst="rect">
            <a:avLst/>
          </a:prstGeom>
          <a:noFill/>
          <a:ln>
            <a:noFill/>
          </a:ln>
        </p:spPr>
        <p:txBody>
          <a:bodyPr spcFirstLastPara="1" wrap="square" lIns="91425" tIns="45700" rIns="91425" bIns="45700" anchor="t" anchorCtr="0">
            <a:noAutofit/>
          </a:bodyPr>
          <a:lstStyle>
            <a:lvl1pPr marR="0" lvl="0" algn="l">
              <a:spcBef>
                <a:spcPts val="0"/>
              </a:spcBef>
              <a:spcAft>
                <a:spcPts val="0"/>
              </a:spcAft>
              <a:buSzPts val="1400"/>
              <a:buNone/>
              <a:defRPr sz="1800">
                <a:solidFill>
                  <a:srgbClr val="2D58AC"/>
                </a:solidFill>
                <a:latin typeface="Gill Sans"/>
                <a:ea typeface="Gill Sans"/>
                <a:cs typeface="Gill Sans"/>
                <a:sym typeface="Gill Sans"/>
              </a:defRPr>
            </a:lvl1pPr>
            <a:lvl2pPr marR="0" lvl="1"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317" name="Google Shape;317;g3ba64eb164b_0_201"/>
          <p:cNvSpPr txBox="1">
            <a:spLocks noGrp="1"/>
          </p:cNvSpPr>
          <p:nvPr>
            <p:ph type="sldNum" idx="12"/>
          </p:nvPr>
        </p:nvSpPr>
        <p:spPr>
          <a:xfrm>
            <a:off x="10124903" y="5956137"/>
            <a:ext cx="14859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600" b="0" i="0" u="none" strike="noStrike" cap="none">
                <a:solidFill>
                  <a:srgbClr val="2D58AC"/>
                </a:solidFill>
                <a:latin typeface="Gill Sans"/>
                <a:ea typeface="Gill Sans"/>
                <a:cs typeface="Gill Sans"/>
                <a:sym typeface="Gill Sans"/>
              </a:defRPr>
            </a:lvl1pPr>
            <a:lvl2pPr marL="0" lvl="1" indent="0" algn="r">
              <a:spcBef>
                <a:spcPts val="0"/>
              </a:spcBef>
              <a:buNone/>
              <a:defRPr sz="1600" b="0" i="0" u="none" strike="noStrike" cap="none">
                <a:solidFill>
                  <a:srgbClr val="2D58AC"/>
                </a:solidFill>
                <a:latin typeface="Gill Sans"/>
                <a:ea typeface="Gill Sans"/>
                <a:cs typeface="Gill Sans"/>
                <a:sym typeface="Gill Sans"/>
              </a:defRPr>
            </a:lvl2pPr>
            <a:lvl3pPr marL="0" lvl="2" indent="0" algn="r">
              <a:spcBef>
                <a:spcPts val="0"/>
              </a:spcBef>
              <a:buNone/>
              <a:defRPr sz="1600" b="0" i="0" u="none" strike="noStrike" cap="none">
                <a:solidFill>
                  <a:srgbClr val="2D58AC"/>
                </a:solidFill>
                <a:latin typeface="Gill Sans"/>
                <a:ea typeface="Gill Sans"/>
                <a:cs typeface="Gill Sans"/>
                <a:sym typeface="Gill Sans"/>
              </a:defRPr>
            </a:lvl3pPr>
            <a:lvl4pPr marL="0" lvl="3" indent="0" algn="r">
              <a:spcBef>
                <a:spcPts val="0"/>
              </a:spcBef>
              <a:buNone/>
              <a:defRPr sz="1600" b="0" i="0" u="none" strike="noStrike" cap="none">
                <a:solidFill>
                  <a:srgbClr val="2D58AC"/>
                </a:solidFill>
                <a:latin typeface="Gill Sans"/>
                <a:ea typeface="Gill Sans"/>
                <a:cs typeface="Gill Sans"/>
                <a:sym typeface="Gill Sans"/>
              </a:defRPr>
            </a:lvl4pPr>
            <a:lvl5pPr marL="0" lvl="4" indent="0" algn="r">
              <a:spcBef>
                <a:spcPts val="0"/>
              </a:spcBef>
              <a:buNone/>
              <a:defRPr sz="1600" b="0" i="0" u="none" strike="noStrike" cap="none">
                <a:solidFill>
                  <a:srgbClr val="2D58AC"/>
                </a:solidFill>
                <a:latin typeface="Gill Sans"/>
                <a:ea typeface="Gill Sans"/>
                <a:cs typeface="Gill Sans"/>
                <a:sym typeface="Gill Sans"/>
              </a:defRPr>
            </a:lvl5pPr>
            <a:lvl6pPr marL="0" lvl="5" indent="0" algn="r">
              <a:spcBef>
                <a:spcPts val="0"/>
              </a:spcBef>
              <a:buNone/>
              <a:defRPr sz="1600" b="0" i="0" u="none" strike="noStrike" cap="none">
                <a:solidFill>
                  <a:srgbClr val="2D58AC"/>
                </a:solidFill>
                <a:latin typeface="Gill Sans"/>
                <a:ea typeface="Gill Sans"/>
                <a:cs typeface="Gill Sans"/>
                <a:sym typeface="Gill Sans"/>
              </a:defRPr>
            </a:lvl6pPr>
            <a:lvl7pPr marL="0" lvl="6" indent="0" algn="r">
              <a:spcBef>
                <a:spcPts val="0"/>
              </a:spcBef>
              <a:buNone/>
              <a:defRPr sz="1600" b="0" i="0" u="none" strike="noStrike" cap="none">
                <a:solidFill>
                  <a:srgbClr val="2D58AC"/>
                </a:solidFill>
                <a:latin typeface="Gill Sans"/>
                <a:ea typeface="Gill Sans"/>
                <a:cs typeface="Gill Sans"/>
                <a:sym typeface="Gill Sans"/>
              </a:defRPr>
            </a:lvl7pPr>
            <a:lvl8pPr marL="0" lvl="7" indent="0" algn="r">
              <a:spcBef>
                <a:spcPts val="0"/>
              </a:spcBef>
              <a:buNone/>
              <a:defRPr sz="1600" b="0" i="0" u="none" strike="noStrike" cap="none">
                <a:solidFill>
                  <a:srgbClr val="2D58AC"/>
                </a:solidFill>
                <a:latin typeface="Gill Sans"/>
                <a:ea typeface="Gill Sans"/>
                <a:cs typeface="Gill Sans"/>
                <a:sym typeface="Gill Sans"/>
              </a:defRPr>
            </a:lvl8pPr>
            <a:lvl9pPr marL="0" lvl="8" indent="0" algn="r">
              <a:spcBef>
                <a:spcPts val="0"/>
              </a:spcBef>
              <a:buNone/>
              <a:defRPr sz="16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pic>
        <p:nvPicPr>
          <p:cNvPr id="318" name="Google Shape;318;g3ba64eb164b_0_201"/>
          <p:cNvPicPr preferRelativeResize="0"/>
          <p:nvPr/>
        </p:nvPicPr>
        <p:blipFill rotWithShape="1">
          <a:blip r:embed="rId2">
            <a:alphaModFix/>
          </a:blip>
          <a:srcRect/>
          <a:stretch/>
        </p:blipFill>
        <p:spPr>
          <a:xfrm>
            <a:off x="10661191" y="5977471"/>
            <a:ext cx="413332" cy="348117"/>
          </a:xfrm>
          <a:prstGeom prst="rect">
            <a:avLst/>
          </a:prstGeom>
          <a:noFill/>
          <a:ln>
            <a:noFill/>
          </a:ln>
        </p:spPr>
      </p:pic>
      <p:sp>
        <p:nvSpPr>
          <p:cNvPr id="319" name="Google Shape;319;g3ba64eb164b_0_201"/>
          <p:cNvSpPr>
            <a:spLocks noGrp="1"/>
          </p:cNvSpPr>
          <p:nvPr>
            <p:ph type="pic" idx="3"/>
          </p:nvPr>
        </p:nvSpPr>
        <p:spPr>
          <a:xfrm>
            <a:off x="581190" y="5671142"/>
            <a:ext cx="914400" cy="914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320"/>
        <p:cNvGrpSpPr/>
        <p:nvPr/>
      </p:nvGrpSpPr>
      <p:grpSpPr>
        <a:xfrm>
          <a:off x="0" y="0"/>
          <a:ext cx="0" cy="0"/>
          <a:chOff x="0" y="0"/>
          <a:chExt cx="0" cy="0"/>
        </a:xfrm>
      </p:grpSpPr>
      <p:sp>
        <p:nvSpPr>
          <p:cNvPr id="321" name="Google Shape;321;g3ba64eb164b_0_211"/>
          <p:cNvSpPr txBox="1">
            <a:spLocks noGrp="1"/>
          </p:cNvSpPr>
          <p:nvPr>
            <p:ph type="title"/>
          </p:nvPr>
        </p:nvSpPr>
        <p:spPr>
          <a:xfrm>
            <a:off x="581193" y="4693389"/>
            <a:ext cx="110295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Gill Sans"/>
              <a:buNone/>
              <a:defRPr sz="2400" b="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2" name="Google Shape;322;g3ba64eb164b_0_211"/>
          <p:cNvSpPr>
            <a:spLocks noGrp="1"/>
          </p:cNvSpPr>
          <p:nvPr>
            <p:ph type="pic" idx="2"/>
          </p:nvPr>
        </p:nvSpPr>
        <p:spPr>
          <a:xfrm>
            <a:off x="447817" y="599725"/>
            <a:ext cx="11290800" cy="3557400"/>
          </a:xfrm>
          <a:prstGeom prst="rect">
            <a:avLst/>
          </a:prstGeom>
          <a:noFill/>
          <a:ln>
            <a:noFill/>
          </a:ln>
        </p:spPr>
      </p:sp>
      <p:sp>
        <p:nvSpPr>
          <p:cNvPr id="323" name="Google Shape;323;g3ba64eb164b_0_211"/>
          <p:cNvSpPr txBox="1">
            <a:spLocks noGrp="1"/>
          </p:cNvSpPr>
          <p:nvPr>
            <p:ph type="body" idx="1"/>
          </p:nvPr>
        </p:nvSpPr>
        <p:spPr>
          <a:xfrm>
            <a:off x="581192" y="5260127"/>
            <a:ext cx="11029500" cy="598800"/>
          </a:xfrm>
          <a:prstGeom prst="rect">
            <a:avLst/>
          </a:prstGeom>
          <a:noFill/>
          <a:ln>
            <a:noFill/>
          </a:ln>
        </p:spPr>
        <p:txBody>
          <a:bodyPr spcFirstLastPara="1" wrap="square" lIns="91425" tIns="45700" rIns="91425" bIns="45700" anchor="ctr" anchorCtr="0">
            <a:normAutofit/>
          </a:bodyPr>
          <a:lstStyle>
            <a:lvl1pPr marL="457200" lvl="0" indent="-228600" algn="l">
              <a:spcBef>
                <a:spcPts val="320"/>
              </a:spcBef>
              <a:spcAft>
                <a:spcPts val="0"/>
              </a:spcAft>
              <a:buSzPts val="1472"/>
              <a:buNone/>
              <a:defRPr sz="1600"/>
            </a:lvl1pPr>
            <a:lvl2pPr marL="914400" lvl="1" indent="-228600" algn="l">
              <a:spcBef>
                <a:spcPts val="600"/>
              </a:spcBef>
              <a:spcAft>
                <a:spcPts val="0"/>
              </a:spcAft>
              <a:buSzPts val="1104"/>
              <a:buNone/>
              <a:defRPr sz="1200"/>
            </a:lvl2pPr>
            <a:lvl3pPr marL="1371600" lvl="2" indent="-228600" algn="l">
              <a:spcBef>
                <a:spcPts val="600"/>
              </a:spcBef>
              <a:spcAft>
                <a:spcPts val="0"/>
              </a:spcAft>
              <a:buSzPts val="920"/>
              <a:buNone/>
              <a:defRPr sz="1000"/>
            </a:lvl3pPr>
            <a:lvl4pPr marL="1828800" lvl="3" indent="-228600" algn="l">
              <a:spcBef>
                <a:spcPts val="600"/>
              </a:spcBef>
              <a:spcAft>
                <a:spcPts val="0"/>
              </a:spcAft>
              <a:buSzPts val="828"/>
              <a:buNone/>
              <a:defRPr sz="900"/>
            </a:lvl4pPr>
            <a:lvl5pPr marL="2286000" lvl="4" indent="-228600" algn="l">
              <a:spcBef>
                <a:spcPts val="600"/>
              </a:spcBef>
              <a:spcAft>
                <a:spcPts val="0"/>
              </a:spcAft>
              <a:buSzPts val="828"/>
              <a:buNone/>
              <a:defRPr sz="900"/>
            </a:lvl5pPr>
            <a:lvl6pPr marL="2743200" lvl="5" indent="-228600" algn="l">
              <a:spcBef>
                <a:spcPts val="600"/>
              </a:spcBef>
              <a:spcAft>
                <a:spcPts val="0"/>
              </a:spcAft>
              <a:buSzPts val="828"/>
              <a:buNone/>
              <a:defRPr sz="900"/>
            </a:lvl6pPr>
            <a:lvl7pPr marL="3200400" lvl="6" indent="-228600" algn="l">
              <a:spcBef>
                <a:spcPts val="600"/>
              </a:spcBef>
              <a:spcAft>
                <a:spcPts val="0"/>
              </a:spcAft>
              <a:buSzPts val="828"/>
              <a:buNone/>
              <a:defRPr sz="900"/>
            </a:lvl7pPr>
            <a:lvl8pPr marL="3657600" lvl="7" indent="-228600" algn="l">
              <a:spcBef>
                <a:spcPts val="600"/>
              </a:spcBef>
              <a:spcAft>
                <a:spcPts val="0"/>
              </a:spcAft>
              <a:buSzPts val="828"/>
              <a:buNone/>
              <a:defRPr sz="900"/>
            </a:lvl8pPr>
            <a:lvl9pPr marL="4114800" lvl="8" indent="-228600" algn="l">
              <a:spcBef>
                <a:spcPts val="600"/>
              </a:spcBef>
              <a:spcAft>
                <a:spcPts val="600"/>
              </a:spcAft>
              <a:buSzPts val="828"/>
              <a:buNone/>
              <a:defRPr sz="900"/>
            </a:lvl9pPr>
          </a:lstStyle>
          <a:p>
            <a:endParaRPr/>
          </a:p>
        </p:txBody>
      </p:sp>
      <p:sp>
        <p:nvSpPr>
          <p:cNvPr id="324" name="Google Shape;324;g3ba64eb164b_0_211"/>
          <p:cNvSpPr txBox="1">
            <a:spLocks noGrp="1"/>
          </p:cNvSpPr>
          <p:nvPr>
            <p:ph type="dt" idx="10"/>
          </p:nvPr>
        </p:nvSpPr>
        <p:spPr>
          <a:xfrm>
            <a:off x="7605951" y="5956137"/>
            <a:ext cx="2844900" cy="365100"/>
          </a:xfrm>
          <a:prstGeom prst="rect">
            <a:avLst/>
          </a:prstGeom>
          <a:noFill/>
          <a:ln>
            <a:noFill/>
          </a:ln>
        </p:spPr>
        <p:txBody>
          <a:bodyPr spcFirstLastPara="1" wrap="square" lIns="91425" tIns="45700" rIns="91425" bIns="45700" anchor="t" anchorCtr="0">
            <a:noAutofit/>
          </a:bodyPr>
          <a:lstStyle>
            <a:lvl1pPr marR="0" lvl="0" algn="l">
              <a:spcBef>
                <a:spcPts val="0"/>
              </a:spcBef>
              <a:spcAft>
                <a:spcPts val="0"/>
              </a:spcAft>
              <a:buSzPts val="1400"/>
              <a:buNone/>
              <a:defRPr sz="1800">
                <a:solidFill>
                  <a:schemeClr val="dk1"/>
                </a:solidFill>
                <a:latin typeface="Gill Sans"/>
                <a:ea typeface="Gill Sans"/>
                <a:cs typeface="Gill Sans"/>
                <a:sym typeface="Gill Sans"/>
              </a:defRPr>
            </a:lvl1pPr>
            <a:lvl2pPr marR="0" lvl="1"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2pPr>
            <a:lvl3pPr marR="0" lvl="2"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3pPr>
            <a:lvl4pPr marR="0" lvl="3"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4pPr>
            <a:lvl5pPr marR="0" lvl="4"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5pPr>
            <a:lvl6pPr marR="0" lvl="5"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6pPr>
            <a:lvl7pPr marR="0" lvl="6"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7pPr>
            <a:lvl8pPr marR="0" lvl="7"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8pPr>
            <a:lvl9pPr marR="0" lvl="8" algn="l">
              <a:spcBef>
                <a:spcPts val="0"/>
              </a:spcBef>
              <a:spcAft>
                <a:spcPts val="0"/>
              </a:spcAft>
              <a:buSzPts val="1400"/>
              <a:buNone/>
              <a:defRPr sz="1800" b="0" i="0" u="none" strike="noStrike" cap="none">
                <a:solidFill>
                  <a:schemeClr val="dk1"/>
                </a:solidFill>
                <a:latin typeface="Gill Sans"/>
                <a:ea typeface="Gill Sans"/>
                <a:cs typeface="Gill Sans"/>
                <a:sym typeface="Gill Sans"/>
              </a:defRPr>
            </a:lvl9pPr>
          </a:lstStyle>
          <a:p>
            <a:endParaRPr/>
          </a:p>
        </p:txBody>
      </p:sp>
      <p:sp>
        <p:nvSpPr>
          <p:cNvPr id="325" name="Google Shape;325;g3ba64eb164b_0_211"/>
          <p:cNvSpPr txBox="1">
            <a:spLocks noGrp="1"/>
          </p:cNvSpPr>
          <p:nvPr>
            <p:ph type="sldNum" idx="12"/>
          </p:nvPr>
        </p:nvSpPr>
        <p:spPr>
          <a:xfrm>
            <a:off x="10558300" y="5956137"/>
            <a:ext cx="14703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600">
                <a:solidFill>
                  <a:schemeClr val="accent2"/>
                </a:solidFill>
                <a:latin typeface="Gill Sans"/>
                <a:ea typeface="Gill Sans"/>
                <a:cs typeface="Gill Sans"/>
                <a:sym typeface="Gill Sans"/>
              </a:defRPr>
            </a:lvl1pPr>
            <a:lvl2pPr marL="0" lvl="1" indent="0" algn="r">
              <a:spcBef>
                <a:spcPts val="0"/>
              </a:spcBef>
              <a:buNone/>
              <a:defRPr sz="1600">
                <a:solidFill>
                  <a:schemeClr val="accent2"/>
                </a:solidFill>
                <a:latin typeface="Gill Sans"/>
                <a:ea typeface="Gill Sans"/>
                <a:cs typeface="Gill Sans"/>
                <a:sym typeface="Gill Sans"/>
              </a:defRPr>
            </a:lvl2pPr>
            <a:lvl3pPr marL="0" lvl="2" indent="0" algn="r">
              <a:spcBef>
                <a:spcPts val="0"/>
              </a:spcBef>
              <a:buNone/>
              <a:defRPr sz="1600">
                <a:solidFill>
                  <a:schemeClr val="accent2"/>
                </a:solidFill>
                <a:latin typeface="Gill Sans"/>
                <a:ea typeface="Gill Sans"/>
                <a:cs typeface="Gill Sans"/>
                <a:sym typeface="Gill Sans"/>
              </a:defRPr>
            </a:lvl3pPr>
            <a:lvl4pPr marL="0" lvl="3" indent="0" algn="r">
              <a:spcBef>
                <a:spcPts val="0"/>
              </a:spcBef>
              <a:buNone/>
              <a:defRPr sz="1600">
                <a:solidFill>
                  <a:schemeClr val="accent2"/>
                </a:solidFill>
                <a:latin typeface="Gill Sans"/>
                <a:ea typeface="Gill Sans"/>
                <a:cs typeface="Gill Sans"/>
                <a:sym typeface="Gill Sans"/>
              </a:defRPr>
            </a:lvl4pPr>
            <a:lvl5pPr marL="0" lvl="4" indent="0" algn="r">
              <a:spcBef>
                <a:spcPts val="0"/>
              </a:spcBef>
              <a:buNone/>
              <a:defRPr sz="1600">
                <a:solidFill>
                  <a:schemeClr val="accent2"/>
                </a:solidFill>
                <a:latin typeface="Gill Sans"/>
                <a:ea typeface="Gill Sans"/>
                <a:cs typeface="Gill Sans"/>
                <a:sym typeface="Gill Sans"/>
              </a:defRPr>
            </a:lvl5pPr>
            <a:lvl6pPr marL="0" lvl="5" indent="0" algn="r">
              <a:spcBef>
                <a:spcPts val="0"/>
              </a:spcBef>
              <a:buNone/>
              <a:defRPr sz="1600">
                <a:solidFill>
                  <a:schemeClr val="accent2"/>
                </a:solidFill>
                <a:latin typeface="Gill Sans"/>
                <a:ea typeface="Gill Sans"/>
                <a:cs typeface="Gill Sans"/>
                <a:sym typeface="Gill Sans"/>
              </a:defRPr>
            </a:lvl6pPr>
            <a:lvl7pPr marL="0" lvl="6" indent="0" algn="r">
              <a:spcBef>
                <a:spcPts val="0"/>
              </a:spcBef>
              <a:buNone/>
              <a:defRPr sz="1600">
                <a:solidFill>
                  <a:schemeClr val="accent2"/>
                </a:solidFill>
                <a:latin typeface="Gill Sans"/>
                <a:ea typeface="Gill Sans"/>
                <a:cs typeface="Gill Sans"/>
                <a:sym typeface="Gill Sans"/>
              </a:defRPr>
            </a:lvl7pPr>
            <a:lvl8pPr marL="0" lvl="7" indent="0" algn="r">
              <a:spcBef>
                <a:spcPts val="0"/>
              </a:spcBef>
              <a:buNone/>
              <a:defRPr sz="1600">
                <a:solidFill>
                  <a:schemeClr val="accent2"/>
                </a:solidFill>
                <a:latin typeface="Gill Sans"/>
                <a:ea typeface="Gill Sans"/>
                <a:cs typeface="Gill Sans"/>
                <a:sym typeface="Gill Sans"/>
              </a:defRPr>
            </a:lvl8pPr>
            <a:lvl9pPr marL="0" lvl="8" indent="0" algn="r">
              <a:spcBef>
                <a:spcPts val="0"/>
              </a:spcBef>
              <a:buNone/>
              <a:defRPr sz="1600">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326" name="Google Shape;326;g3ba64eb164b_0_211"/>
          <p:cNvSpPr>
            <a:spLocks noGrp="1"/>
          </p:cNvSpPr>
          <p:nvPr>
            <p:ph type="pic" idx="3"/>
          </p:nvPr>
        </p:nvSpPr>
        <p:spPr>
          <a:xfrm>
            <a:off x="581190" y="5681499"/>
            <a:ext cx="914400" cy="9144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pn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image" Target="../media/image1.png"/><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image" Target="../media/image1.png"/><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theme" Target="../theme/theme4.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g31b17ee5e2f_0_99"/>
          <p:cNvSpPr txBox="1">
            <a:spLocks noGrp="1"/>
          </p:cNvSpPr>
          <p:nvPr>
            <p:ph type="title"/>
          </p:nvPr>
        </p:nvSpPr>
        <p:spPr>
          <a:xfrm>
            <a:off x="581192" y="705124"/>
            <a:ext cx="11029500" cy="1189500"/>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1" name="Google Shape;11;g31b17ee5e2f_0_99"/>
          <p:cNvSpPr txBox="1">
            <a:spLocks noGrp="1"/>
          </p:cNvSpPr>
          <p:nvPr>
            <p:ph type="body" idx="1"/>
          </p:nvPr>
        </p:nvSpPr>
        <p:spPr>
          <a:xfrm>
            <a:off x="581192" y="2336003"/>
            <a:ext cx="11029500" cy="3522900"/>
          </a:xfrm>
          <a:prstGeom prst="rect">
            <a:avLst/>
          </a:prstGeom>
          <a:noFill/>
          <a:ln>
            <a:noFill/>
          </a:ln>
        </p:spPr>
        <p:txBody>
          <a:bodyPr spcFirstLastPara="1" wrap="square" lIns="91425" tIns="45700" rIns="91425" bIns="45700" anchor="ctr" anchorCtr="0">
            <a:normAutofit/>
          </a:bodyPr>
          <a:lstStyle>
            <a:lvl1pPr marL="457200" marR="0" lvl="0" indent="-368808" algn="l" rtl="0">
              <a:lnSpc>
                <a:spcPct val="100000"/>
              </a:lnSpc>
              <a:spcBef>
                <a:spcPts val="480"/>
              </a:spcBef>
              <a:spcAft>
                <a:spcPts val="0"/>
              </a:spcAft>
              <a:buClr>
                <a:schemeClr val="accent2"/>
              </a:buClr>
              <a:buSzPts val="2208"/>
              <a:buFont typeface="Noto Sans Symbols"/>
              <a:buChar char="◼"/>
              <a:defRPr sz="2400" b="0" i="0" u="none" strike="noStrike" cap="none">
                <a:solidFill>
                  <a:schemeClr val="dk2"/>
                </a:solidFill>
                <a:latin typeface="Gill Sans"/>
                <a:ea typeface="Gill Sans"/>
                <a:cs typeface="Gill Sans"/>
                <a:sym typeface="Gill Sans"/>
              </a:defRPr>
            </a:lvl1pPr>
            <a:lvl2pPr marL="914400" marR="0" lvl="1" indent="-345440" algn="l" rtl="0">
              <a:lnSpc>
                <a:spcPct val="100000"/>
              </a:lnSpc>
              <a:spcBef>
                <a:spcPts val="600"/>
              </a:spcBef>
              <a:spcAft>
                <a:spcPts val="0"/>
              </a:spcAft>
              <a:buClr>
                <a:schemeClr val="accent2"/>
              </a:buClr>
              <a:buSzPts val="1840"/>
              <a:buFont typeface="Noto Sans Symbols"/>
              <a:buChar char="◼"/>
              <a:defRPr sz="20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2" name="Google Shape;12;g31b17ee5e2f_0_99"/>
          <p:cNvSpPr txBox="1">
            <a:spLocks noGrp="1"/>
          </p:cNvSpPr>
          <p:nvPr>
            <p:ph type="sldNum" idx="12"/>
          </p:nvPr>
        </p:nvSpPr>
        <p:spPr>
          <a:xfrm>
            <a:off x="10558298" y="5951811"/>
            <a:ext cx="14703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3" name="Google Shape;13;g31b17ee5e2f_0_99"/>
          <p:cNvSpPr/>
          <p:nvPr/>
        </p:nvSpPr>
        <p:spPr>
          <a:xfrm>
            <a:off x="446534" y="457200"/>
            <a:ext cx="3703200" cy="95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 name="Google Shape;14;g31b17ee5e2f_0_99"/>
          <p:cNvSpPr/>
          <p:nvPr/>
        </p:nvSpPr>
        <p:spPr>
          <a:xfrm>
            <a:off x="8042147" y="453643"/>
            <a:ext cx="3703200" cy="987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5" name="Google Shape;15;g31b17ee5e2f_0_99"/>
          <p:cNvSpPr/>
          <p:nvPr/>
        </p:nvSpPr>
        <p:spPr>
          <a:xfrm>
            <a:off x="4241830" y="457200"/>
            <a:ext cx="3703200" cy="915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6" name="Google Shape;16;g31b17ee5e2f_0_99"/>
          <p:cNvPicPr preferRelativeResize="0"/>
          <p:nvPr/>
        </p:nvPicPr>
        <p:blipFill rotWithShape="1">
          <a:blip r:embed="rId12">
            <a:alphaModFix/>
          </a:blip>
          <a:srcRect/>
          <a:stretch/>
        </p:blipFill>
        <p:spPr>
          <a:xfrm>
            <a:off x="11086740" y="5978817"/>
            <a:ext cx="413332" cy="348117"/>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g317538e0ecf_0_318"/>
          <p:cNvSpPr txBox="1">
            <a:spLocks noGrp="1"/>
          </p:cNvSpPr>
          <p:nvPr>
            <p:ph type="title"/>
          </p:nvPr>
        </p:nvSpPr>
        <p:spPr>
          <a:xfrm>
            <a:off x="581192" y="705124"/>
            <a:ext cx="11029500" cy="1189500"/>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90" name="Google Shape;90;g317538e0ecf_0_318"/>
          <p:cNvSpPr txBox="1">
            <a:spLocks noGrp="1"/>
          </p:cNvSpPr>
          <p:nvPr>
            <p:ph type="body" idx="1"/>
          </p:nvPr>
        </p:nvSpPr>
        <p:spPr>
          <a:xfrm>
            <a:off x="581192" y="2336003"/>
            <a:ext cx="11029500" cy="3522900"/>
          </a:xfrm>
          <a:prstGeom prst="rect">
            <a:avLst/>
          </a:prstGeom>
          <a:noFill/>
          <a:ln>
            <a:noFill/>
          </a:ln>
        </p:spPr>
        <p:txBody>
          <a:bodyPr spcFirstLastPara="1" wrap="square" lIns="91425" tIns="45700" rIns="91425" bIns="45700" anchor="ctr" anchorCtr="0">
            <a:normAutofit/>
          </a:bodyPr>
          <a:lstStyle>
            <a:lvl1pPr marL="457200" marR="0" lvl="0" indent="-368808" algn="l" rtl="0">
              <a:lnSpc>
                <a:spcPct val="100000"/>
              </a:lnSpc>
              <a:spcBef>
                <a:spcPts val="480"/>
              </a:spcBef>
              <a:spcAft>
                <a:spcPts val="0"/>
              </a:spcAft>
              <a:buClr>
                <a:schemeClr val="accent2"/>
              </a:buClr>
              <a:buSzPts val="2208"/>
              <a:buFont typeface="Noto Sans Symbols"/>
              <a:buChar char="◼"/>
              <a:defRPr sz="2400" b="0" i="0" u="none" strike="noStrike" cap="none">
                <a:solidFill>
                  <a:schemeClr val="dk2"/>
                </a:solidFill>
                <a:latin typeface="Gill Sans"/>
                <a:ea typeface="Gill Sans"/>
                <a:cs typeface="Gill Sans"/>
                <a:sym typeface="Gill Sans"/>
              </a:defRPr>
            </a:lvl1pPr>
            <a:lvl2pPr marL="914400" marR="0" lvl="1" indent="-345440" algn="l" rtl="0">
              <a:lnSpc>
                <a:spcPct val="100000"/>
              </a:lnSpc>
              <a:spcBef>
                <a:spcPts val="600"/>
              </a:spcBef>
              <a:spcAft>
                <a:spcPts val="0"/>
              </a:spcAft>
              <a:buClr>
                <a:schemeClr val="accent2"/>
              </a:buClr>
              <a:buSzPts val="1840"/>
              <a:buFont typeface="Noto Sans Symbols"/>
              <a:buChar char="◼"/>
              <a:defRPr sz="2000" b="0" i="0" u="none" strike="noStrike" cap="none">
                <a:solidFill>
                  <a:schemeClr val="dk2"/>
                </a:solidFill>
                <a:latin typeface="Gill Sans"/>
                <a:ea typeface="Gill Sans"/>
                <a:cs typeface="Gill Sans"/>
                <a:sym typeface="Gill Sans"/>
              </a:defRPr>
            </a:lvl2pPr>
            <a:lvl3pPr marL="1371600" marR="0" lvl="2" indent="-333756" algn="l" rtl="0">
              <a:lnSpc>
                <a:spcPct val="100000"/>
              </a:lnSpc>
              <a:spcBef>
                <a:spcPts val="60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3pPr>
            <a:lvl4pPr marL="1828800" marR="0" lvl="3" indent="-333756" algn="l" rtl="0">
              <a:lnSpc>
                <a:spcPct val="100000"/>
              </a:lnSpc>
              <a:spcBef>
                <a:spcPts val="60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4pPr>
            <a:lvl5pPr marL="2286000" marR="0" lvl="4" indent="-333756" algn="l" rtl="0">
              <a:lnSpc>
                <a:spcPct val="100000"/>
              </a:lnSpc>
              <a:spcBef>
                <a:spcPts val="60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91" name="Google Shape;91;g317538e0ecf_0_318"/>
          <p:cNvSpPr txBox="1">
            <a:spLocks noGrp="1"/>
          </p:cNvSpPr>
          <p:nvPr>
            <p:ph type="sldNum" idx="12"/>
          </p:nvPr>
        </p:nvSpPr>
        <p:spPr>
          <a:xfrm>
            <a:off x="10558298" y="5951811"/>
            <a:ext cx="14703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92" name="Google Shape;92;g317538e0ecf_0_318"/>
          <p:cNvSpPr/>
          <p:nvPr/>
        </p:nvSpPr>
        <p:spPr>
          <a:xfrm>
            <a:off x="446534" y="457200"/>
            <a:ext cx="3703200" cy="95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93" name="Google Shape;93;g317538e0ecf_0_318"/>
          <p:cNvSpPr/>
          <p:nvPr/>
        </p:nvSpPr>
        <p:spPr>
          <a:xfrm>
            <a:off x="8042147" y="453643"/>
            <a:ext cx="3703200" cy="987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g317538e0ecf_0_318"/>
          <p:cNvSpPr/>
          <p:nvPr/>
        </p:nvSpPr>
        <p:spPr>
          <a:xfrm>
            <a:off x="4241830" y="457200"/>
            <a:ext cx="3703200" cy="915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95" name="Google Shape;95;g317538e0ecf_0_318"/>
          <p:cNvPicPr preferRelativeResize="0"/>
          <p:nvPr/>
        </p:nvPicPr>
        <p:blipFill rotWithShape="1">
          <a:blip r:embed="rId13">
            <a:alphaModFix/>
          </a:blip>
          <a:srcRect/>
          <a:stretch/>
        </p:blipFill>
        <p:spPr>
          <a:xfrm>
            <a:off x="11086740" y="5978817"/>
            <a:ext cx="413332" cy="348117"/>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8"/>
        <p:cNvGrpSpPr/>
        <p:nvPr/>
      </p:nvGrpSpPr>
      <p:grpSpPr>
        <a:xfrm>
          <a:off x="0" y="0"/>
          <a:ext cx="0" cy="0"/>
          <a:chOff x="0" y="0"/>
          <a:chExt cx="0" cy="0"/>
        </a:xfrm>
      </p:grpSpPr>
      <p:sp>
        <p:nvSpPr>
          <p:cNvPr id="169" name="Google Shape;169;g3ba5273548b_12_105"/>
          <p:cNvSpPr txBox="1">
            <a:spLocks noGrp="1"/>
          </p:cNvSpPr>
          <p:nvPr>
            <p:ph type="title"/>
          </p:nvPr>
        </p:nvSpPr>
        <p:spPr>
          <a:xfrm>
            <a:off x="581192" y="705124"/>
            <a:ext cx="11029500" cy="1189500"/>
          </a:xfrm>
          <a:prstGeom prst="rect">
            <a:avLst/>
          </a:prstGeom>
          <a:noFill/>
          <a:ln>
            <a:noFill/>
          </a:ln>
        </p:spPr>
        <p:txBody>
          <a:bodyPr spcFirstLastPara="1" wrap="square" lIns="91425" tIns="45700" rIns="91425" bIns="45700" anchor="b" anchorCtr="0">
            <a:normAutofit/>
          </a:bodyPr>
          <a:lstStyle>
            <a:lvl1pPr marR="0" lvl="0" algn="l">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70" name="Google Shape;170;g3ba5273548b_12_105"/>
          <p:cNvSpPr txBox="1">
            <a:spLocks noGrp="1"/>
          </p:cNvSpPr>
          <p:nvPr>
            <p:ph type="body" idx="1"/>
          </p:nvPr>
        </p:nvSpPr>
        <p:spPr>
          <a:xfrm>
            <a:off x="581192" y="2336003"/>
            <a:ext cx="11029500" cy="3522900"/>
          </a:xfrm>
          <a:prstGeom prst="rect">
            <a:avLst/>
          </a:prstGeom>
          <a:noFill/>
          <a:ln>
            <a:noFill/>
          </a:ln>
        </p:spPr>
        <p:txBody>
          <a:bodyPr spcFirstLastPara="1" wrap="square" lIns="91425" tIns="45700" rIns="91425" bIns="45700" anchor="ctr" anchorCtr="0">
            <a:normAutofit/>
          </a:bodyPr>
          <a:lstStyle>
            <a:lvl1pPr marL="457200" marR="0" lvl="0" indent="-368808" algn="l">
              <a:lnSpc>
                <a:spcPct val="100000"/>
              </a:lnSpc>
              <a:spcBef>
                <a:spcPts val="480"/>
              </a:spcBef>
              <a:spcAft>
                <a:spcPts val="0"/>
              </a:spcAft>
              <a:buClr>
                <a:schemeClr val="accent2"/>
              </a:buClr>
              <a:buSzPts val="2208"/>
              <a:buFont typeface="Noto Sans Symbols"/>
              <a:buChar char="◼"/>
              <a:defRPr sz="2400" b="0" i="0" u="none" strike="noStrike" cap="none">
                <a:solidFill>
                  <a:schemeClr val="dk2"/>
                </a:solidFill>
                <a:latin typeface="Gill Sans"/>
                <a:ea typeface="Gill Sans"/>
                <a:cs typeface="Gill Sans"/>
                <a:sym typeface="Gill Sans"/>
              </a:defRPr>
            </a:lvl1pPr>
            <a:lvl2pPr marL="914400" marR="0" lvl="1" indent="-345440" algn="l">
              <a:lnSpc>
                <a:spcPct val="100000"/>
              </a:lnSpc>
              <a:spcBef>
                <a:spcPts val="600"/>
              </a:spcBef>
              <a:spcAft>
                <a:spcPts val="0"/>
              </a:spcAft>
              <a:buClr>
                <a:schemeClr val="accent2"/>
              </a:buClr>
              <a:buSzPts val="1840"/>
              <a:buFont typeface="Noto Sans Symbols"/>
              <a:buChar char="◼"/>
              <a:defRPr sz="2000" b="0" i="0" u="none" strike="noStrike" cap="none">
                <a:solidFill>
                  <a:schemeClr val="dk2"/>
                </a:solidFill>
                <a:latin typeface="Gill Sans"/>
                <a:ea typeface="Gill Sans"/>
                <a:cs typeface="Gill Sans"/>
                <a:sym typeface="Gill Sans"/>
              </a:defRPr>
            </a:lvl2pPr>
            <a:lvl3pPr marL="1371600" marR="0" lvl="2" indent="-333756" algn="l">
              <a:lnSpc>
                <a:spcPct val="100000"/>
              </a:lnSpc>
              <a:spcBef>
                <a:spcPts val="60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3pPr>
            <a:lvl4pPr marL="1828800" marR="0" lvl="3" indent="-333756" algn="l">
              <a:lnSpc>
                <a:spcPct val="100000"/>
              </a:lnSpc>
              <a:spcBef>
                <a:spcPts val="60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4pPr>
            <a:lvl5pPr marL="2286000" marR="0" lvl="4" indent="-333756" algn="l">
              <a:lnSpc>
                <a:spcPct val="100000"/>
              </a:lnSpc>
              <a:spcBef>
                <a:spcPts val="60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5pPr>
            <a:lvl6pPr marL="2743200" marR="0" lvl="5" indent="-298704" algn="l">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71" name="Google Shape;171;g3ba5273548b_12_105"/>
          <p:cNvSpPr txBox="1">
            <a:spLocks noGrp="1"/>
          </p:cNvSpPr>
          <p:nvPr>
            <p:ph type="sldNum" idx="12"/>
          </p:nvPr>
        </p:nvSpPr>
        <p:spPr>
          <a:xfrm>
            <a:off x="10558298" y="5951811"/>
            <a:ext cx="14703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chemeClr val="accent2"/>
              </a:buClr>
              <a:buSzPts val="1600"/>
              <a:buFont typeface="Gill Sans"/>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172" name="Google Shape;172;g3ba5273548b_12_105"/>
          <p:cNvSpPr/>
          <p:nvPr/>
        </p:nvSpPr>
        <p:spPr>
          <a:xfrm>
            <a:off x="446534" y="457200"/>
            <a:ext cx="3703200" cy="951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3" name="Google Shape;173;g3ba5273548b_12_105"/>
          <p:cNvSpPr/>
          <p:nvPr/>
        </p:nvSpPr>
        <p:spPr>
          <a:xfrm>
            <a:off x="8042147" y="453643"/>
            <a:ext cx="3703200" cy="987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74" name="Google Shape;174;g3ba5273548b_12_105"/>
          <p:cNvSpPr/>
          <p:nvPr/>
        </p:nvSpPr>
        <p:spPr>
          <a:xfrm>
            <a:off x="4241830" y="457200"/>
            <a:ext cx="3703200" cy="915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75" name="Google Shape;175;g3ba5273548b_12_105"/>
          <p:cNvPicPr preferRelativeResize="0"/>
          <p:nvPr/>
        </p:nvPicPr>
        <p:blipFill rotWithShape="1">
          <a:blip r:embed="rId13">
            <a:alphaModFix/>
          </a:blip>
          <a:srcRect/>
          <a:stretch/>
        </p:blipFill>
        <p:spPr>
          <a:xfrm>
            <a:off x="11086740" y="5978817"/>
            <a:ext cx="413332" cy="348117"/>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8"/>
        <p:cNvGrpSpPr/>
        <p:nvPr/>
      </p:nvGrpSpPr>
      <p:grpSpPr>
        <a:xfrm>
          <a:off x="0" y="0"/>
          <a:ext cx="0" cy="0"/>
          <a:chOff x="0" y="0"/>
          <a:chExt cx="0" cy="0"/>
        </a:xfrm>
      </p:grpSpPr>
      <p:sp>
        <p:nvSpPr>
          <p:cNvPr id="249" name="Google Shape;249;g3ba64eb164b_0_139"/>
          <p:cNvSpPr txBox="1">
            <a:spLocks noGrp="1"/>
          </p:cNvSpPr>
          <p:nvPr>
            <p:ph type="title"/>
          </p:nvPr>
        </p:nvSpPr>
        <p:spPr>
          <a:xfrm>
            <a:off x="581192" y="705124"/>
            <a:ext cx="11029500" cy="1189500"/>
          </a:xfrm>
          <a:prstGeom prst="rect">
            <a:avLst/>
          </a:prstGeom>
          <a:noFill/>
          <a:ln>
            <a:noFill/>
          </a:ln>
        </p:spPr>
        <p:txBody>
          <a:bodyPr spcFirstLastPara="1" wrap="square" lIns="91425" tIns="45700" rIns="91425" bIns="45700" anchor="b" anchorCtr="0">
            <a:normAutofit/>
          </a:bodyPr>
          <a:lstStyle>
            <a:lvl1pPr marR="0" lvl="0" algn="l">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a:spcBef>
                <a:spcPts val="0"/>
              </a:spcBef>
              <a:spcAft>
                <a:spcPts val="0"/>
              </a:spcAft>
              <a:buSzPts val="1400"/>
              <a:buNone/>
              <a:defRPr sz="1800" b="0" i="0" u="none" strike="noStrike" cap="none">
                <a:solidFill>
                  <a:schemeClr val="dk2"/>
                </a:solidFill>
              </a:defRPr>
            </a:lvl2pPr>
            <a:lvl3pPr marR="0" lvl="2" algn="l">
              <a:spcBef>
                <a:spcPts val="0"/>
              </a:spcBef>
              <a:spcAft>
                <a:spcPts val="0"/>
              </a:spcAft>
              <a:buSzPts val="1400"/>
              <a:buNone/>
              <a:defRPr sz="1800" b="0" i="0" u="none" strike="noStrike" cap="none">
                <a:solidFill>
                  <a:schemeClr val="dk2"/>
                </a:solidFill>
              </a:defRPr>
            </a:lvl3pPr>
            <a:lvl4pPr marR="0" lvl="3" algn="l">
              <a:spcBef>
                <a:spcPts val="0"/>
              </a:spcBef>
              <a:spcAft>
                <a:spcPts val="0"/>
              </a:spcAft>
              <a:buSzPts val="1400"/>
              <a:buNone/>
              <a:defRPr sz="1800" b="0" i="0" u="none" strike="noStrike" cap="none">
                <a:solidFill>
                  <a:schemeClr val="dk2"/>
                </a:solidFill>
              </a:defRPr>
            </a:lvl4pPr>
            <a:lvl5pPr marR="0" lvl="4" algn="l">
              <a:spcBef>
                <a:spcPts val="0"/>
              </a:spcBef>
              <a:spcAft>
                <a:spcPts val="0"/>
              </a:spcAft>
              <a:buSzPts val="1400"/>
              <a:buNone/>
              <a:defRPr sz="1800" b="0" i="0" u="none" strike="noStrike" cap="none">
                <a:solidFill>
                  <a:schemeClr val="dk2"/>
                </a:solidFill>
              </a:defRPr>
            </a:lvl5pPr>
            <a:lvl6pPr marR="0" lvl="5" algn="l">
              <a:spcBef>
                <a:spcPts val="0"/>
              </a:spcBef>
              <a:spcAft>
                <a:spcPts val="0"/>
              </a:spcAft>
              <a:buSzPts val="1400"/>
              <a:buNone/>
              <a:defRPr sz="1800" b="0" i="0" u="none" strike="noStrike" cap="none">
                <a:solidFill>
                  <a:schemeClr val="dk2"/>
                </a:solidFill>
              </a:defRPr>
            </a:lvl6pPr>
            <a:lvl7pPr marR="0" lvl="6" algn="l">
              <a:spcBef>
                <a:spcPts val="0"/>
              </a:spcBef>
              <a:spcAft>
                <a:spcPts val="0"/>
              </a:spcAft>
              <a:buSzPts val="1400"/>
              <a:buNone/>
              <a:defRPr sz="1800" b="0" i="0" u="none" strike="noStrike" cap="none">
                <a:solidFill>
                  <a:schemeClr val="dk2"/>
                </a:solidFill>
              </a:defRPr>
            </a:lvl7pPr>
            <a:lvl8pPr marR="0" lvl="7" algn="l">
              <a:spcBef>
                <a:spcPts val="0"/>
              </a:spcBef>
              <a:spcAft>
                <a:spcPts val="0"/>
              </a:spcAft>
              <a:buSzPts val="1400"/>
              <a:buNone/>
              <a:defRPr sz="1800" b="0" i="0" u="none" strike="noStrike" cap="none">
                <a:solidFill>
                  <a:schemeClr val="dk2"/>
                </a:solidFill>
              </a:defRPr>
            </a:lvl8pPr>
            <a:lvl9pPr marR="0" lvl="8" algn="l">
              <a:spcBef>
                <a:spcPts val="0"/>
              </a:spcBef>
              <a:spcAft>
                <a:spcPts val="0"/>
              </a:spcAft>
              <a:buSzPts val="1400"/>
              <a:buNone/>
              <a:defRPr sz="1800" b="0" i="0" u="none" strike="noStrike" cap="none">
                <a:solidFill>
                  <a:schemeClr val="dk2"/>
                </a:solidFill>
              </a:defRPr>
            </a:lvl9pPr>
          </a:lstStyle>
          <a:p>
            <a:endParaRPr/>
          </a:p>
        </p:txBody>
      </p:sp>
      <p:sp>
        <p:nvSpPr>
          <p:cNvPr id="250" name="Google Shape;250;g3ba64eb164b_0_139"/>
          <p:cNvSpPr txBox="1">
            <a:spLocks noGrp="1"/>
          </p:cNvSpPr>
          <p:nvPr>
            <p:ph type="body" idx="1"/>
          </p:nvPr>
        </p:nvSpPr>
        <p:spPr>
          <a:xfrm>
            <a:off x="581192" y="2336003"/>
            <a:ext cx="11029500" cy="3522900"/>
          </a:xfrm>
          <a:prstGeom prst="rect">
            <a:avLst/>
          </a:prstGeom>
          <a:noFill/>
          <a:ln>
            <a:noFill/>
          </a:ln>
        </p:spPr>
        <p:txBody>
          <a:bodyPr spcFirstLastPara="1" wrap="square" lIns="91425" tIns="45700" rIns="91425" bIns="45700" anchor="ctr" anchorCtr="0">
            <a:normAutofit/>
          </a:bodyPr>
          <a:lstStyle>
            <a:lvl1pPr marL="457200" marR="0" lvl="0" indent="-368808" algn="l">
              <a:spcBef>
                <a:spcPts val="480"/>
              </a:spcBef>
              <a:spcAft>
                <a:spcPts val="0"/>
              </a:spcAft>
              <a:buClr>
                <a:schemeClr val="accent2"/>
              </a:buClr>
              <a:buSzPts val="2208"/>
              <a:buFont typeface="Noto Sans Symbols"/>
              <a:buChar char="◼"/>
              <a:defRPr sz="2400" b="0" i="0" u="none" strike="noStrike" cap="none">
                <a:solidFill>
                  <a:schemeClr val="dk2"/>
                </a:solidFill>
                <a:latin typeface="Gill Sans"/>
                <a:ea typeface="Gill Sans"/>
                <a:cs typeface="Gill Sans"/>
                <a:sym typeface="Gill Sans"/>
              </a:defRPr>
            </a:lvl1pPr>
            <a:lvl2pPr marL="914400" marR="0" lvl="1" indent="-345440" algn="l">
              <a:spcBef>
                <a:spcPts val="600"/>
              </a:spcBef>
              <a:spcAft>
                <a:spcPts val="0"/>
              </a:spcAft>
              <a:buClr>
                <a:schemeClr val="accent2"/>
              </a:buClr>
              <a:buSzPts val="1840"/>
              <a:buFont typeface="Noto Sans Symbols"/>
              <a:buChar char="◼"/>
              <a:defRPr sz="2000" b="0" i="0" u="none" strike="noStrike" cap="none">
                <a:solidFill>
                  <a:schemeClr val="dk2"/>
                </a:solidFill>
                <a:latin typeface="Gill Sans"/>
                <a:ea typeface="Gill Sans"/>
                <a:cs typeface="Gill Sans"/>
                <a:sym typeface="Gill Sans"/>
              </a:defRPr>
            </a:lvl2pPr>
            <a:lvl3pPr marL="1371600" marR="0" lvl="2" indent="-333756" algn="l">
              <a:spcBef>
                <a:spcPts val="60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3pPr>
            <a:lvl4pPr marL="1828800" marR="0" lvl="3" indent="-333756" algn="l">
              <a:spcBef>
                <a:spcPts val="60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4pPr>
            <a:lvl5pPr marL="2286000" marR="0" lvl="4" indent="-333756" algn="l">
              <a:spcBef>
                <a:spcPts val="60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5pPr>
            <a:lvl6pPr marL="2743200" marR="0" lvl="5" indent="-298704" algn="l">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251" name="Google Shape;251;g3ba64eb164b_0_139"/>
          <p:cNvSpPr txBox="1">
            <a:spLocks noGrp="1"/>
          </p:cNvSpPr>
          <p:nvPr>
            <p:ph type="sldNum" idx="12"/>
          </p:nvPr>
        </p:nvSpPr>
        <p:spPr>
          <a:xfrm>
            <a:off x="10558298" y="5951811"/>
            <a:ext cx="1470300" cy="3651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600" b="0" i="0" u="none" strike="noStrike" cap="none">
                <a:solidFill>
                  <a:schemeClr val="accent2"/>
                </a:solidFill>
                <a:latin typeface="Gill Sans"/>
                <a:ea typeface="Gill Sans"/>
                <a:cs typeface="Gill Sans"/>
                <a:sym typeface="Gill Sans"/>
              </a:defRPr>
            </a:lvl1pPr>
            <a:lvl2pPr marL="0" marR="0" lvl="1" indent="0" algn="r">
              <a:spcBef>
                <a:spcPts val="0"/>
              </a:spcBef>
              <a:buNone/>
              <a:defRPr sz="1600" b="0" i="0" u="none" strike="noStrike" cap="none">
                <a:solidFill>
                  <a:schemeClr val="accent2"/>
                </a:solidFill>
                <a:latin typeface="Gill Sans"/>
                <a:ea typeface="Gill Sans"/>
                <a:cs typeface="Gill Sans"/>
                <a:sym typeface="Gill Sans"/>
              </a:defRPr>
            </a:lvl2pPr>
            <a:lvl3pPr marL="0" marR="0" lvl="2" indent="0" algn="r">
              <a:spcBef>
                <a:spcPts val="0"/>
              </a:spcBef>
              <a:buNone/>
              <a:defRPr sz="1600" b="0" i="0" u="none" strike="noStrike" cap="none">
                <a:solidFill>
                  <a:schemeClr val="accent2"/>
                </a:solidFill>
                <a:latin typeface="Gill Sans"/>
                <a:ea typeface="Gill Sans"/>
                <a:cs typeface="Gill Sans"/>
                <a:sym typeface="Gill Sans"/>
              </a:defRPr>
            </a:lvl3pPr>
            <a:lvl4pPr marL="0" marR="0" lvl="3" indent="0" algn="r">
              <a:spcBef>
                <a:spcPts val="0"/>
              </a:spcBef>
              <a:buNone/>
              <a:defRPr sz="1600" b="0" i="0" u="none" strike="noStrike" cap="none">
                <a:solidFill>
                  <a:schemeClr val="accent2"/>
                </a:solidFill>
                <a:latin typeface="Gill Sans"/>
                <a:ea typeface="Gill Sans"/>
                <a:cs typeface="Gill Sans"/>
                <a:sym typeface="Gill Sans"/>
              </a:defRPr>
            </a:lvl4pPr>
            <a:lvl5pPr marL="0" marR="0" lvl="4" indent="0" algn="r">
              <a:spcBef>
                <a:spcPts val="0"/>
              </a:spcBef>
              <a:buNone/>
              <a:defRPr sz="1600" b="0" i="0" u="none" strike="noStrike" cap="none">
                <a:solidFill>
                  <a:schemeClr val="accent2"/>
                </a:solidFill>
                <a:latin typeface="Gill Sans"/>
                <a:ea typeface="Gill Sans"/>
                <a:cs typeface="Gill Sans"/>
                <a:sym typeface="Gill Sans"/>
              </a:defRPr>
            </a:lvl5pPr>
            <a:lvl6pPr marL="0" marR="0" lvl="5" indent="0" algn="r">
              <a:spcBef>
                <a:spcPts val="0"/>
              </a:spcBef>
              <a:buNone/>
              <a:defRPr sz="1600" b="0" i="0" u="none" strike="noStrike" cap="none">
                <a:solidFill>
                  <a:schemeClr val="accent2"/>
                </a:solidFill>
                <a:latin typeface="Gill Sans"/>
                <a:ea typeface="Gill Sans"/>
                <a:cs typeface="Gill Sans"/>
                <a:sym typeface="Gill Sans"/>
              </a:defRPr>
            </a:lvl6pPr>
            <a:lvl7pPr marL="0" marR="0" lvl="6" indent="0" algn="r">
              <a:spcBef>
                <a:spcPts val="0"/>
              </a:spcBef>
              <a:buNone/>
              <a:defRPr sz="1600" b="0" i="0" u="none" strike="noStrike" cap="none">
                <a:solidFill>
                  <a:schemeClr val="accent2"/>
                </a:solidFill>
                <a:latin typeface="Gill Sans"/>
                <a:ea typeface="Gill Sans"/>
                <a:cs typeface="Gill Sans"/>
                <a:sym typeface="Gill Sans"/>
              </a:defRPr>
            </a:lvl7pPr>
            <a:lvl8pPr marL="0" marR="0" lvl="7" indent="0" algn="r">
              <a:spcBef>
                <a:spcPts val="0"/>
              </a:spcBef>
              <a:buNone/>
              <a:defRPr sz="1600" b="0" i="0" u="none" strike="noStrike" cap="none">
                <a:solidFill>
                  <a:schemeClr val="accent2"/>
                </a:solidFill>
                <a:latin typeface="Gill Sans"/>
                <a:ea typeface="Gill Sans"/>
                <a:cs typeface="Gill Sans"/>
                <a:sym typeface="Gill Sans"/>
              </a:defRPr>
            </a:lvl8pPr>
            <a:lvl9pPr marL="0" marR="0" lvl="8" indent="0" algn="r">
              <a:spcBef>
                <a:spcPts val="0"/>
              </a:spcBef>
              <a:buNone/>
              <a:defRPr sz="16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n-US"/>
              <a:t>‹#›</a:t>
            </a:fld>
            <a:endParaRPr/>
          </a:p>
        </p:txBody>
      </p:sp>
      <p:sp>
        <p:nvSpPr>
          <p:cNvPr id="252" name="Google Shape;252;g3ba64eb164b_0_139"/>
          <p:cNvSpPr/>
          <p:nvPr/>
        </p:nvSpPr>
        <p:spPr>
          <a:xfrm>
            <a:off x="446534" y="457200"/>
            <a:ext cx="3703200" cy="95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g3ba64eb164b_0_139"/>
          <p:cNvSpPr/>
          <p:nvPr/>
        </p:nvSpPr>
        <p:spPr>
          <a:xfrm>
            <a:off x="8042147" y="453643"/>
            <a:ext cx="3703200" cy="987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g3ba64eb164b_0_139"/>
          <p:cNvSpPr/>
          <p:nvPr/>
        </p:nvSpPr>
        <p:spPr>
          <a:xfrm>
            <a:off x="4241830" y="457200"/>
            <a:ext cx="3703200" cy="915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5" name="Google Shape;255;g3ba64eb164b_0_139"/>
          <p:cNvPicPr preferRelativeResize="0"/>
          <p:nvPr/>
        </p:nvPicPr>
        <p:blipFill rotWithShape="1">
          <a:blip r:embed="rId12">
            <a:alphaModFix/>
          </a:blip>
          <a:srcRect/>
          <a:stretch/>
        </p:blipFill>
        <p:spPr>
          <a:xfrm>
            <a:off x="11086740" y="5978817"/>
            <a:ext cx="413332" cy="348117"/>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34.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34.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pic>
        <p:nvPicPr>
          <p:cNvPr id="332" name="Google Shape;332;g3ba64eb164b_0_319" descr="Remove the text on the slide"/>
          <p:cNvPicPr preferRelativeResize="0"/>
          <p:nvPr/>
        </p:nvPicPr>
        <p:blipFill>
          <a:blip r:embed="rId3">
            <a:alphaModFix/>
          </a:blip>
          <a:stretch>
            <a:fillRect/>
          </a:stretch>
        </p:blipFill>
        <p:spPr>
          <a:xfrm>
            <a:off x="-47625" y="0"/>
            <a:ext cx="12287250" cy="6858000"/>
          </a:xfrm>
          <a:prstGeom prst="rect">
            <a:avLst/>
          </a:prstGeom>
          <a:noFill/>
          <a:ln>
            <a:noFill/>
          </a:ln>
        </p:spPr>
      </p:pic>
      <p:sp>
        <p:nvSpPr>
          <p:cNvPr id="333" name="Google Shape;333;g3ba64eb164b_0_319"/>
          <p:cNvSpPr/>
          <p:nvPr/>
        </p:nvSpPr>
        <p:spPr>
          <a:xfrm>
            <a:off x="-47625" y="506525"/>
            <a:ext cx="12287400" cy="1627800"/>
          </a:xfrm>
          <a:prstGeom prst="rect">
            <a:avLst/>
          </a:prstGeom>
          <a:solidFill>
            <a:srgbClr val="031931">
              <a:alpha val="42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334" name="Google Shape;334;g3ba64eb164b_0_319"/>
          <p:cNvSpPr/>
          <p:nvPr/>
        </p:nvSpPr>
        <p:spPr>
          <a:xfrm>
            <a:off x="7150825" y="3227125"/>
            <a:ext cx="4637100" cy="3360000"/>
          </a:xfrm>
          <a:prstGeom prst="rect">
            <a:avLst/>
          </a:prstGeom>
          <a:solidFill>
            <a:srgbClr val="03193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ill Sans"/>
              <a:ea typeface="Gill Sans"/>
              <a:cs typeface="Gill Sans"/>
              <a:sym typeface="Gill Sans"/>
            </a:endParaRPr>
          </a:p>
        </p:txBody>
      </p:sp>
      <p:sp>
        <p:nvSpPr>
          <p:cNvPr id="335" name="Google Shape;335;g3ba64eb164b_0_319"/>
          <p:cNvSpPr txBox="1"/>
          <p:nvPr/>
        </p:nvSpPr>
        <p:spPr>
          <a:xfrm>
            <a:off x="403700" y="506525"/>
            <a:ext cx="11384100" cy="1627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4000" b="1" dirty="0">
                <a:solidFill>
                  <a:schemeClr val="lt1"/>
                </a:solidFill>
              </a:rPr>
              <a:t>Ecosystem &amp; Socioeconomic Profile (ESP): </a:t>
            </a:r>
            <a:endParaRPr sz="4000" b="1" dirty="0">
              <a:solidFill>
                <a:schemeClr val="lt1"/>
              </a:solidFill>
            </a:endParaRPr>
          </a:p>
          <a:p>
            <a:pPr marL="0" lvl="0" indent="0" algn="ctr" rtl="0">
              <a:spcBef>
                <a:spcPts val="0"/>
              </a:spcBef>
              <a:spcAft>
                <a:spcPts val="0"/>
              </a:spcAft>
              <a:buNone/>
            </a:pPr>
            <a:r>
              <a:rPr lang="en-US" sz="4000" b="1" dirty="0">
                <a:solidFill>
                  <a:schemeClr val="lt1"/>
                </a:solidFill>
              </a:rPr>
              <a:t>Gulf of Alaska (GOA) Pacific Cod</a:t>
            </a:r>
            <a:endParaRPr sz="4000" b="1" dirty="0">
              <a:solidFill>
                <a:schemeClr val="lt1"/>
              </a:solidFill>
            </a:endParaRPr>
          </a:p>
        </p:txBody>
      </p:sp>
      <p:sp>
        <p:nvSpPr>
          <p:cNvPr id="336" name="Google Shape;336;g3ba64eb164b_0_319"/>
          <p:cNvSpPr txBox="1"/>
          <p:nvPr/>
        </p:nvSpPr>
        <p:spPr>
          <a:xfrm>
            <a:off x="6810375" y="2249500"/>
            <a:ext cx="5381700" cy="831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a:solidFill>
                  <a:srgbClr val="EFEFEF"/>
                </a:solidFill>
              </a:rPr>
              <a:t>Kalei Shotwell &amp; Russel Dame, </a:t>
            </a:r>
            <a:endParaRPr sz="2400">
              <a:solidFill>
                <a:srgbClr val="EFEFEF"/>
              </a:solidFill>
            </a:endParaRPr>
          </a:p>
          <a:p>
            <a:pPr marL="0" marR="0" lvl="0" indent="0" algn="ctr" rtl="0">
              <a:lnSpc>
                <a:spcPct val="100000"/>
              </a:lnSpc>
              <a:spcBef>
                <a:spcPts val="0"/>
              </a:spcBef>
              <a:spcAft>
                <a:spcPts val="0"/>
              </a:spcAft>
              <a:buClr>
                <a:srgbClr val="000000"/>
              </a:buClr>
              <a:buSzPts val="2400"/>
              <a:buFont typeface="Arial"/>
              <a:buNone/>
            </a:pPr>
            <a:r>
              <a:rPr lang="en-US" sz="2400">
                <a:solidFill>
                  <a:srgbClr val="EFEFEF"/>
                </a:solidFill>
              </a:rPr>
              <a:t>January 2026 Director's Debrief</a:t>
            </a:r>
            <a:endParaRPr i="0" u="none" strike="noStrike" cap="none">
              <a:solidFill>
                <a:srgbClr val="EFEFEF"/>
              </a:solidFill>
            </a:endParaRPr>
          </a:p>
        </p:txBody>
      </p:sp>
      <p:sp>
        <p:nvSpPr>
          <p:cNvPr id="337" name="Google Shape;337;g3ba64eb164b_0_319"/>
          <p:cNvSpPr txBox="1"/>
          <p:nvPr/>
        </p:nvSpPr>
        <p:spPr>
          <a:xfrm>
            <a:off x="7150825" y="3252213"/>
            <a:ext cx="4637100" cy="476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2100">
                <a:solidFill>
                  <a:srgbClr val="EFEFEF"/>
                </a:solidFill>
              </a:rPr>
              <a:t>ESP Team and Contributors: </a:t>
            </a:r>
            <a:endParaRPr sz="2100">
              <a:solidFill>
                <a:srgbClr val="EFEFEF"/>
              </a:solidFill>
            </a:endParaRPr>
          </a:p>
          <a:p>
            <a:pPr marL="0" lvl="0" indent="0" algn="ctr" rtl="0">
              <a:spcBef>
                <a:spcPts val="0"/>
              </a:spcBef>
              <a:spcAft>
                <a:spcPts val="0"/>
              </a:spcAft>
              <a:buNone/>
            </a:pPr>
            <a:endParaRPr sz="2100">
              <a:solidFill>
                <a:srgbClr val="EFEFEF"/>
              </a:solidFill>
            </a:endParaRPr>
          </a:p>
        </p:txBody>
      </p:sp>
      <p:sp>
        <p:nvSpPr>
          <p:cNvPr id="338" name="Google Shape;338;g3ba64eb164b_0_319"/>
          <p:cNvSpPr txBox="1"/>
          <p:nvPr/>
        </p:nvSpPr>
        <p:spPr>
          <a:xfrm>
            <a:off x="9971762" y="3740175"/>
            <a:ext cx="1943400" cy="272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a:solidFill>
                  <a:srgbClr val="EFEFEF"/>
                </a:solidFill>
              </a:rPr>
              <a:t>Beth Matta </a:t>
            </a:r>
            <a:endParaRPr sz="1900">
              <a:solidFill>
                <a:srgbClr val="EFEFEF"/>
              </a:solidFill>
            </a:endParaRPr>
          </a:p>
          <a:p>
            <a:pPr marL="0" lvl="0" indent="0" algn="l" rtl="0">
              <a:spcBef>
                <a:spcPts val="0"/>
              </a:spcBef>
              <a:spcAft>
                <a:spcPts val="0"/>
              </a:spcAft>
              <a:buNone/>
            </a:pPr>
            <a:r>
              <a:rPr lang="en-US" sz="1900">
                <a:solidFill>
                  <a:srgbClr val="EFEFEF"/>
                </a:solidFill>
              </a:rPr>
              <a:t>Krista Oke </a:t>
            </a:r>
            <a:endParaRPr sz="1900">
              <a:solidFill>
                <a:srgbClr val="EFEFEF"/>
              </a:solidFill>
            </a:endParaRPr>
          </a:p>
          <a:p>
            <a:pPr marL="0" lvl="0" indent="0" algn="l" rtl="0">
              <a:spcBef>
                <a:spcPts val="0"/>
              </a:spcBef>
              <a:spcAft>
                <a:spcPts val="0"/>
              </a:spcAft>
              <a:buNone/>
            </a:pPr>
            <a:r>
              <a:rPr lang="en-US" sz="1900">
                <a:solidFill>
                  <a:srgbClr val="EFEFEF"/>
                </a:solidFill>
              </a:rPr>
              <a:t>Zack Oyafuso</a:t>
            </a:r>
            <a:endParaRPr sz="1900">
              <a:solidFill>
                <a:srgbClr val="EFEFEF"/>
              </a:solidFill>
            </a:endParaRPr>
          </a:p>
          <a:p>
            <a:pPr marL="0" lvl="0" indent="0" algn="l" rtl="0">
              <a:spcBef>
                <a:spcPts val="0"/>
              </a:spcBef>
              <a:spcAft>
                <a:spcPts val="0"/>
              </a:spcAft>
              <a:buNone/>
            </a:pPr>
            <a:r>
              <a:rPr lang="en-US" sz="1900">
                <a:solidFill>
                  <a:srgbClr val="EFEFEF"/>
                </a:solidFill>
              </a:rPr>
              <a:t>Lauren Rogers</a:t>
            </a:r>
            <a:endParaRPr sz="1900">
              <a:solidFill>
                <a:srgbClr val="EFEFEF"/>
              </a:solidFill>
            </a:endParaRPr>
          </a:p>
          <a:p>
            <a:pPr marL="0" lvl="0" indent="0" algn="l" rtl="0">
              <a:spcBef>
                <a:spcPts val="0"/>
              </a:spcBef>
              <a:spcAft>
                <a:spcPts val="0"/>
              </a:spcAft>
              <a:buNone/>
            </a:pPr>
            <a:r>
              <a:rPr lang="en-US" sz="1900">
                <a:solidFill>
                  <a:srgbClr val="EFEFEF"/>
                </a:solidFill>
              </a:rPr>
              <a:t>Sean Rohan</a:t>
            </a:r>
            <a:endParaRPr sz="1900">
              <a:solidFill>
                <a:srgbClr val="EFEFEF"/>
              </a:solidFill>
            </a:endParaRPr>
          </a:p>
          <a:p>
            <a:pPr marL="0" lvl="0" indent="0" algn="l" rtl="0">
              <a:spcBef>
                <a:spcPts val="0"/>
              </a:spcBef>
              <a:spcAft>
                <a:spcPts val="0"/>
              </a:spcAft>
              <a:buNone/>
            </a:pPr>
            <a:r>
              <a:rPr lang="en-US" sz="1900">
                <a:solidFill>
                  <a:srgbClr val="EFEFEF"/>
                </a:solidFill>
              </a:rPr>
              <a:t>Margaret Siple</a:t>
            </a:r>
            <a:endParaRPr sz="1900">
              <a:solidFill>
                <a:srgbClr val="EFEFEF"/>
              </a:solidFill>
            </a:endParaRPr>
          </a:p>
          <a:p>
            <a:pPr marL="0" lvl="0" indent="0" algn="l" rtl="0">
              <a:spcBef>
                <a:spcPts val="0"/>
              </a:spcBef>
              <a:spcAft>
                <a:spcPts val="0"/>
              </a:spcAft>
              <a:buNone/>
            </a:pPr>
            <a:r>
              <a:rPr lang="en-US" sz="1900">
                <a:solidFill>
                  <a:srgbClr val="EFEFEF"/>
                </a:solidFill>
              </a:rPr>
              <a:t>Katie Sweeney</a:t>
            </a:r>
            <a:endParaRPr sz="1900">
              <a:solidFill>
                <a:srgbClr val="EFEFEF"/>
              </a:solidFill>
            </a:endParaRPr>
          </a:p>
          <a:p>
            <a:pPr marL="0" lvl="0" indent="0" algn="l" rtl="0">
              <a:spcBef>
                <a:spcPts val="0"/>
              </a:spcBef>
              <a:spcAft>
                <a:spcPts val="0"/>
              </a:spcAft>
              <a:buNone/>
            </a:pPr>
            <a:r>
              <a:rPr lang="en-US" sz="1900">
                <a:solidFill>
                  <a:srgbClr val="EFEFEF"/>
                </a:solidFill>
              </a:rPr>
              <a:t>Muyin Wang</a:t>
            </a:r>
            <a:endParaRPr sz="1900">
              <a:solidFill>
                <a:srgbClr val="EFEFEF"/>
              </a:solidFill>
            </a:endParaRPr>
          </a:p>
          <a:p>
            <a:pPr marL="0" lvl="0" indent="0" algn="l" rtl="0">
              <a:spcBef>
                <a:spcPts val="0"/>
              </a:spcBef>
              <a:spcAft>
                <a:spcPts val="0"/>
              </a:spcAft>
              <a:buNone/>
            </a:pPr>
            <a:r>
              <a:rPr lang="en-US" sz="1900">
                <a:solidFill>
                  <a:srgbClr val="EFEFEF"/>
                </a:solidFill>
              </a:rPr>
              <a:t>Stephani Zador</a:t>
            </a:r>
            <a:endParaRPr sz="1900">
              <a:solidFill>
                <a:srgbClr val="EFEFEF"/>
              </a:solidFill>
            </a:endParaRPr>
          </a:p>
        </p:txBody>
      </p:sp>
      <p:sp>
        <p:nvSpPr>
          <p:cNvPr id="339" name="Google Shape;339;g3ba64eb164b_0_319"/>
          <p:cNvSpPr txBox="1"/>
          <p:nvPr/>
        </p:nvSpPr>
        <p:spPr>
          <a:xfrm>
            <a:off x="7375525" y="3740175"/>
            <a:ext cx="2466900" cy="272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900">
                <a:solidFill>
                  <a:srgbClr val="EFEFEF"/>
                </a:solidFill>
              </a:rPr>
              <a:t>Anna Ableman</a:t>
            </a:r>
            <a:endParaRPr sz="1900">
              <a:solidFill>
                <a:srgbClr val="EFEFEF"/>
              </a:solidFill>
            </a:endParaRPr>
          </a:p>
          <a:p>
            <a:pPr marL="0" lvl="0" indent="0" algn="l" rtl="0">
              <a:spcBef>
                <a:spcPts val="0"/>
              </a:spcBef>
              <a:spcAft>
                <a:spcPts val="0"/>
              </a:spcAft>
              <a:buNone/>
            </a:pPr>
            <a:r>
              <a:rPr lang="en-US" sz="1900">
                <a:solidFill>
                  <a:srgbClr val="EFEFEF"/>
                </a:solidFill>
              </a:rPr>
              <a:t>Alisa Abookire</a:t>
            </a:r>
            <a:endParaRPr sz="1900">
              <a:solidFill>
                <a:srgbClr val="EFEFEF"/>
              </a:solidFill>
            </a:endParaRPr>
          </a:p>
          <a:p>
            <a:pPr marL="0" lvl="0" indent="0" algn="l" rtl="0">
              <a:spcBef>
                <a:spcPts val="0"/>
              </a:spcBef>
              <a:spcAft>
                <a:spcPts val="0"/>
              </a:spcAft>
              <a:buNone/>
            </a:pPr>
            <a:r>
              <a:rPr lang="en-US" sz="1900">
                <a:solidFill>
                  <a:srgbClr val="EFEFEF"/>
                </a:solidFill>
              </a:rPr>
              <a:t>Grant Adams</a:t>
            </a:r>
            <a:endParaRPr sz="1900">
              <a:solidFill>
                <a:srgbClr val="EFEFEF"/>
              </a:solidFill>
            </a:endParaRPr>
          </a:p>
          <a:p>
            <a:pPr marL="0" lvl="0" indent="0" algn="l" rtl="0">
              <a:spcBef>
                <a:spcPts val="0"/>
              </a:spcBef>
              <a:spcAft>
                <a:spcPts val="0"/>
              </a:spcAft>
              <a:buNone/>
            </a:pPr>
            <a:r>
              <a:rPr lang="en-US" sz="1900">
                <a:solidFill>
                  <a:srgbClr val="EFEFEF"/>
                </a:solidFill>
              </a:rPr>
              <a:t>Steven Barbeaux</a:t>
            </a:r>
            <a:endParaRPr sz="1900">
              <a:solidFill>
                <a:srgbClr val="EFEFEF"/>
              </a:solidFill>
            </a:endParaRPr>
          </a:p>
          <a:p>
            <a:pPr marL="0" lvl="0" indent="0" algn="l" rtl="0">
              <a:spcBef>
                <a:spcPts val="0"/>
              </a:spcBef>
              <a:spcAft>
                <a:spcPts val="0"/>
              </a:spcAft>
              <a:buNone/>
            </a:pPr>
            <a:r>
              <a:rPr lang="en-US" sz="1900">
                <a:solidFill>
                  <a:srgbClr val="EFEFEF"/>
                </a:solidFill>
              </a:rPr>
              <a:t>Matt Callahan </a:t>
            </a:r>
            <a:endParaRPr sz="1900">
              <a:solidFill>
                <a:srgbClr val="EFEFEF"/>
              </a:solidFill>
            </a:endParaRPr>
          </a:p>
          <a:p>
            <a:pPr marL="0" lvl="0" indent="0" algn="l" rtl="0">
              <a:spcBef>
                <a:spcPts val="0"/>
              </a:spcBef>
              <a:spcAft>
                <a:spcPts val="0"/>
              </a:spcAft>
              <a:buNone/>
            </a:pPr>
            <a:r>
              <a:rPr lang="en-US" sz="1900">
                <a:solidFill>
                  <a:srgbClr val="EFEFEF"/>
                </a:solidFill>
              </a:rPr>
              <a:t>Wei Cheng </a:t>
            </a:r>
            <a:endParaRPr sz="1900">
              <a:solidFill>
                <a:srgbClr val="EFEFEF"/>
              </a:solidFill>
            </a:endParaRPr>
          </a:p>
          <a:p>
            <a:pPr marL="0" lvl="0" indent="0" algn="l" rtl="0">
              <a:spcBef>
                <a:spcPts val="0"/>
              </a:spcBef>
              <a:spcAft>
                <a:spcPts val="0"/>
              </a:spcAft>
              <a:buNone/>
            </a:pPr>
            <a:r>
              <a:rPr lang="en-US" sz="1900">
                <a:solidFill>
                  <a:srgbClr val="EFEFEF"/>
                </a:solidFill>
              </a:rPr>
              <a:t>Bridget Ferriss Peter-John Hulson</a:t>
            </a:r>
            <a:endParaRPr sz="1900">
              <a:solidFill>
                <a:srgbClr val="EFEFEF"/>
              </a:solidFill>
            </a:endParaRPr>
          </a:p>
          <a:p>
            <a:pPr marL="0" lvl="0" indent="0" algn="l" rtl="0">
              <a:spcBef>
                <a:spcPts val="0"/>
              </a:spcBef>
              <a:spcAft>
                <a:spcPts val="0"/>
              </a:spcAft>
              <a:buNone/>
            </a:pPr>
            <a:r>
              <a:rPr lang="en-US" sz="1900">
                <a:solidFill>
                  <a:srgbClr val="EFEFEF"/>
                </a:solidFill>
              </a:rPr>
              <a:t>Ben Laurel</a:t>
            </a:r>
            <a:endParaRPr sz="1900">
              <a:solidFill>
                <a:srgbClr val="EFEFE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g3ba64eb164b_0_128"/>
          <p:cNvSpPr/>
          <p:nvPr/>
        </p:nvSpPr>
        <p:spPr>
          <a:xfrm>
            <a:off x="433326" y="609600"/>
            <a:ext cx="11325300" cy="1249200"/>
          </a:xfrm>
          <a:prstGeom prst="rect">
            <a:avLst/>
          </a:prstGeom>
          <a:blipFill rotWithShape="1">
            <a:blip r:embed="rId3">
              <a:alphaModFix amt="40000"/>
            </a:blip>
            <a:stretch>
              <a:fillRect t="-203324" b="-376577"/>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orbel"/>
              <a:buNone/>
            </a:pPr>
            <a:endParaRPr sz="1800" b="0" i="0" u="none" strike="noStrike" cap="none">
              <a:solidFill>
                <a:srgbClr val="FFFFFF"/>
              </a:solidFill>
              <a:latin typeface="Corbel"/>
              <a:ea typeface="Corbel"/>
              <a:cs typeface="Corbel"/>
              <a:sym typeface="Corbel"/>
            </a:endParaRPr>
          </a:p>
        </p:txBody>
      </p:sp>
      <p:sp>
        <p:nvSpPr>
          <p:cNvPr id="346" name="Google Shape;346;g3ba64eb164b_0_128"/>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3600"/>
              <a:buFont typeface="Gill Sans"/>
              <a:buNone/>
            </a:pPr>
            <a:r>
              <a:rPr lang="en-US" sz="4000"/>
              <a:t>Indicator </a:t>
            </a:r>
            <a:r>
              <a:rPr lang="en-US" sz="400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Pathways </a:t>
            </a:r>
            <a:r>
              <a:rPr lang="en-US" sz="4000"/>
              <a:t>to Decisions</a:t>
            </a:r>
            <a:endParaRPr sz="4000"/>
          </a:p>
        </p:txBody>
      </p:sp>
      <p:sp>
        <p:nvSpPr>
          <p:cNvPr id="347" name="Google Shape;347;g3ba64eb164b_0_128"/>
          <p:cNvSpPr txBox="1">
            <a:spLocks noGrp="1"/>
          </p:cNvSpPr>
          <p:nvPr>
            <p:ph type="sldNum" idx="12"/>
          </p:nvPr>
        </p:nvSpPr>
        <p:spPr>
          <a:xfrm>
            <a:off x="10558300" y="5956137"/>
            <a:ext cx="14868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4590B8"/>
              </a:buClr>
              <a:buSzPts val="1600"/>
              <a:buFont typeface="Gill Sans"/>
              <a:buNone/>
            </a:pPr>
            <a:fld id="{00000000-1234-1234-1234-123412341234}" type="slidenum">
              <a:rPr lang="en-US" sz="1600" b="0" i="0" u="none" strike="noStrike" cap="none">
                <a:solidFill>
                  <a:srgbClr val="4590B8"/>
                </a:solidFill>
                <a:latin typeface="Gill Sans"/>
                <a:ea typeface="Gill Sans"/>
                <a:cs typeface="Gill Sans"/>
                <a:sym typeface="Gill Sans"/>
              </a:rPr>
              <a:t>2</a:t>
            </a:fld>
            <a:endParaRPr sz="1600" b="0" i="0" u="none" strike="noStrike" cap="none">
              <a:solidFill>
                <a:srgbClr val="4590B8"/>
              </a:solidFill>
              <a:latin typeface="Gill Sans"/>
              <a:ea typeface="Gill Sans"/>
              <a:cs typeface="Gill Sans"/>
              <a:sym typeface="Gill Sans"/>
            </a:endParaRPr>
          </a:p>
        </p:txBody>
      </p:sp>
      <p:sp>
        <p:nvSpPr>
          <p:cNvPr id="348" name="Google Shape;348;g3ba64eb164b_0_128"/>
          <p:cNvSpPr txBox="1">
            <a:spLocks noGrp="1"/>
          </p:cNvSpPr>
          <p:nvPr>
            <p:ph type="sldNum" idx="12"/>
          </p:nvPr>
        </p:nvSpPr>
        <p:spPr>
          <a:xfrm>
            <a:off x="10558300" y="5956124"/>
            <a:ext cx="1486800" cy="400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4590B8"/>
              </a:buClr>
              <a:buSzPts val="1600"/>
              <a:buFont typeface="Gill Sans"/>
              <a:buNone/>
            </a:pPr>
            <a:fld id="{00000000-1234-1234-1234-123412341234}" type="slidenum">
              <a:rPr lang="en-US" sz="1600" b="0" i="0" u="none" strike="noStrike" cap="none">
                <a:solidFill>
                  <a:srgbClr val="4590B8"/>
                </a:solidFill>
                <a:latin typeface="Gill Sans"/>
                <a:ea typeface="Gill Sans"/>
                <a:cs typeface="Gill Sans"/>
                <a:sym typeface="Gill Sans"/>
              </a:rPr>
              <a:t>2</a:t>
            </a:fld>
            <a:endParaRPr sz="1600" b="0" i="0" u="none" strike="noStrike" cap="none">
              <a:solidFill>
                <a:srgbClr val="4590B8"/>
              </a:solidFill>
              <a:latin typeface="Gill Sans"/>
              <a:ea typeface="Gill Sans"/>
              <a:cs typeface="Gill Sans"/>
              <a:sym typeface="Gill Sans"/>
            </a:endParaRPr>
          </a:p>
        </p:txBody>
      </p:sp>
      <p:grpSp>
        <p:nvGrpSpPr>
          <p:cNvPr id="349" name="Google Shape;349;g3ba64eb164b_0_128"/>
          <p:cNvGrpSpPr/>
          <p:nvPr/>
        </p:nvGrpSpPr>
        <p:grpSpPr>
          <a:xfrm>
            <a:off x="772575" y="2012775"/>
            <a:ext cx="10636150" cy="4505647"/>
            <a:chOff x="772575" y="2012775"/>
            <a:chExt cx="10636150" cy="4505647"/>
          </a:xfrm>
        </p:grpSpPr>
        <p:pic>
          <p:nvPicPr>
            <p:cNvPr id="350" name="Google Shape;350;g3ba64eb164b_0_128"/>
            <p:cNvPicPr preferRelativeResize="0"/>
            <p:nvPr/>
          </p:nvPicPr>
          <p:blipFill>
            <a:blip r:embed="rId4">
              <a:alphaModFix/>
            </a:blip>
            <a:stretch>
              <a:fillRect/>
            </a:stretch>
          </p:blipFill>
          <p:spPr>
            <a:xfrm>
              <a:off x="772575" y="2012775"/>
              <a:ext cx="10636150" cy="4505647"/>
            </a:xfrm>
            <a:prstGeom prst="rect">
              <a:avLst/>
            </a:prstGeom>
            <a:noFill/>
            <a:ln>
              <a:noFill/>
            </a:ln>
          </p:spPr>
        </p:pic>
        <p:cxnSp>
          <p:nvCxnSpPr>
            <p:cNvPr id="351" name="Google Shape;351;g3ba64eb164b_0_128"/>
            <p:cNvCxnSpPr/>
            <p:nvPr/>
          </p:nvCxnSpPr>
          <p:spPr>
            <a:xfrm rot="10800000">
              <a:off x="7460850" y="2738250"/>
              <a:ext cx="1506900" cy="370200"/>
            </a:xfrm>
            <a:prstGeom prst="straightConnector1">
              <a:avLst/>
            </a:prstGeom>
            <a:noFill/>
            <a:ln w="19050" cap="flat" cmpd="sng">
              <a:solidFill>
                <a:srgbClr val="2E3192"/>
              </a:solidFill>
              <a:prstDash val="solid"/>
              <a:round/>
              <a:headEnd type="none" w="med" len="med"/>
              <a:tailEnd type="triangle" w="med" len="med"/>
            </a:ln>
          </p:spPr>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g3ba64eb164b_0_231"/>
          <p:cNvSpPr/>
          <p:nvPr/>
        </p:nvSpPr>
        <p:spPr>
          <a:xfrm>
            <a:off x="433327" y="609600"/>
            <a:ext cx="11325300" cy="1249200"/>
          </a:xfrm>
          <a:prstGeom prst="rect">
            <a:avLst/>
          </a:prstGeom>
          <a:blipFill rotWithShape="1">
            <a:blip r:embed="rId3">
              <a:alphaModFix amt="40000"/>
            </a:blip>
            <a:stretch>
              <a:fillRect t="-203324" b="-376577"/>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orbel"/>
              <a:buNone/>
            </a:pPr>
            <a:endParaRPr sz="1800" b="0" i="0" u="none" strike="noStrike" cap="none">
              <a:solidFill>
                <a:srgbClr val="FFFFFF"/>
              </a:solidFill>
              <a:latin typeface="Corbel"/>
              <a:ea typeface="Corbel"/>
              <a:cs typeface="Corbel"/>
              <a:sym typeface="Corbel"/>
            </a:endParaRPr>
          </a:p>
        </p:txBody>
      </p:sp>
      <p:sp>
        <p:nvSpPr>
          <p:cNvPr id="358" name="Google Shape;358;g3ba64eb164b_0_231"/>
          <p:cNvSpPr txBox="1">
            <a:spLocks noGrp="1"/>
          </p:cNvSpPr>
          <p:nvPr>
            <p:ph type="sldNum" idx="12"/>
          </p:nvPr>
        </p:nvSpPr>
        <p:spPr>
          <a:xfrm>
            <a:off x="10558300" y="5956137"/>
            <a:ext cx="14868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
        <p:nvSpPr>
          <p:cNvPr id="359" name="Google Shape;359;g3ba64eb164b_0_231"/>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lt1"/>
              </a:buClr>
              <a:buSzPts val="3600"/>
              <a:buFont typeface="Gill Sans"/>
              <a:buNone/>
            </a:pPr>
            <a:r>
              <a:rPr lang="en-US" sz="4000"/>
              <a:t>Templates for Streamlining Communication</a:t>
            </a:r>
            <a:endParaRPr sz="4000"/>
          </a:p>
        </p:txBody>
      </p:sp>
      <p:sp>
        <p:nvSpPr>
          <p:cNvPr id="360" name="Google Shape;360;g3ba64eb164b_0_231"/>
          <p:cNvSpPr txBox="1">
            <a:spLocks noGrp="1"/>
          </p:cNvSpPr>
          <p:nvPr>
            <p:ph type="dt" idx="10"/>
          </p:nvPr>
        </p:nvSpPr>
        <p:spPr>
          <a:xfrm>
            <a:off x="10558300" y="5956124"/>
            <a:ext cx="1486800" cy="400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4590B8"/>
              </a:buClr>
              <a:buSzPts val="1600"/>
              <a:buFont typeface="Gill Sans"/>
              <a:buNone/>
            </a:pPr>
            <a:fld id="{00000000-1234-1234-1234-123412341234}" type="slidenum">
              <a:rPr lang="en-US" sz="1600" b="0" i="0" u="none" strike="noStrike" cap="none">
                <a:solidFill>
                  <a:srgbClr val="4590B8"/>
                </a:solidFill>
                <a:latin typeface="Gill Sans"/>
                <a:ea typeface="Gill Sans"/>
                <a:cs typeface="Gill Sans"/>
                <a:sym typeface="Gill Sans"/>
              </a:rPr>
              <a:t>3</a:t>
            </a:fld>
            <a:endParaRPr sz="1600" b="0" i="0" u="none" strike="noStrike" cap="none">
              <a:solidFill>
                <a:srgbClr val="4590B8"/>
              </a:solidFill>
              <a:latin typeface="Gill Sans"/>
              <a:ea typeface="Gill Sans"/>
              <a:cs typeface="Gill Sans"/>
              <a:sym typeface="Gill Sans"/>
            </a:endParaRPr>
          </a:p>
        </p:txBody>
      </p:sp>
      <p:pic>
        <p:nvPicPr>
          <p:cNvPr id="361" name="Google Shape;361;g3ba64eb164b_0_231"/>
          <p:cNvPicPr preferRelativeResize="0"/>
          <p:nvPr/>
        </p:nvPicPr>
        <p:blipFill rotWithShape="1">
          <a:blip r:embed="rId4">
            <a:alphaModFix/>
          </a:blip>
          <a:srcRect t="25098" b="18816"/>
          <a:stretch/>
        </p:blipFill>
        <p:spPr>
          <a:xfrm>
            <a:off x="433350" y="2051253"/>
            <a:ext cx="11325299" cy="420994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g3ba5273548b_5_0"/>
          <p:cNvSpPr/>
          <p:nvPr/>
        </p:nvSpPr>
        <p:spPr>
          <a:xfrm>
            <a:off x="433326" y="609600"/>
            <a:ext cx="11325300" cy="1249200"/>
          </a:xfrm>
          <a:prstGeom prst="rect">
            <a:avLst/>
          </a:prstGeom>
          <a:blipFill rotWithShape="1">
            <a:blip r:embed="rId3">
              <a:alphaModFix amt="40000"/>
            </a:blip>
            <a:stretch>
              <a:fillRect t="-203166" b="-376319"/>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800"/>
              <a:buFont typeface="Corbel"/>
              <a:buNone/>
            </a:pPr>
            <a:endParaRPr sz="1800" b="0" i="0" u="none" strike="noStrike" cap="none">
              <a:solidFill>
                <a:srgbClr val="FFFFFF"/>
              </a:solidFill>
              <a:latin typeface="Corbel"/>
              <a:ea typeface="Corbel"/>
              <a:cs typeface="Corbel"/>
              <a:sym typeface="Corbel"/>
            </a:endParaRPr>
          </a:p>
        </p:txBody>
      </p:sp>
      <p:sp>
        <p:nvSpPr>
          <p:cNvPr id="368" name="Google Shape;368;g3ba5273548b_5_0"/>
          <p:cNvSpPr txBox="1">
            <a:spLocks noGrp="1"/>
          </p:cNvSpPr>
          <p:nvPr>
            <p:ph type="sldNum" idx="12"/>
          </p:nvPr>
        </p:nvSpPr>
        <p:spPr>
          <a:xfrm>
            <a:off x="10558300" y="5956137"/>
            <a:ext cx="14868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chemeClr val="accent2"/>
              </a:buClr>
              <a:buSzPts val="1600"/>
              <a:buFont typeface="Gill Sans"/>
              <a:buNone/>
            </a:pPr>
            <a:fld id="{00000000-1234-1234-1234-123412341234}" type="slidenum">
              <a:rPr lang="en-US"/>
              <a:t>4</a:t>
            </a:fld>
            <a:endParaRPr/>
          </a:p>
        </p:txBody>
      </p:sp>
      <p:sp>
        <p:nvSpPr>
          <p:cNvPr id="369" name="Google Shape;369;g3ba5273548b_5_0"/>
          <p:cNvSpPr txBox="1">
            <a:spLocks noGrp="1"/>
          </p:cNvSpPr>
          <p:nvPr>
            <p:ph type="title"/>
          </p:nvPr>
        </p:nvSpPr>
        <p:spPr>
          <a:xfrm>
            <a:off x="575894" y="729658"/>
            <a:ext cx="11029500" cy="9882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4000"/>
              <a:buFont typeface="Gill Sans"/>
              <a:buNone/>
            </a:pPr>
            <a:r>
              <a:rPr lang="en-US" sz="3600"/>
              <a:t>GOA Pacific Cod Report Card</a:t>
            </a:r>
            <a:endParaRPr sz="3600"/>
          </a:p>
        </p:txBody>
      </p:sp>
      <p:pic>
        <p:nvPicPr>
          <p:cNvPr id="370" name="Google Shape;370;g3ba5273548b_5_0"/>
          <p:cNvPicPr preferRelativeResize="0"/>
          <p:nvPr/>
        </p:nvPicPr>
        <p:blipFill rotWithShape="1">
          <a:blip r:embed="rId4">
            <a:alphaModFix/>
          </a:blip>
          <a:srcRect t="26133" b="25381"/>
          <a:stretch/>
        </p:blipFill>
        <p:spPr>
          <a:xfrm>
            <a:off x="8319146" y="693012"/>
            <a:ext cx="3346205" cy="1082375"/>
          </a:xfrm>
          <a:prstGeom prst="rect">
            <a:avLst/>
          </a:prstGeom>
          <a:noFill/>
          <a:ln>
            <a:noFill/>
          </a:ln>
        </p:spPr>
      </p:pic>
      <p:sp>
        <p:nvSpPr>
          <p:cNvPr id="371" name="Google Shape;371;g3ba5273548b_5_0"/>
          <p:cNvSpPr/>
          <p:nvPr/>
        </p:nvSpPr>
        <p:spPr>
          <a:xfrm>
            <a:off x="1981200" y="2272332"/>
            <a:ext cx="8742947" cy="861000"/>
          </a:xfrm>
          <a:prstGeom prst="roundRect">
            <a:avLst>
              <a:gd name="adj" fmla="val 23792"/>
            </a:avLst>
          </a:prstGeom>
          <a:solidFill>
            <a:srgbClr val="C0DBE1"/>
          </a:solidFill>
          <a:ln w="25400" cap="flat" cmpd="sng">
            <a:solidFill>
              <a:srgbClr val="008998"/>
            </a:solidFill>
            <a:prstDash val="solid"/>
            <a:round/>
            <a:headEnd type="none" w="sm" len="sm"/>
            <a:tailEnd type="none" w="sm" len="sm"/>
          </a:ln>
        </p:spPr>
        <p:txBody>
          <a:bodyPr spcFirstLastPara="1" wrap="square" lIns="91425" tIns="45700" rIns="91425" bIns="45700" anchor="ctr" anchorCtr="0">
            <a:noAutofit/>
          </a:bodyPr>
          <a:lstStyle/>
          <a:p>
            <a:pPr marL="171450" marR="0" lvl="0" indent="-171450" algn="l" rtl="0">
              <a:lnSpc>
                <a:spcPct val="100000"/>
              </a:lnSpc>
              <a:spcBef>
                <a:spcPts val="0"/>
              </a:spcBef>
              <a:spcAft>
                <a:spcPts val="0"/>
              </a:spcAft>
              <a:buClr>
                <a:srgbClr val="000000"/>
              </a:buClr>
              <a:buSzPts val="1200"/>
              <a:buFont typeface="Arial"/>
              <a:buChar char="•"/>
            </a:pPr>
            <a:r>
              <a:rPr lang="en-US" sz="1600">
                <a:solidFill>
                  <a:srgbClr val="00467F"/>
                </a:solidFill>
                <a:latin typeface="Helvetica Neue"/>
                <a:ea typeface="Helvetica Neue"/>
                <a:cs typeface="Helvetica Neue"/>
                <a:sym typeface="Helvetica Neue"/>
              </a:rPr>
              <a:t>The Pacific Cod </a:t>
            </a:r>
            <a:r>
              <a:rPr lang="en-US" sz="1600" b="1">
                <a:solidFill>
                  <a:srgbClr val="00467F"/>
                </a:solidFill>
                <a:latin typeface="Helvetica Neue"/>
                <a:ea typeface="Helvetica Neue"/>
                <a:cs typeface="Helvetica Neue"/>
                <a:sym typeface="Helvetica Neue"/>
              </a:rPr>
              <a:t>spawning habitat suitability decreased to low</a:t>
            </a:r>
            <a:r>
              <a:rPr lang="en-US" sz="1600">
                <a:solidFill>
                  <a:srgbClr val="00467F"/>
                </a:solidFill>
                <a:latin typeface="Helvetica Neue"/>
                <a:ea typeface="Helvetica Neue"/>
                <a:cs typeface="Helvetica Neue"/>
                <a:sym typeface="Helvetica Neue"/>
              </a:rPr>
              <a:t> due to the warmest temperature at depth since 2019, which may have a negative effect on egg survival and a potentially poor 2025 year class.</a:t>
            </a:r>
            <a:endParaRPr sz="1600" b="0" i="0" u="none" strike="noStrike" cap="none">
              <a:solidFill>
                <a:srgbClr val="000000"/>
              </a:solidFill>
              <a:latin typeface="Arial"/>
              <a:ea typeface="Arial"/>
              <a:cs typeface="Arial"/>
              <a:sym typeface="Arial"/>
            </a:endParaRPr>
          </a:p>
        </p:txBody>
      </p:sp>
      <p:sp>
        <p:nvSpPr>
          <p:cNvPr id="372" name="Google Shape;372;g3ba5273548b_5_0"/>
          <p:cNvSpPr/>
          <p:nvPr/>
        </p:nvSpPr>
        <p:spPr>
          <a:xfrm>
            <a:off x="1981199" y="3264875"/>
            <a:ext cx="8742948" cy="3433200"/>
          </a:xfrm>
          <a:prstGeom prst="roundRect">
            <a:avLst>
              <a:gd name="adj" fmla="val 8306"/>
            </a:avLst>
          </a:prstGeom>
          <a:solidFill>
            <a:srgbClr val="D3EAED">
              <a:alpha val="25880"/>
            </a:srgbClr>
          </a:solidFill>
          <a:ln w="25400" cap="flat" cmpd="sng">
            <a:solidFill>
              <a:srgbClr val="008998"/>
            </a:solidFill>
            <a:prstDash val="solid"/>
            <a:round/>
            <a:headEnd type="none" w="sm" len="sm"/>
            <a:tailEnd type="none" w="sm" len="sm"/>
          </a:ln>
        </p:spPr>
        <p:txBody>
          <a:bodyPr spcFirstLastPara="1" wrap="square" lIns="91425" tIns="45700" rIns="91425" bIns="45700" anchor="ctr" anchorCtr="0">
            <a:noAutofit/>
          </a:bodyPr>
          <a:lstStyle/>
          <a:p>
            <a:pPr marL="171450" marR="0" lvl="0" indent="-171450" algn="l" rtl="0">
              <a:lnSpc>
                <a:spcPct val="100000"/>
              </a:lnSpc>
              <a:spcBef>
                <a:spcPts val="0"/>
              </a:spcBef>
              <a:spcAft>
                <a:spcPts val="400"/>
              </a:spcAft>
              <a:buClr>
                <a:srgbClr val="000000"/>
              </a:buClr>
              <a:buSzPts val="1000"/>
              <a:buFont typeface="Arial"/>
              <a:buChar char="•"/>
            </a:pPr>
            <a:r>
              <a:rPr lang="en-US" dirty="0">
                <a:solidFill>
                  <a:srgbClr val="00467F"/>
                </a:solidFill>
                <a:latin typeface="Helvetica Neue"/>
                <a:ea typeface="Helvetica Neue"/>
                <a:cs typeface="Helvetica Neue"/>
                <a:sym typeface="Helvetica Neue"/>
              </a:rPr>
              <a:t>Recruitment indicators of spring larvae and summer young-of-the-year (YOY) catch per unit effort (CPUE) were both below average</a:t>
            </a:r>
            <a:r>
              <a:rPr lang="en-US" b="1" dirty="0">
                <a:solidFill>
                  <a:srgbClr val="00467F"/>
                </a:solidFill>
                <a:latin typeface="Helvetica Neue"/>
                <a:ea typeface="Helvetica Neue"/>
                <a:cs typeface="Helvetica Neue"/>
                <a:sym typeface="Helvetica Neue"/>
              </a:rPr>
              <a:t> supporting a potentially poor 2025 year class</a:t>
            </a:r>
            <a:r>
              <a:rPr lang="en-US" dirty="0">
                <a:solidFill>
                  <a:srgbClr val="00467F"/>
                </a:solidFill>
                <a:latin typeface="Helvetica Neue"/>
                <a:ea typeface="Helvetica Neue"/>
                <a:cs typeface="Helvetica Neue"/>
                <a:sym typeface="Helvetica Neue"/>
              </a:rPr>
              <a:t>. </a:t>
            </a:r>
            <a:r>
              <a:rPr lang="en-US" b="0" i="0" u="none" strike="noStrike" cap="none" dirty="0">
                <a:solidFill>
                  <a:srgbClr val="00467F"/>
                </a:solidFill>
                <a:latin typeface="Helvetica Neue"/>
                <a:ea typeface="Helvetica Neue"/>
                <a:cs typeface="Helvetica Neue"/>
                <a:sym typeface="Helvetica Neue"/>
              </a:rPr>
              <a:t> </a:t>
            </a:r>
            <a:endParaRPr b="0" i="0" u="none" strike="noStrike" cap="none" dirty="0">
              <a:solidFill>
                <a:srgbClr val="00467F"/>
              </a:solidFill>
              <a:latin typeface="Helvetica Neue"/>
              <a:ea typeface="Helvetica Neue"/>
              <a:cs typeface="Helvetica Neue"/>
              <a:sym typeface="Helvetica Neue"/>
            </a:endParaRPr>
          </a:p>
          <a:p>
            <a:pPr marL="171450" marR="0" lvl="0" indent="-171450" algn="l" rtl="0">
              <a:lnSpc>
                <a:spcPct val="100000"/>
              </a:lnSpc>
              <a:spcBef>
                <a:spcPts val="500"/>
              </a:spcBef>
              <a:spcAft>
                <a:spcPts val="400"/>
              </a:spcAft>
              <a:buClr>
                <a:srgbClr val="000000"/>
              </a:buClr>
              <a:buSzPts val="1000"/>
              <a:buFont typeface="Arial"/>
              <a:buChar char="•"/>
            </a:pPr>
            <a:r>
              <a:rPr lang="en-US" dirty="0">
                <a:solidFill>
                  <a:srgbClr val="00467F"/>
                </a:solidFill>
                <a:latin typeface="Helvetica Neue"/>
                <a:ea typeface="Helvetica Neue"/>
                <a:cs typeface="Helvetica Neue"/>
                <a:sym typeface="Helvetica Neue"/>
              </a:rPr>
              <a:t>Contextual ecosystem indicators were </a:t>
            </a:r>
            <a:r>
              <a:rPr lang="en-US" b="1" dirty="0">
                <a:solidFill>
                  <a:srgbClr val="00467F"/>
                </a:solidFill>
                <a:latin typeface="Helvetica Neue"/>
                <a:ea typeface="Helvetica Neue"/>
                <a:cs typeface="Helvetica Neue"/>
                <a:sym typeface="Helvetica Neue"/>
              </a:rPr>
              <a:t>overall average status with mixed directional trends</a:t>
            </a:r>
            <a:r>
              <a:rPr lang="en-US" dirty="0">
                <a:solidFill>
                  <a:srgbClr val="00467F"/>
                </a:solidFill>
                <a:latin typeface="Helvetica Neue"/>
                <a:ea typeface="Helvetica Neue"/>
                <a:cs typeface="Helvetica Neue"/>
                <a:sym typeface="Helvetica Neue"/>
              </a:rPr>
              <a:t> from 2024 to 2025 conditions.</a:t>
            </a:r>
            <a:endParaRPr dirty="0">
              <a:solidFill>
                <a:srgbClr val="00467F"/>
              </a:solidFill>
              <a:latin typeface="Helvetica Neue"/>
              <a:ea typeface="Helvetica Neue"/>
              <a:cs typeface="Helvetica Neue"/>
              <a:sym typeface="Helvetica Neue"/>
            </a:endParaRPr>
          </a:p>
          <a:p>
            <a:pPr marL="171450" marR="0" lvl="0" indent="-171450" algn="l" rtl="0">
              <a:lnSpc>
                <a:spcPct val="100000"/>
              </a:lnSpc>
              <a:spcBef>
                <a:spcPts val="500"/>
              </a:spcBef>
              <a:spcAft>
                <a:spcPts val="400"/>
              </a:spcAft>
              <a:buClr>
                <a:srgbClr val="000000"/>
              </a:buClr>
              <a:buSzPts val="1000"/>
              <a:buFont typeface="Arial"/>
              <a:buChar char="•"/>
            </a:pPr>
            <a:r>
              <a:rPr lang="en-US" dirty="0">
                <a:solidFill>
                  <a:srgbClr val="00467F"/>
                </a:solidFill>
                <a:latin typeface="Helvetica Neue"/>
                <a:ea typeface="Helvetica Neue"/>
                <a:cs typeface="Helvetica Neue"/>
                <a:sym typeface="Helvetica Neue"/>
              </a:rPr>
              <a:t>Distribution indicators show a southeastern shift into potentially less suitable habitat and an accompanying spatial contraction of the GOA Pacific cod stock.</a:t>
            </a:r>
            <a:endParaRPr dirty="0">
              <a:solidFill>
                <a:srgbClr val="00467F"/>
              </a:solidFill>
              <a:latin typeface="Helvetica Neue"/>
              <a:ea typeface="Helvetica Neue"/>
              <a:cs typeface="Helvetica Neue"/>
              <a:sym typeface="Helvetica Neue"/>
            </a:endParaRPr>
          </a:p>
          <a:p>
            <a:pPr marL="171450" marR="0" lvl="0" indent="-171450" algn="l" rtl="0">
              <a:lnSpc>
                <a:spcPct val="100000"/>
              </a:lnSpc>
              <a:spcBef>
                <a:spcPts val="500"/>
              </a:spcBef>
              <a:spcAft>
                <a:spcPts val="400"/>
              </a:spcAft>
              <a:buClr>
                <a:srgbClr val="000000"/>
              </a:buClr>
              <a:buSzPts val="1000"/>
              <a:buFont typeface="Arial"/>
              <a:buChar char="•"/>
            </a:pPr>
            <a:r>
              <a:rPr lang="en-US" dirty="0">
                <a:solidFill>
                  <a:srgbClr val="00467F"/>
                </a:solidFill>
                <a:latin typeface="Helvetica Neue"/>
                <a:ea typeface="Helvetica Neue"/>
                <a:cs typeface="Helvetica Neue"/>
                <a:sym typeface="Helvetica Neue"/>
              </a:rPr>
              <a:t>Environmental indicators imply </a:t>
            </a:r>
            <a:r>
              <a:rPr lang="en-US" b="1" dirty="0">
                <a:solidFill>
                  <a:srgbClr val="00467F"/>
                </a:solidFill>
                <a:latin typeface="Helvetica Neue"/>
                <a:ea typeface="Helvetica Neue"/>
                <a:cs typeface="Helvetica Neue"/>
                <a:sym typeface="Helvetica Neue"/>
              </a:rPr>
              <a:t>average heatwave events during spawning</a:t>
            </a:r>
            <a:r>
              <a:rPr lang="en-US" dirty="0">
                <a:solidFill>
                  <a:srgbClr val="00467F"/>
                </a:solidFill>
                <a:latin typeface="Helvetica Neue"/>
                <a:ea typeface="Helvetica Neue"/>
                <a:cs typeface="Helvetica Neue"/>
                <a:sym typeface="Helvetica Neue"/>
              </a:rPr>
              <a:t> with </a:t>
            </a:r>
            <a:r>
              <a:rPr lang="en-US" b="1" dirty="0">
                <a:solidFill>
                  <a:srgbClr val="00467F"/>
                </a:solidFill>
                <a:latin typeface="Helvetica Neue"/>
                <a:ea typeface="Helvetica Neue"/>
                <a:cs typeface="Helvetica Neue"/>
                <a:sym typeface="Helvetica Neue"/>
              </a:rPr>
              <a:t>poor larval retention and cross-shelf transport</a:t>
            </a:r>
            <a:r>
              <a:rPr lang="en-US" dirty="0">
                <a:solidFill>
                  <a:srgbClr val="00467F"/>
                </a:solidFill>
                <a:latin typeface="Helvetica Neue"/>
                <a:ea typeface="Helvetica Neue"/>
                <a:cs typeface="Helvetica Neue"/>
                <a:sym typeface="Helvetica Neue"/>
              </a:rPr>
              <a:t> from eddy kinetic energy.</a:t>
            </a:r>
            <a:endParaRPr dirty="0">
              <a:solidFill>
                <a:srgbClr val="00467F"/>
              </a:solidFill>
              <a:latin typeface="Helvetica Neue"/>
              <a:ea typeface="Helvetica Neue"/>
              <a:cs typeface="Helvetica Neue"/>
              <a:sym typeface="Helvetica Neue"/>
            </a:endParaRPr>
          </a:p>
          <a:p>
            <a:pPr marL="171450" marR="0" lvl="0" indent="-171450" algn="l" rtl="0">
              <a:lnSpc>
                <a:spcPct val="100000"/>
              </a:lnSpc>
              <a:spcBef>
                <a:spcPts val="500"/>
              </a:spcBef>
              <a:spcAft>
                <a:spcPts val="400"/>
              </a:spcAft>
              <a:buClr>
                <a:srgbClr val="000000"/>
              </a:buClr>
              <a:buSzPts val="1000"/>
              <a:buFont typeface="Arial"/>
              <a:buChar char="•"/>
            </a:pPr>
            <a:r>
              <a:rPr lang="en-US" dirty="0">
                <a:solidFill>
                  <a:srgbClr val="00467F"/>
                </a:solidFill>
                <a:latin typeface="Helvetica Neue"/>
                <a:ea typeface="Helvetica Neue"/>
                <a:cs typeface="Helvetica Neue"/>
                <a:sym typeface="Helvetica Neue"/>
              </a:rPr>
              <a:t>Prey indicators show average spring bloom timing, sufficient forage resources for seabirds, but </a:t>
            </a:r>
            <a:r>
              <a:rPr lang="en-US" b="1" dirty="0">
                <a:solidFill>
                  <a:srgbClr val="00467F"/>
                </a:solidFill>
                <a:latin typeface="Helvetica Neue"/>
                <a:ea typeface="Helvetica Neue"/>
                <a:cs typeface="Helvetica Neue"/>
                <a:sym typeface="Helvetica Neue"/>
              </a:rPr>
              <a:t>below average body condition for juvenile and adult Pacific cod</a:t>
            </a:r>
            <a:r>
              <a:rPr lang="en-US" dirty="0">
                <a:solidFill>
                  <a:srgbClr val="00467F"/>
                </a:solidFill>
                <a:latin typeface="Helvetica Neue"/>
                <a:ea typeface="Helvetica Neue"/>
                <a:cs typeface="Helvetica Neue"/>
                <a:sym typeface="Helvetica Neue"/>
              </a:rPr>
              <a:t> and slightly increased metabolic demand. </a:t>
            </a:r>
            <a:endParaRPr dirty="0">
              <a:solidFill>
                <a:srgbClr val="00467F"/>
              </a:solidFill>
              <a:latin typeface="Helvetica Neue"/>
              <a:ea typeface="Helvetica Neue"/>
              <a:cs typeface="Helvetica Neue"/>
              <a:sym typeface="Helvetica Neue"/>
            </a:endParaRPr>
          </a:p>
          <a:p>
            <a:pPr marL="171450" marR="0" lvl="0" indent="-171450" algn="l" rtl="0">
              <a:lnSpc>
                <a:spcPct val="100000"/>
              </a:lnSpc>
              <a:spcBef>
                <a:spcPts val="500"/>
              </a:spcBef>
              <a:spcAft>
                <a:spcPts val="400"/>
              </a:spcAft>
              <a:buClr>
                <a:srgbClr val="000000"/>
              </a:buClr>
              <a:buSzPts val="1000"/>
              <a:buFont typeface="Arial"/>
              <a:buChar char="•"/>
            </a:pPr>
            <a:r>
              <a:rPr lang="en-US" dirty="0">
                <a:solidFill>
                  <a:srgbClr val="00467F"/>
                </a:solidFill>
                <a:latin typeface="Helvetica Neue"/>
                <a:ea typeface="Helvetica Neue"/>
                <a:cs typeface="Helvetica Neue"/>
                <a:sym typeface="Helvetica Neue"/>
              </a:rPr>
              <a:t>Predator indicators were </a:t>
            </a:r>
            <a:r>
              <a:rPr lang="en-US" b="1" dirty="0">
                <a:solidFill>
                  <a:srgbClr val="00467F"/>
                </a:solidFill>
                <a:latin typeface="Helvetica Neue"/>
                <a:ea typeface="Helvetica Neue"/>
                <a:cs typeface="Helvetica Neue"/>
                <a:sym typeface="Helvetica Neue"/>
              </a:rPr>
              <a:t>below average biomass consumed of Pacific cod</a:t>
            </a:r>
            <a:r>
              <a:rPr lang="en-US" dirty="0">
                <a:solidFill>
                  <a:srgbClr val="00467F"/>
                </a:solidFill>
                <a:latin typeface="Helvetica Neue"/>
                <a:ea typeface="Helvetica Neue"/>
                <a:cs typeface="Helvetica Neue"/>
                <a:sym typeface="Helvetica Neue"/>
              </a:rPr>
              <a:t> based on predators in the multispecies model but a steadily increasing population of Steller sea lions in the GOA</a:t>
            </a:r>
            <a:r>
              <a:rPr lang="en-US" b="0" i="0" u="none" strike="noStrike" cap="none" dirty="0">
                <a:solidFill>
                  <a:srgbClr val="00467F"/>
                </a:solidFill>
                <a:latin typeface="Helvetica Neue"/>
                <a:ea typeface="Helvetica Neue"/>
                <a:cs typeface="Helvetica Neue"/>
                <a:sym typeface="Helvetica Neue"/>
              </a:rPr>
              <a:t>. </a:t>
            </a:r>
            <a:endParaRPr b="0" i="0" u="none" strike="noStrike" cap="none" dirty="0">
              <a:solidFill>
                <a:srgbClr val="000000"/>
              </a:solidFill>
              <a:latin typeface="Arial"/>
              <a:ea typeface="Arial"/>
              <a:cs typeface="Arial"/>
              <a:sym typeface="Arial"/>
            </a:endParaRPr>
          </a:p>
        </p:txBody>
      </p:sp>
      <p:sp>
        <p:nvSpPr>
          <p:cNvPr id="373" name="Google Shape;373;g3ba5273548b_5_0"/>
          <p:cNvSpPr txBox="1"/>
          <p:nvPr/>
        </p:nvSpPr>
        <p:spPr>
          <a:xfrm>
            <a:off x="3113029" y="1858794"/>
            <a:ext cx="6066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41AEBD"/>
                </a:solidFill>
                <a:latin typeface="Helvetica Neue"/>
                <a:ea typeface="Helvetica Neue"/>
                <a:cs typeface="Helvetica Neue"/>
                <a:sym typeface="Helvetica Neue"/>
              </a:rPr>
              <a:t>Ecosystem Considerations</a:t>
            </a:r>
            <a:endParaRPr sz="1400" b="0" i="0" u="none" strike="noStrike" cap="none">
              <a:solidFill>
                <a:srgbClr val="41AEBD"/>
              </a:solidFill>
              <a:latin typeface="Arial"/>
              <a:ea typeface="Arial"/>
              <a:cs typeface="Arial"/>
              <a:sym typeface="Arial"/>
            </a:endParaRPr>
          </a:p>
        </p:txBody>
      </p:sp>
      <p:grpSp>
        <p:nvGrpSpPr>
          <p:cNvPr id="374" name="Google Shape;374;g3ba5273548b_5_0"/>
          <p:cNvGrpSpPr/>
          <p:nvPr/>
        </p:nvGrpSpPr>
        <p:grpSpPr>
          <a:xfrm>
            <a:off x="888949" y="2289661"/>
            <a:ext cx="648300" cy="648300"/>
            <a:chOff x="260708" y="4497262"/>
            <a:chExt cx="648300" cy="648300"/>
          </a:xfrm>
        </p:grpSpPr>
        <p:sp>
          <p:nvSpPr>
            <p:cNvPr id="375" name="Google Shape;375;g3ba5273548b_5_0"/>
            <p:cNvSpPr/>
            <p:nvPr/>
          </p:nvSpPr>
          <p:spPr>
            <a:xfrm>
              <a:off x="260708" y="4497262"/>
              <a:ext cx="648300" cy="648300"/>
            </a:xfrm>
            <a:prstGeom prst="ellipse">
              <a:avLst/>
            </a:prstGeom>
            <a:solidFill>
              <a:srgbClr val="C0DBE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pic>
          <p:nvPicPr>
            <p:cNvPr id="376" name="Google Shape;376;g3ba5273548b_5_0"/>
            <p:cNvPicPr preferRelativeResize="0"/>
            <p:nvPr/>
          </p:nvPicPr>
          <p:blipFill rotWithShape="1">
            <a:blip r:embed="rId5">
              <a:alphaModFix/>
            </a:blip>
            <a:srcRect b="21764"/>
            <a:stretch/>
          </p:blipFill>
          <p:spPr>
            <a:xfrm>
              <a:off x="341379" y="4626419"/>
              <a:ext cx="477075" cy="422303"/>
            </a:xfrm>
            <a:prstGeom prst="rect">
              <a:avLst/>
            </a:prstGeom>
            <a:noFill/>
            <a:ln>
              <a:noFill/>
            </a:ln>
          </p:spPr>
        </p:pic>
      </p:grpSp>
      <p:sp>
        <p:nvSpPr>
          <p:cNvPr id="377" name="Google Shape;377;g3ba5273548b_5_0"/>
          <p:cNvSpPr txBox="1"/>
          <p:nvPr/>
        </p:nvSpPr>
        <p:spPr>
          <a:xfrm>
            <a:off x="726060" y="2965363"/>
            <a:ext cx="9312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dirty="0">
                <a:solidFill>
                  <a:srgbClr val="00467F"/>
                </a:solidFill>
                <a:latin typeface="Arial"/>
                <a:ea typeface="Arial"/>
                <a:cs typeface="Arial"/>
                <a:sym typeface="Arial"/>
              </a:rPr>
              <a:t>Predictive</a:t>
            </a:r>
            <a:endParaRPr sz="1400" b="0" i="0" u="none" strike="noStrike" cap="none" dirty="0">
              <a:solidFill>
                <a:srgbClr val="000000"/>
              </a:solidFill>
              <a:latin typeface="Arial"/>
              <a:ea typeface="Arial"/>
              <a:cs typeface="Arial"/>
              <a:sym typeface="Arial"/>
            </a:endParaRPr>
          </a:p>
        </p:txBody>
      </p:sp>
      <p:grpSp>
        <p:nvGrpSpPr>
          <p:cNvPr id="378" name="Google Shape;378;g3ba5273548b_5_0"/>
          <p:cNvGrpSpPr/>
          <p:nvPr/>
        </p:nvGrpSpPr>
        <p:grpSpPr>
          <a:xfrm>
            <a:off x="674475" y="3823649"/>
            <a:ext cx="1965900" cy="911591"/>
            <a:chOff x="110495" y="5635982"/>
            <a:chExt cx="1965900" cy="911591"/>
          </a:xfrm>
        </p:grpSpPr>
        <p:sp>
          <p:nvSpPr>
            <p:cNvPr id="379" name="Google Shape;379;g3ba5273548b_5_0"/>
            <p:cNvSpPr/>
            <p:nvPr/>
          </p:nvSpPr>
          <p:spPr>
            <a:xfrm>
              <a:off x="289675" y="5635982"/>
              <a:ext cx="648300" cy="648300"/>
            </a:xfrm>
            <a:prstGeom prst="ellipse">
              <a:avLst/>
            </a:prstGeom>
            <a:solidFill>
              <a:srgbClr val="E7ED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pic>
          <p:nvPicPr>
            <p:cNvPr id="380" name="Google Shape;380;g3ba5273548b_5_0"/>
            <p:cNvPicPr preferRelativeResize="0"/>
            <p:nvPr/>
          </p:nvPicPr>
          <p:blipFill rotWithShape="1">
            <a:blip r:embed="rId6">
              <a:alphaModFix/>
            </a:blip>
            <a:srcRect b="28207"/>
            <a:stretch/>
          </p:blipFill>
          <p:spPr>
            <a:xfrm>
              <a:off x="426660" y="5797094"/>
              <a:ext cx="429690" cy="411694"/>
            </a:xfrm>
            <a:prstGeom prst="rect">
              <a:avLst/>
            </a:prstGeom>
            <a:noFill/>
            <a:ln>
              <a:noFill/>
            </a:ln>
          </p:spPr>
        </p:pic>
        <p:sp>
          <p:nvSpPr>
            <p:cNvPr id="381" name="Google Shape;381;g3ba5273548b_5_0"/>
            <p:cNvSpPr txBox="1"/>
            <p:nvPr/>
          </p:nvSpPr>
          <p:spPr>
            <a:xfrm>
              <a:off x="110495" y="6255073"/>
              <a:ext cx="19659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0467F"/>
                  </a:solidFill>
                  <a:latin typeface="Arial"/>
                  <a:ea typeface="Arial"/>
                  <a:cs typeface="Arial"/>
                  <a:sym typeface="Arial"/>
                </a:rPr>
                <a:t>Contextual</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pic>
        <p:nvPicPr>
          <p:cNvPr id="387" name="Google Shape;387;g3ba5273548b_12_185" descr="Remove the &quot;Ecosystem Considerations (Mixed Trends)&quot;, &quot;Predictive&quot;, and &quot;Contextual&quot; tags at the bottom left of the slide"/>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theme/theme1.xml><?xml version="1.0" encoding="utf-8"?>
<a:theme xmlns:a="http://schemas.openxmlformats.org/drawingml/2006/main" name="1_Dividend">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Dividend">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Dividend">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Dividend">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1200</Words>
  <Application>Microsoft Office PowerPoint</Application>
  <PresentationFormat>Widescreen</PresentationFormat>
  <Paragraphs>70</Paragraphs>
  <Slides>5</Slides>
  <Notes>5</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5</vt:i4>
      </vt:variant>
    </vt:vector>
  </HeadingPairs>
  <TitlesOfParts>
    <vt:vector size="15" baseType="lpstr">
      <vt:lpstr>Arial</vt:lpstr>
      <vt:lpstr>Calibri</vt:lpstr>
      <vt:lpstr>Gill Sans</vt:lpstr>
      <vt:lpstr>Helvetica Neue</vt:lpstr>
      <vt:lpstr>Noto Sans Symbols</vt:lpstr>
      <vt:lpstr>Corbel</vt:lpstr>
      <vt:lpstr>1_Dividend</vt:lpstr>
      <vt:lpstr>1_Dividend</vt:lpstr>
      <vt:lpstr>1_Dividend</vt:lpstr>
      <vt:lpstr>Dividend</vt:lpstr>
      <vt:lpstr>PowerPoint Presentation</vt:lpstr>
      <vt:lpstr>Indicator Pathways to Decisions</vt:lpstr>
      <vt:lpstr>Templates for Streamlining Communication</vt:lpstr>
      <vt:lpstr>GOA Pacific Cod Report Card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Sarah LaBelle;Kalei Shotwell</dc:creator>
  <cp:lastModifiedBy>Kalei.Shotwell</cp:lastModifiedBy>
  <cp:revision>2</cp:revision>
  <dcterms:created xsi:type="dcterms:W3CDTF">2019-04-12T17:56:05Z</dcterms:created>
  <dcterms:modified xsi:type="dcterms:W3CDTF">2026-01-14T21:03:37Z</dcterms:modified>
</cp:coreProperties>
</file>
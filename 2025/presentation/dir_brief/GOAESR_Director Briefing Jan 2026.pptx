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684c6d5c8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684c6d5c8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01850" y="53425"/>
            <a:ext cx="8924700" cy="3426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Abbreviated* Ecosystem Status Report – </a:t>
            </a: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Gulf of Alaska 2025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92850" y="704475"/>
            <a:ext cx="2291700" cy="1443000"/>
          </a:xfrm>
          <a:prstGeom prst="rect">
            <a:avLst/>
          </a:prstGeom>
          <a:noFill/>
          <a:ln w="38100" cap="flat" cmpd="sng">
            <a:solidFill>
              <a:srgbClr val="5B9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 Risk Tables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Ecosystem Considerations &amp; Population Dynamics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Pacific cod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 (</a:t>
            </a:r>
            <a:r>
              <a:rPr lang="en" i="1">
                <a:latin typeface="Calibri"/>
                <a:ea typeface="Calibri"/>
                <a:cs typeface="Calibri"/>
                <a:sym typeface="Calibri"/>
              </a:rPr>
              <a:t>+ESP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Cook Inlet coho salmon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658800" y="459737"/>
            <a:ext cx="6367800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 Assessment 2025</a:t>
            </a:r>
            <a:r>
              <a:rPr lang="en" sz="1700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[</a:t>
            </a:r>
            <a:r>
              <a:rPr lang="en" sz="1700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implications for GOA Pacific cod</a:t>
            </a:r>
            <a:r>
              <a:rPr lang="en" sz="1700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700" b="1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 at surface and </a:t>
            </a:r>
            <a:r>
              <a:rPr lang="en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depth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 winter, spring and fall 2025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" sz="1500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winter spawning; egg/larval survival; incr. demand for prey</a:t>
            </a:r>
            <a:r>
              <a:rPr lang="en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Reduced lower trophic level productivity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" sz="1500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less productive food web to directly and indirectly support cod prey]</a:t>
            </a:r>
            <a:endParaRPr sz="1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Warm-affiliated phytoplankton and zooplankton communities,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Spring reduced CPUE of larval groundfish,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Below-average body condition of zooplanktivorous groundfish &amp; Glacier Bay humpback whales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Moderate upper trophic level productivity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" sz="1500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cod body condition below average but some prey base is ok]</a:t>
            </a:r>
            <a:endParaRPr sz="1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Multi-year reduction adult P. cod body condition to below average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also some signs of good productivity (forage fish, seabirds)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Cooling in 2026 - but concern over residual heat in the GOA water column and cumulative ecosystem impacts from 2025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" sz="1500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potential increased thermal and food web stress for cod]</a:t>
            </a:r>
            <a:endParaRPr sz="1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18600" y="3026675"/>
            <a:ext cx="2440200" cy="1650000"/>
          </a:xfrm>
          <a:prstGeom prst="rect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*Abbreviated: missing some contributions, report cards, and Appendices. The evaluation of risk table factors for GOA P. cod was </a:t>
            </a:r>
            <a:r>
              <a:rPr lang="en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impacted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these missing components.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039" y="53425"/>
            <a:ext cx="1181512" cy="76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On-screen Show (16:9)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Bridget.Ferriss</cp:lastModifiedBy>
  <cp:revision>1</cp:revision>
  <dcterms:modified xsi:type="dcterms:W3CDTF">2026-01-14T18:39:38Z</dcterms:modified>
</cp:coreProperties>
</file>
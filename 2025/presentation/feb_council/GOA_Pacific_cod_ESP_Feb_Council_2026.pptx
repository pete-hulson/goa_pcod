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Lst>
  <p:notesMasterIdLst>
    <p:notesMasterId r:id="rId4"/>
  </p:notesMasterIdLst>
  <p:sldIdLst>
    <p:sldId id="256" r:id="rId5"/>
  </p:sldIdLst>
  <p:sldSz cy="6858000" cx="9144000"/>
  <p:notesSz cx="6858000" cy="9144000"/>
  <p:embeddedFontLst>
    <p:embeddedFont>
      <p:font typeface="Gill Sans"/>
      <p:regular r:id="rId6"/>
      <p:bold r:id="rId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 roundtripDataSignature="AMtx7mjxWY6/g3RwfUB//3Cnntqo8Mdj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font" Target="fonts/GillSans-regular.fntdata"/><Relationship Id="rId7" Type="http://schemas.openxmlformats.org/officeDocument/2006/relationships/font" Target="fonts/GillSans-bold.fntdata"/><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c35cb6394f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g3c35cb6394f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This is a report card summary slide of the Ecosystem and Socioeconomic Profile or ESP for Pacific cod.</a:t>
            </a:r>
            <a:endParaRPr sz="1600"/>
          </a:p>
          <a:p>
            <a:pPr indent="0" lvl="0" marL="0" rtl="0" algn="l">
              <a:lnSpc>
                <a:spcPct val="100000"/>
              </a:lnSpc>
              <a:spcBef>
                <a:spcPts val="0"/>
              </a:spcBef>
              <a:spcAft>
                <a:spcPts val="0"/>
              </a:spcAft>
              <a:buSzPts val="1400"/>
              <a:buNone/>
            </a:pPr>
            <a:r>
              <a:t/>
            </a:r>
            <a:endParaRPr sz="1600"/>
          </a:p>
          <a:p>
            <a:pPr indent="0" lvl="0" marL="0" rtl="0" algn="l">
              <a:lnSpc>
                <a:spcPct val="100000"/>
              </a:lnSpc>
              <a:spcBef>
                <a:spcPts val="0"/>
              </a:spcBef>
              <a:spcAft>
                <a:spcPts val="0"/>
              </a:spcAft>
              <a:buSzPts val="1400"/>
              <a:buNone/>
            </a:pPr>
            <a:r>
              <a:rPr lang="en-US" sz="1600"/>
              <a:t>The suite of 18 ecosystem indicators from the ESP was categorized into </a:t>
            </a:r>
            <a:r>
              <a:rPr lang="en-US" sz="1600"/>
              <a:t>predictive</a:t>
            </a:r>
            <a:r>
              <a:rPr lang="en-US" sz="1600"/>
              <a:t> and contextual indicators based on the results of a statistical analysis. Just going to focus on the predictive indicator and some contextual indicators that are later referenced in the risk table. </a:t>
            </a:r>
            <a:endParaRPr sz="1600"/>
          </a:p>
          <a:p>
            <a:pPr indent="0" lvl="0" marL="0" rtl="0" algn="l">
              <a:lnSpc>
                <a:spcPct val="100000"/>
              </a:lnSpc>
              <a:spcBef>
                <a:spcPts val="0"/>
              </a:spcBef>
              <a:spcAft>
                <a:spcPts val="0"/>
              </a:spcAft>
              <a:buSzPts val="1400"/>
              <a:buNone/>
            </a:pPr>
            <a:r>
              <a:t/>
            </a:r>
            <a:endParaRPr sz="1600"/>
          </a:p>
          <a:p>
            <a:pPr indent="0" lvl="0" marL="0" rtl="0" algn="l">
              <a:lnSpc>
                <a:spcPct val="100000"/>
              </a:lnSpc>
              <a:spcBef>
                <a:spcPts val="0"/>
              </a:spcBef>
              <a:spcAft>
                <a:spcPts val="0"/>
              </a:spcAft>
              <a:buSzPts val="1400"/>
              <a:buNone/>
            </a:pPr>
            <a:r>
              <a:rPr lang="en-US" sz="1600"/>
              <a:t>This year the predictive indicator of Pacific cod recruitment was Spawning Habitat Suitability which decreased to a low status (below 1 standard dev of the long term mean) due to the warmest temperature at depth since 2019. The trend has been decreasing since 2022 and this may have a negative effect on egg survival and potentially mean a poor 2025 year class. </a:t>
            </a:r>
            <a:endParaRPr sz="1600"/>
          </a:p>
          <a:p>
            <a:pPr indent="0" lvl="0" marL="0" rtl="0" algn="l">
              <a:lnSpc>
                <a:spcPct val="100000"/>
              </a:lnSpc>
              <a:spcBef>
                <a:spcPts val="0"/>
              </a:spcBef>
              <a:spcAft>
                <a:spcPts val="0"/>
              </a:spcAft>
              <a:buSzPts val="1400"/>
              <a:buNone/>
            </a:pPr>
            <a:r>
              <a:t/>
            </a:r>
            <a:endParaRPr sz="1600"/>
          </a:p>
          <a:p>
            <a:pPr indent="0" lvl="0" marL="0" rtl="0" algn="l">
              <a:lnSpc>
                <a:spcPct val="100000"/>
              </a:lnSpc>
              <a:spcBef>
                <a:spcPts val="0"/>
              </a:spcBef>
              <a:spcAft>
                <a:spcPts val="0"/>
              </a:spcAft>
              <a:buSzPts val="1400"/>
              <a:buNone/>
            </a:pPr>
            <a:r>
              <a:rPr lang="en-US" sz="1600"/>
              <a:t>The poor 2025 year class was also supported by other contextual recruitment indicators of spring larvae from the EcoFOCI survey in Shelikof and summer young-of-the-year (YOY) catch per unit effort (CPUE) from the beach seine survey in the central GOA. Both were below average but not as low as in 2015, 16, and 19. The larval indicator has also been below average for the past decade and the YOY indicator has been below average for the past three years, but it did show signs of above average year classes in 2020 and 2022.</a:t>
            </a:r>
            <a:endParaRPr sz="1600"/>
          </a:p>
          <a:p>
            <a:pPr indent="0" lvl="0" marL="0" rtl="0" algn="l">
              <a:lnSpc>
                <a:spcPct val="100000"/>
              </a:lnSpc>
              <a:spcBef>
                <a:spcPts val="0"/>
              </a:spcBef>
              <a:spcAft>
                <a:spcPts val="0"/>
              </a:spcAft>
              <a:buSzPts val="1400"/>
              <a:buNone/>
            </a:pPr>
            <a:r>
              <a:t/>
            </a:r>
            <a:endParaRPr sz="1600"/>
          </a:p>
          <a:p>
            <a:pPr indent="0" lvl="0" marL="0" rtl="0" algn="l">
              <a:lnSpc>
                <a:spcPct val="100000"/>
              </a:lnSpc>
              <a:spcBef>
                <a:spcPts val="0"/>
              </a:spcBef>
              <a:spcAft>
                <a:spcPts val="0"/>
              </a:spcAft>
              <a:buSzPts val="1400"/>
              <a:buNone/>
            </a:pPr>
            <a:r>
              <a:rPr lang="en-US" sz="1600"/>
              <a:t>Other contextual </a:t>
            </a:r>
            <a:r>
              <a:rPr lang="en-US" sz="1600"/>
              <a:t>environmental </a:t>
            </a:r>
            <a:r>
              <a:rPr lang="en-US" sz="1600"/>
              <a:t>indicators imply </a:t>
            </a:r>
            <a:r>
              <a:rPr lang="en-US" sz="1600"/>
              <a:t>a</a:t>
            </a:r>
            <a:r>
              <a:rPr lang="en-US" sz="1600"/>
              <a:t>verage heatwave events during spawning with poor larval retention and cross-shelf transport from eddy kinetic energy. </a:t>
            </a:r>
            <a:endParaRPr sz="1600"/>
          </a:p>
          <a:p>
            <a:pPr indent="0" lvl="0" marL="0" rtl="0" algn="l">
              <a:lnSpc>
                <a:spcPct val="100000"/>
              </a:lnSpc>
              <a:spcBef>
                <a:spcPts val="0"/>
              </a:spcBef>
              <a:spcAft>
                <a:spcPts val="0"/>
              </a:spcAft>
              <a:buSzPts val="1400"/>
              <a:buNone/>
            </a:pPr>
            <a:r>
              <a:t/>
            </a:r>
            <a:endParaRPr sz="1600"/>
          </a:p>
          <a:p>
            <a:pPr indent="0" lvl="0" marL="0" rtl="0" algn="l">
              <a:lnSpc>
                <a:spcPct val="100000"/>
              </a:lnSpc>
              <a:spcBef>
                <a:spcPts val="0"/>
              </a:spcBef>
              <a:spcAft>
                <a:spcPts val="0"/>
              </a:spcAft>
              <a:buSzPts val="1400"/>
              <a:buNone/>
            </a:pPr>
            <a:r>
              <a:rPr lang="en-US" sz="1600"/>
              <a:t>Finally, contextual prey indicators that we monitor suggested sufficient forage, but body condition for juveniles has been below average since 2021 and there was a decreasing trend since 2019 to a current status of below average body condition for adults. </a:t>
            </a:r>
            <a:endParaRPr sz="1600"/>
          </a:p>
          <a:p>
            <a:pPr indent="0" lvl="0" marL="0" rtl="0" algn="l">
              <a:lnSpc>
                <a:spcPct val="100000"/>
              </a:lnSpc>
              <a:spcBef>
                <a:spcPts val="0"/>
              </a:spcBef>
              <a:spcAft>
                <a:spcPts val="0"/>
              </a:spcAft>
              <a:buSzPts val="1400"/>
              <a:buNone/>
            </a:pPr>
            <a:r>
              <a:t/>
            </a:r>
            <a:endParaRPr sz="1600"/>
          </a:p>
          <a:p>
            <a:pPr indent="0" lvl="0" marL="0" rtl="0" algn="l">
              <a:lnSpc>
                <a:spcPct val="100000"/>
              </a:lnSpc>
              <a:spcBef>
                <a:spcPts val="0"/>
              </a:spcBef>
              <a:spcAft>
                <a:spcPts val="0"/>
              </a:spcAft>
              <a:buSzPts val="1400"/>
              <a:buNone/>
            </a:pPr>
            <a:r>
              <a:rPr lang="en-US" sz="1600"/>
              <a:t>&lt;Optional if asked&gt; Please note that we did not cover the socioeconomic part of the ESP in this talk </a:t>
            </a:r>
            <a:r>
              <a:rPr lang="en-US" sz="1600"/>
              <a:t>although</a:t>
            </a:r>
            <a:r>
              <a:rPr lang="en-US" sz="1600"/>
              <a:t> the indicators are still included in the report. This was partly because only economic indicators are currently reported for the GOA Pacific cod ESP and they are lagged by one year and also because we are waiting for feedback from the Council discussion regarding what socioeconomic indicators should be included in an ESP. Happy to take any suggestions though. </a:t>
            </a:r>
            <a:endParaRPr sz="1600"/>
          </a:p>
          <a:p>
            <a:pPr indent="0" lvl="0" marL="0" rtl="0" algn="l">
              <a:lnSpc>
                <a:spcPct val="100000"/>
              </a:lnSpc>
              <a:spcBef>
                <a:spcPts val="0"/>
              </a:spcBef>
              <a:spcAft>
                <a:spcPts val="0"/>
              </a:spcAft>
              <a:buSzPts val="1400"/>
              <a:buNone/>
            </a:pPr>
            <a:r>
              <a:t/>
            </a:r>
            <a:endParaRPr sz="1600"/>
          </a:p>
          <a:p>
            <a:pPr indent="0" lvl="0" marL="0" rtl="0" algn="l">
              <a:lnSpc>
                <a:spcPct val="100000"/>
              </a:lnSpc>
              <a:spcBef>
                <a:spcPts val="0"/>
              </a:spcBef>
              <a:spcAft>
                <a:spcPts val="0"/>
              </a:spcAft>
              <a:buSzPts val="1400"/>
              <a:buNone/>
            </a:pPr>
            <a:r>
              <a:t/>
            </a:r>
            <a:endParaRPr sz="1600"/>
          </a:p>
        </p:txBody>
      </p:sp>
      <p:sp>
        <p:nvSpPr>
          <p:cNvPr id="102" name="Google Shape;102;g3c35cb6394f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17" name="Shape 17"/>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8" name="Shape 18"/>
        <p:cNvGrpSpPr/>
        <p:nvPr/>
      </p:nvGrpSpPr>
      <p:grpSpPr>
        <a:xfrm>
          <a:off x="0" y="0"/>
          <a:ext cx="0" cy="0"/>
          <a:chOff x="0" y="0"/>
          <a:chExt cx="0" cy="0"/>
        </a:xfrm>
      </p:grpSpPr>
      <p:sp>
        <p:nvSpPr>
          <p:cNvPr id="19" name="Google Shape;19;p18"/>
          <p:cNvSpPr txBox="1"/>
          <p:nvPr>
            <p:ph idx="10" type="dt"/>
          </p:nvPr>
        </p:nvSpPr>
        <p:spPr>
          <a:xfrm>
            <a:off x="5704463" y="5956137"/>
            <a:ext cx="21336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20" name="Google Shape;20;p18"/>
          <p:cNvSpPr txBox="1"/>
          <p:nvPr>
            <p:ph idx="12" type="sldNum"/>
          </p:nvPr>
        </p:nvSpPr>
        <p:spPr>
          <a:xfrm>
            <a:off x="7918725" y="5956137"/>
            <a:ext cx="11151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21" name="Google Shape;21;p18"/>
          <p:cNvSpPr/>
          <p:nvPr/>
        </p:nvSpPr>
        <p:spPr>
          <a:xfrm>
            <a:off x="330512" y="606554"/>
            <a:ext cx="8475000" cy="1258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18"/>
          <p:cNvSpPr txBox="1"/>
          <p:nvPr>
            <p:ph type="title"/>
          </p:nvPr>
        </p:nvSpPr>
        <p:spPr>
          <a:xfrm>
            <a:off x="431921" y="729658"/>
            <a:ext cx="8272200" cy="988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200"/>
              <a:buFont typeface="Gill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8"/>
          <p:cNvSpPr/>
          <p:nvPr>
            <p:ph idx="2" type="pic"/>
          </p:nvPr>
        </p:nvSpPr>
        <p:spPr>
          <a:xfrm>
            <a:off x="435893" y="5671142"/>
            <a:ext cx="685800" cy="6858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4" name="Shape 24"/>
        <p:cNvGrpSpPr/>
        <p:nvPr/>
      </p:nvGrpSpPr>
      <p:grpSpPr>
        <a:xfrm>
          <a:off x="0" y="0"/>
          <a:ext cx="0" cy="0"/>
          <a:chOff x="0" y="0"/>
          <a:chExt cx="0" cy="0"/>
        </a:xfrm>
      </p:grpSpPr>
      <p:sp>
        <p:nvSpPr>
          <p:cNvPr id="25" name="Google Shape;25;p19"/>
          <p:cNvSpPr/>
          <p:nvPr/>
        </p:nvSpPr>
        <p:spPr>
          <a:xfrm>
            <a:off x="335863" y="5141974"/>
            <a:ext cx="8468100" cy="1258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19"/>
          <p:cNvSpPr txBox="1"/>
          <p:nvPr>
            <p:ph type="title"/>
          </p:nvPr>
        </p:nvSpPr>
        <p:spPr>
          <a:xfrm>
            <a:off x="435895" y="3043910"/>
            <a:ext cx="8272200" cy="1497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3600"/>
              <a:buFont typeface="Gill Sans"/>
              <a:buNone/>
              <a:defRPr b="0" sz="360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9"/>
          <p:cNvSpPr txBox="1"/>
          <p:nvPr>
            <p:ph idx="1" type="body"/>
          </p:nvPr>
        </p:nvSpPr>
        <p:spPr>
          <a:xfrm>
            <a:off x="435894" y="4541417"/>
            <a:ext cx="8272200" cy="600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656"/>
              <a:buNone/>
              <a:defRPr sz="1800" cap="none">
                <a:solidFill>
                  <a:schemeClr val="accent2"/>
                </a:solidFill>
              </a:defRPr>
            </a:lvl1pPr>
            <a:lvl2pPr indent="-228600" lvl="1" marL="914400" algn="l">
              <a:lnSpc>
                <a:spcPct val="100000"/>
              </a:lnSpc>
              <a:spcBef>
                <a:spcPts val="600"/>
              </a:spcBef>
              <a:spcAft>
                <a:spcPts val="0"/>
              </a:spcAft>
              <a:buSzPts val="1656"/>
              <a:buNone/>
              <a:defRPr sz="1800">
                <a:solidFill>
                  <a:srgbClr val="888888"/>
                </a:solidFill>
              </a:defRPr>
            </a:lvl2pPr>
            <a:lvl3pPr indent="-228600" lvl="2" marL="1371600" algn="l">
              <a:lnSpc>
                <a:spcPct val="100000"/>
              </a:lnSpc>
              <a:spcBef>
                <a:spcPts val="600"/>
              </a:spcBef>
              <a:spcAft>
                <a:spcPts val="0"/>
              </a:spcAft>
              <a:buSzPts val="1472"/>
              <a:buNone/>
              <a:defRPr sz="1600">
                <a:solidFill>
                  <a:srgbClr val="888888"/>
                </a:solidFill>
              </a:defRPr>
            </a:lvl3pPr>
            <a:lvl4pPr indent="-228600" lvl="3" marL="1828800" algn="l">
              <a:lnSpc>
                <a:spcPct val="100000"/>
              </a:lnSpc>
              <a:spcBef>
                <a:spcPts val="600"/>
              </a:spcBef>
              <a:spcAft>
                <a:spcPts val="0"/>
              </a:spcAft>
              <a:buSzPts val="1288"/>
              <a:buNone/>
              <a:defRPr sz="1400">
                <a:solidFill>
                  <a:srgbClr val="888888"/>
                </a:solidFill>
              </a:defRPr>
            </a:lvl4pPr>
            <a:lvl5pPr indent="-228600" lvl="4" marL="2286000" algn="l">
              <a:lnSpc>
                <a:spcPct val="100000"/>
              </a:lnSpc>
              <a:spcBef>
                <a:spcPts val="600"/>
              </a:spcBef>
              <a:spcAft>
                <a:spcPts val="0"/>
              </a:spcAft>
              <a:buSzPts val="1288"/>
              <a:buNone/>
              <a:defRPr sz="1400">
                <a:solidFill>
                  <a:srgbClr val="888888"/>
                </a:solidFill>
              </a:defRPr>
            </a:lvl5pPr>
            <a:lvl6pPr indent="-228600" lvl="5" marL="2743200" algn="l">
              <a:lnSpc>
                <a:spcPct val="100000"/>
              </a:lnSpc>
              <a:spcBef>
                <a:spcPts val="600"/>
              </a:spcBef>
              <a:spcAft>
                <a:spcPts val="0"/>
              </a:spcAft>
              <a:buSzPts val="1288"/>
              <a:buNone/>
              <a:defRPr sz="1400">
                <a:solidFill>
                  <a:srgbClr val="888888"/>
                </a:solidFill>
              </a:defRPr>
            </a:lvl6pPr>
            <a:lvl7pPr indent="-228600" lvl="6" marL="3200400" algn="l">
              <a:lnSpc>
                <a:spcPct val="100000"/>
              </a:lnSpc>
              <a:spcBef>
                <a:spcPts val="600"/>
              </a:spcBef>
              <a:spcAft>
                <a:spcPts val="0"/>
              </a:spcAft>
              <a:buSzPts val="1288"/>
              <a:buNone/>
              <a:defRPr sz="1400">
                <a:solidFill>
                  <a:srgbClr val="888888"/>
                </a:solidFill>
              </a:defRPr>
            </a:lvl7pPr>
            <a:lvl8pPr indent="-228600" lvl="7" marL="3657600" algn="l">
              <a:lnSpc>
                <a:spcPct val="100000"/>
              </a:lnSpc>
              <a:spcBef>
                <a:spcPts val="600"/>
              </a:spcBef>
              <a:spcAft>
                <a:spcPts val="0"/>
              </a:spcAft>
              <a:buSzPts val="1288"/>
              <a:buNone/>
              <a:defRPr sz="1400">
                <a:solidFill>
                  <a:srgbClr val="888888"/>
                </a:solidFill>
              </a:defRPr>
            </a:lvl8pPr>
            <a:lvl9pPr indent="-228600" lvl="8" marL="4114800" algn="l">
              <a:lnSpc>
                <a:spcPct val="100000"/>
              </a:lnSpc>
              <a:spcBef>
                <a:spcPts val="600"/>
              </a:spcBef>
              <a:spcAft>
                <a:spcPts val="600"/>
              </a:spcAft>
              <a:buSzPts val="1288"/>
              <a:buNone/>
              <a:defRPr sz="1400">
                <a:solidFill>
                  <a:srgbClr val="888888"/>
                </a:solidFill>
              </a:defRPr>
            </a:lvl9pPr>
          </a:lstStyle>
          <a:p/>
        </p:txBody>
      </p:sp>
      <p:sp>
        <p:nvSpPr>
          <p:cNvPr id="28" name="Google Shape;28;p19"/>
          <p:cNvSpPr txBox="1"/>
          <p:nvPr>
            <p:ph idx="10" type="dt"/>
          </p:nvPr>
        </p:nvSpPr>
        <p:spPr>
          <a:xfrm>
            <a:off x="5704464" y="5956137"/>
            <a:ext cx="17832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2D58AC"/>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29" name="Google Shape;29;p19"/>
          <p:cNvSpPr txBox="1"/>
          <p:nvPr>
            <p:ph idx="12" type="sldNum"/>
          </p:nvPr>
        </p:nvSpPr>
        <p:spPr>
          <a:xfrm>
            <a:off x="7599912" y="5956137"/>
            <a:ext cx="1108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pic>
        <p:nvPicPr>
          <p:cNvPr id="30" name="Google Shape;30;p19"/>
          <p:cNvPicPr preferRelativeResize="0"/>
          <p:nvPr/>
        </p:nvPicPr>
        <p:blipFill rotWithShape="1">
          <a:blip r:embed="rId2">
            <a:alphaModFix/>
          </a:blip>
          <a:srcRect b="0" l="0" r="0" t="0"/>
          <a:stretch/>
        </p:blipFill>
        <p:spPr>
          <a:xfrm>
            <a:off x="7999010" y="5956136"/>
            <a:ext cx="309999" cy="261088"/>
          </a:xfrm>
          <a:prstGeom prst="rect">
            <a:avLst/>
          </a:prstGeom>
          <a:noFill/>
          <a:ln>
            <a:noFill/>
          </a:ln>
        </p:spPr>
      </p:pic>
      <p:sp>
        <p:nvSpPr>
          <p:cNvPr id="31" name="Google Shape;31;p19"/>
          <p:cNvSpPr/>
          <p:nvPr>
            <p:ph idx="2" type="pic"/>
          </p:nvPr>
        </p:nvSpPr>
        <p:spPr>
          <a:xfrm>
            <a:off x="334900" y="5681499"/>
            <a:ext cx="685800" cy="6858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_2">
    <p:spTree>
      <p:nvGrpSpPr>
        <p:cNvPr id="32" name="Shape 32"/>
        <p:cNvGrpSpPr/>
        <p:nvPr/>
      </p:nvGrpSpPr>
      <p:grpSpPr>
        <a:xfrm>
          <a:off x="0" y="0"/>
          <a:ext cx="0" cy="0"/>
          <a:chOff x="0" y="0"/>
          <a:chExt cx="0" cy="0"/>
        </a:xfrm>
      </p:grpSpPr>
      <p:sp>
        <p:nvSpPr>
          <p:cNvPr id="33" name="Google Shape;33;g3b9732453be_0_426"/>
          <p:cNvSpPr txBox="1"/>
          <p:nvPr>
            <p:ph idx="10" type="dt"/>
          </p:nvPr>
        </p:nvSpPr>
        <p:spPr>
          <a:xfrm>
            <a:off x="628650" y="6356350"/>
            <a:ext cx="20574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4" name="Google Shape;34;g3b9732453be_0_426"/>
          <p:cNvSpPr txBox="1"/>
          <p:nvPr>
            <p:ph idx="11" type="ftr"/>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5" name="Google Shape;35;g3b9732453be_0_426"/>
          <p:cNvSpPr txBox="1"/>
          <p:nvPr>
            <p:ph idx="12" type="sldNum"/>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6" name="Shape 36"/>
        <p:cNvGrpSpPr/>
        <p:nvPr/>
      </p:nvGrpSpPr>
      <p:grpSpPr>
        <a:xfrm>
          <a:off x="0" y="0"/>
          <a:ext cx="0" cy="0"/>
          <a:chOff x="0" y="0"/>
          <a:chExt cx="0" cy="0"/>
        </a:xfrm>
      </p:grpSpPr>
      <p:sp>
        <p:nvSpPr>
          <p:cNvPr id="37" name="Google Shape;37;p17"/>
          <p:cNvSpPr/>
          <p:nvPr/>
        </p:nvSpPr>
        <p:spPr>
          <a:xfrm>
            <a:off x="334900" y="3085765"/>
            <a:ext cx="8447100" cy="3304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17"/>
          <p:cNvSpPr txBox="1"/>
          <p:nvPr>
            <p:ph type="ctrTitle"/>
          </p:nvPr>
        </p:nvSpPr>
        <p:spPr>
          <a:xfrm>
            <a:off x="435893" y="1020431"/>
            <a:ext cx="8245200" cy="14751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7"/>
          <p:cNvSpPr txBox="1"/>
          <p:nvPr>
            <p:ph idx="1" type="subTitle"/>
          </p:nvPr>
        </p:nvSpPr>
        <p:spPr>
          <a:xfrm>
            <a:off x="435896" y="2495445"/>
            <a:ext cx="8245200" cy="5904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60"/>
              </a:spcBef>
              <a:spcAft>
                <a:spcPts val="0"/>
              </a:spcAft>
              <a:buSzPts val="1656"/>
              <a:buNone/>
              <a:defRPr sz="1800" cap="none">
                <a:solidFill>
                  <a:schemeClr val="accent2"/>
                </a:solidFill>
              </a:defRPr>
            </a:lvl1pPr>
            <a:lvl2pPr lvl="1" algn="ctr">
              <a:lnSpc>
                <a:spcPct val="100000"/>
              </a:lnSpc>
              <a:spcBef>
                <a:spcPts val="600"/>
              </a:spcBef>
              <a:spcAft>
                <a:spcPts val="0"/>
              </a:spcAft>
              <a:buSzPts val="1840"/>
              <a:buNone/>
              <a:defRPr>
                <a:solidFill>
                  <a:srgbClr val="888888"/>
                </a:solidFill>
              </a:defRPr>
            </a:lvl2pPr>
            <a:lvl3pPr lvl="2" algn="ctr">
              <a:lnSpc>
                <a:spcPct val="100000"/>
              </a:lnSpc>
              <a:spcBef>
                <a:spcPts val="600"/>
              </a:spcBef>
              <a:spcAft>
                <a:spcPts val="0"/>
              </a:spcAft>
              <a:buSzPts val="1656"/>
              <a:buNone/>
              <a:defRPr>
                <a:solidFill>
                  <a:srgbClr val="888888"/>
                </a:solidFill>
              </a:defRPr>
            </a:lvl3pPr>
            <a:lvl4pPr lvl="3" algn="ctr">
              <a:lnSpc>
                <a:spcPct val="100000"/>
              </a:lnSpc>
              <a:spcBef>
                <a:spcPts val="600"/>
              </a:spcBef>
              <a:spcAft>
                <a:spcPts val="0"/>
              </a:spcAft>
              <a:buSzPts val="1656"/>
              <a:buNone/>
              <a:defRPr>
                <a:solidFill>
                  <a:srgbClr val="888888"/>
                </a:solidFill>
              </a:defRPr>
            </a:lvl4pPr>
            <a:lvl5pPr lvl="4" algn="ctr">
              <a:lnSpc>
                <a:spcPct val="100000"/>
              </a:lnSpc>
              <a:spcBef>
                <a:spcPts val="600"/>
              </a:spcBef>
              <a:spcAft>
                <a:spcPts val="0"/>
              </a:spcAft>
              <a:buSzPts val="1656"/>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p:txBody>
      </p:sp>
      <p:sp>
        <p:nvSpPr>
          <p:cNvPr id="40" name="Google Shape;40;p17"/>
          <p:cNvSpPr txBox="1"/>
          <p:nvPr>
            <p:ph idx="10" type="dt"/>
          </p:nvPr>
        </p:nvSpPr>
        <p:spPr>
          <a:xfrm>
            <a:off x="5704463" y="5956137"/>
            <a:ext cx="18456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2D58AC"/>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41" name="Google Shape;41;p17"/>
          <p:cNvSpPr txBox="1"/>
          <p:nvPr>
            <p:ph idx="12" type="sldNum"/>
          </p:nvPr>
        </p:nvSpPr>
        <p:spPr>
          <a:xfrm>
            <a:off x="7631084" y="5956137"/>
            <a:ext cx="1050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42" name="Google Shape;42;p17"/>
          <p:cNvSpPr/>
          <p:nvPr>
            <p:ph idx="2" type="pic"/>
          </p:nvPr>
        </p:nvSpPr>
        <p:spPr>
          <a:xfrm>
            <a:off x="334900" y="5681499"/>
            <a:ext cx="685800" cy="6858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1_Title Only">
    <p:spTree>
      <p:nvGrpSpPr>
        <p:cNvPr id="43" name="Shape 43"/>
        <p:cNvGrpSpPr/>
        <p:nvPr/>
      </p:nvGrpSpPr>
      <p:grpSpPr>
        <a:xfrm>
          <a:off x="0" y="0"/>
          <a:ext cx="0" cy="0"/>
          <a:chOff x="0" y="0"/>
          <a:chExt cx="0" cy="0"/>
        </a:xfrm>
      </p:grpSpPr>
      <p:sp>
        <p:nvSpPr>
          <p:cNvPr id="44" name="Google Shape;44;p20"/>
          <p:cNvSpPr txBox="1"/>
          <p:nvPr>
            <p:ph idx="10" type="dt"/>
          </p:nvPr>
        </p:nvSpPr>
        <p:spPr>
          <a:xfrm>
            <a:off x="5704463" y="5956137"/>
            <a:ext cx="21336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1pPr>
            <a:lvl2pPr lvl="1"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9pPr>
          </a:lstStyle>
          <a:p/>
        </p:txBody>
      </p:sp>
      <p:sp>
        <p:nvSpPr>
          <p:cNvPr id="45" name="Google Shape;45;p20"/>
          <p:cNvSpPr txBox="1"/>
          <p:nvPr>
            <p:ph idx="12" type="sldNum"/>
          </p:nvPr>
        </p:nvSpPr>
        <p:spPr>
          <a:xfrm>
            <a:off x="7918725" y="5956137"/>
            <a:ext cx="11151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2"/>
              </a:buClr>
              <a:buSzPts val="1600"/>
              <a:buFont typeface="Gill Sans"/>
              <a:buNone/>
              <a:defRPr b="0" i="0" sz="16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chemeClr val="accent2"/>
              </a:buClr>
              <a:buSzPts val="1600"/>
              <a:buFont typeface="Gill Sans"/>
              <a:buNone/>
              <a:defRPr b="0" i="0" sz="16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chemeClr val="accent2"/>
              </a:buClr>
              <a:buSzPts val="1600"/>
              <a:buFont typeface="Gill Sans"/>
              <a:buNone/>
              <a:defRPr b="0" i="0" sz="16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chemeClr val="accent2"/>
              </a:buClr>
              <a:buSzPts val="1600"/>
              <a:buFont typeface="Gill Sans"/>
              <a:buNone/>
              <a:defRPr b="0" i="0" sz="16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chemeClr val="accent2"/>
              </a:buClr>
              <a:buSzPts val="1600"/>
              <a:buFont typeface="Gill Sans"/>
              <a:buNone/>
              <a:defRPr b="0" i="0" sz="16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chemeClr val="accent2"/>
              </a:buClr>
              <a:buSzPts val="1600"/>
              <a:buFont typeface="Gill Sans"/>
              <a:buNone/>
              <a:defRPr b="0" i="0" sz="16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chemeClr val="accent2"/>
              </a:buClr>
              <a:buSzPts val="1600"/>
              <a:buFont typeface="Gill Sans"/>
              <a:buNone/>
              <a:defRPr b="0" i="0" sz="16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chemeClr val="accent2"/>
              </a:buClr>
              <a:buSzPts val="1600"/>
              <a:buFont typeface="Gill Sans"/>
              <a:buNone/>
              <a:defRPr b="0" i="0" sz="16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chemeClr val="accent2"/>
              </a:buClr>
              <a:buSzPts val="1600"/>
              <a:buFont typeface="Gill Sans"/>
              <a:buNone/>
              <a:defRPr b="0" i="0" sz="16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46" name="Google Shape;46;p20"/>
          <p:cNvSpPr/>
          <p:nvPr/>
        </p:nvSpPr>
        <p:spPr>
          <a:xfrm>
            <a:off x="330512" y="606554"/>
            <a:ext cx="8475000" cy="1258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Gill Sans"/>
              <a:buNone/>
            </a:pPr>
            <a:r>
              <a:t/>
            </a:r>
            <a:endParaRPr b="0" i="0" sz="1800" u="none" cap="none" strike="noStrike">
              <a:solidFill>
                <a:schemeClr val="dk1"/>
              </a:solidFill>
              <a:latin typeface="Gill Sans"/>
              <a:ea typeface="Gill Sans"/>
              <a:cs typeface="Gill Sans"/>
              <a:sym typeface="Gill Sans"/>
            </a:endParaRPr>
          </a:p>
        </p:txBody>
      </p:sp>
      <p:sp>
        <p:nvSpPr>
          <p:cNvPr id="47" name="Google Shape;47;p20"/>
          <p:cNvSpPr txBox="1"/>
          <p:nvPr>
            <p:ph type="title"/>
          </p:nvPr>
        </p:nvSpPr>
        <p:spPr>
          <a:xfrm>
            <a:off x="431921" y="729658"/>
            <a:ext cx="8272200" cy="988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200"/>
              <a:buFont typeface="Gill Sans"/>
              <a:buNone/>
              <a:defRPr sz="3200"/>
            </a:lvl1pPr>
            <a:lvl2pPr lvl="1" algn="l">
              <a:lnSpc>
                <a:spcPct val="100000"/>
              </a:lnSpc>
              <a:spcBef>
                <a:spcPts val="0"/>
              </a:spcBef>
              <a:spcAft>
                <a:spcPts val="0"/>
              </a:spcAft>
              <a:buClr>
                <a:schemeClr val="dk2"/>
              </a:buClr>
              <a:buSzPts val="1400"/>
              <a:buNone/>
              <a:defRPr/>
            </a:lvl2pPr>
            <a:lvl3pPr lvl="2" algn="l">
              <a:lnSpc>
                <a:spcPct val="100000"/>
              </a:lnSpc>
              <a:spcBef>
                <a:spcPts val="0"/>
              </a:spcBef>
              <a:spcAft>
                <a:spcPts val="0"/>
              </a:spcAft>
              <a:buClr>
                <a:schemeClr val="dk2"/>
              </a:buClr>
              <a:buSzPts val="1400"/>
              <a:buNone/>
              <a:defRPr/>
            </a:lvl3pPr>
            <a:lvl4pPr lvl="3" algn="l">
              <a:lnSpc>
                <a:spcPct val="100000"/>
              </a:lnSpc>
              <a:spcBef>
                <a:spcPts val="0"/>
              </a:spcBef>
              <a:spcAft>
                <a:spcPts val="0"/>
              </a:spcAft>
              <a:buClr>
                <a:schemeClr val="dk2"/>
              </a:buClr>
              <a:buSzPts val="1400"/>
              <a:buNone/>
              <a:defRPr/>
            </a:lvl4pPr>
            <a:lvl5pPr lvl="4" algn="l">
              <a:lnSpc>
                <a:spcPct val="100000"/>
              </a:lnSpc>
              <a:spcBef>
                <a:spcPts val="0"/>
              </a:spcBef>
              <a:spcAft>
                <a:spcPts val="0"/>
              </a:spcAft>
              <a:buClr>
                <a:schemeClr val="dk2"/>
              </a:buClr>
              <a:buSzPts val="1400"/>
              <a:buNone/>
              <a:defRPr/>
            </a:lvl5pPr>
            <a:lvl6pPr lvl="5" algn="l">
              <a:lnSpc>
                <a:spcPct val="100000"/>
              </a:lnSpc>
              <a:spcBef>
                <a:spcPts val="0"/>
              </a:spcBef>
              <a:spcAft>
                <a:spcPts val="0"/>
              </a:spcAft>
              <a:buClr>
                <a:schemeClr val="dk2"/>
              </a:buClr>
              <a:buSzPts val="1400"/>
              <a:buNone/>
              <a:defRPr/>
            </a:lvl6pPr>
            <a:lvl7pPr lvl="6" algn="l">
              <a:lnSpc>
                <a:spcPct val="100000"/>
              </a:lnSpc>
              <a:spcBef>
                <a:spcPts val="0"/>
              </a:spcBef>
              <a:spcAft>
                <a:spcPts val="0"/>
              </a:spcAft>
              <a:buClr>
                <a:schemeClr val="dk2"/>
              </a:buClr>
              <a:buSzPts val="1400"/>
              <a:buNone/>
              <a:defRPr/>
            </a:lvl7pPr>
            <a:lvl8pPr lvl="7" algn="l">
              <a:lnSpc>
                <a:spcPct val="100000"/>
              </a:lnSpc>
              <a:spcBef>
                <a:spcPts val="0"/>
              </a:spcBef>
              <a:spcAft>
                <a:spcPts val="0"/>
              </a:spcAft>
              <a:buClr>
                <a:schemeClr val="dk2"/>
              </a:buClr>
              <a:buSzPts val="1400"/>
              <a:buNone/>
              <a:defRPr/>
            </a:lvl8pPr>
            <a:lvl9pPr lvl="8" algn="l">
              <a:lnSpc>
                <a:spcPct val="100000"/>
              </a:lnSpc>
              <a:spcBef>
                <a:spcPts val="0"/>
              </a:spcBef>
              <a:spcAft>
                <a:spcPts val="0"/>
              </a:spcAft>
              <a:buClr>
                <a:schemeClr val="dk2"/>
              </a:buClr>
              <a:buSzPts val="1400"/>
              <a:buNone/>
              <a:defRPr/>
            </a:lvl9pPr>
          </a:lstStyle>
          <a:p/>
        </p:txBody>
      </p:sp>
      <p:sp>
        <p:nvSpPr>
          <p:cNvPr id="48" name="Google Shape;48;p20"/>
          <p:cNvSpPr/>
          <p:nvPr>
            <p:ph idx="2" type="pic"/>
          </p:nvPr>
        </p:nvSpPr>
        <p:spPr>
          <a:xfrm>
            <a:off x="435893" y="5671142"/>
            <a:ext cx="685800" cy="6858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49" name="Shape 49"/>
        <p:cNvGrpSpPr/>
        <p:nvPr/>
      </p:nvGrpSpPr>
      <p:grpSpPr>
        <a:xfrm>
          <a:off x="0" y="0"/>
          <a:ext cx="0" cy="0"/>
          <a:chOff x="0" y="0"/>
          <a:chExt cx="0" cy="0"/>
        </a:xfrm>
      </p:grpSpPr>
      <p:sp>
        <p:nvSpPr>
          <p:cNvPr id="50" name="Google Shape;50;p21"/>
          <p:cNvSpPr/>
          <p:nvPr/>
        </p:nvSpPr>
        <p:spPr>
          <a:xfrm>
            <a:off x="330214" y="614407"/>
            <a:ext cx="8481900" cy="1189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1"/>
          <p:cNvSpPr txBox="1"/>
          <p:nvPr>
            <p:ph type="title"/>
          </p:nvPr>
        </p:nvSpPr>
        <p:spPr>
          <a:xfrm>
            <a:off x="435894" y="702156"/>
            <a:ext cx="8272200" cy="10137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200"/>
              <a:buFont typeface="Gill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 type="body"/>
          </p:nvPr>
        </p:nvSpPr>
        <p:spPr>
          <a:xfrm>
            <a:off x="435894" y="2180496"/>
            <a:ext cx="8272200" cy="3678300"/>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53" name="Google Shape;53;p21"/>
          <p:cNvSpPr txBox="1"/>
          <p:nvPr>
            <p:ph idx="10" type="dt"/>
          </p:nvPr>
        </p:nvSpPr>
        <p:spPr>
          <a:xfrm>
            <a:off x="5704463" y="5956137"/>
            <a:ext cx="21336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54" name="Google Shape;54;p21"/>
          <p:cNvSpPr txBox="1"/>
          <p:nvPr>
            <p:ph idx="12" type="sldNum"/>
          </p:nvPr>
        </p:nvSpPr>
        <p:spPr>
          <a:xfrm>
            <a:off x="7918725" y="5956137"/>
            <a:ext cx="10965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55" name="Google Shape;55;p21"/>
          <p:cNvSpPr/>
          <p:nvPr>
            <p:ph idx="2" type="pic"/>
          </p:nvPr>
        </p:nvSpPr>
        <p:spPr>
          <a:xfrm>
            <a:off x="435894" y="5498937"/>
            <a:ext cx="685800" cy="6858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56" name="Shape 56"/>
        <p:cNvGrpSpPr/>
        <p:nvPr/>
      </p:nvGrpSpPr>
      <p:grpSpPr>
        <a:xfrm>
          <a:off x="0" y="0"/>
          <a:ext cx="0" cy="0"/>
          <a:chOff x="0" y="0"/>
          <a:chExt cx="0" cy="0"/>
        </a:xfrm>
      </p:grpSpPr>
      <p:sp>
        <p:nvSpPr>
          <p:cNvPr id="57" name="Google Shape;57;p22"/>
          <p:cNvSpPr/>
          <p:nvPr/>
        </p:nvSpPr>
        <p:spPr>
          <a:xfrm>
            <a:off x="334486" y="606554"/>
            <a:ext cx="8475000" cy="1258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22"/>
          <p:cNvSpPr txBox="1"/>
          <p:nvPr>
            <p:ph type="title"/>
          </p:nvPr>
        </p:nvSpPr>
        <p:spPr>
          <a:xfrm>
            <a:off x="435895" y="729658"/>
            <a:ext cx="8272200" cy="988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200"/>
              <a:buFont typeface="Gill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2"/>
          <p:cNvSpPr txBox="1"/>
          <p:nvPr>
            <p:ph idx="1" type="body"/>
          </p:nvPr>
        </p:nvSpPr>
        <p:spPr>
          <a:xfrm>
            <a:off x="435895" y="2228003"/>
            <a:ext cx="4066800" cy="3633000"/>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60" name="Google Shape;60;p22"/>
          <p:cNvSpPr txBox="1"/>
          <p:nvPr>
            <p:ph idx="2" type="body"/>
          </p:nvPr>
        </p:nvSpPr>
        <p:spPr>
          <a:xfrm>
            <a:off x="4641313" y="2228003"/>
            <a:ext cx="4066800" cy="3633000"/>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61" name="Google Shape;61;p22"/>
          <p:cNvSpPr txBox="1"/>
          <p:nvPr>
            <p:ph idx="10" type="dt"/>
          </p:nvPr>
        </p:nvSpPr>
        <p:spPr>
          <a:xfrm>
            <a:off x="5704463" y="5956137"/>
            <a:ext cx="21336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62" name="Google Shape;62;p22"/>
          <p:cNvSpPr txBox="1"/>
          <p:nvPr>
            <p:ph idx="12" type="sldNum"/>
          </p:nvPr>
        </p:nvSpPr>
        <p:spPr>
          <a:xfrm>
            <a:off x="7918724" y="5956137"/>
            <a:ext cx="11088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63" name="Google Shape;63;p22"/>
          <p:cNvSpPr/>
          <p:nvPr>
            <p:ph idx="3" type="pic"/>
          </p:nvPr>
        </p:nvSpPr>
        <p:spPr>
          <a:xfrm>
            <a:off x="435893" y="5671142"/>
            <a:ext cx="685800" cy="685800"/>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64" name="Shape 64"/>
        <p:cNvGrpSpPr/>
        <p:nvPr/>
      </p:nvGrpSpPr>
      <p:grpSpPr>
        <a:xfrm>
          <a:off x="0" y="0"/>
          <a:ext cx="0" cy="0"/>
          <a:chOff x="0" y="0"/>
          <a:chExt cx="0" cy="0"/>
        </a:xfrm>
      </p:grpSpPr>
      <p:sp>
        <p:nvSpPr>
          <p:cNvPr id="65" name="Google Shape;65;p23"/>
          <p:cNvSpPr/>
          <p:nvPr/>
        </p:nvSpPr>
        <p:spPr>
          <a:xfrm>
            <a:off x="334486" y="606554"/>
            <a:ext cx="8475000" cy="1258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23"/>
          <p:cNvSpPr txBox="1"/>
          <p:nvPr>
            <p:ph type="title"/>
          </p:nvPr>
        </p:nvSpPr>
        <p:spPr>
          <a:xfrm>
            <a:off x="435895" y="729658"/>
            <a:ext cx="8272200" cy="988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200"/>
              <a:buFont typeface="Gill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3"/>
          <p:cNvSpPr txBox="1"/>
          <p:nvPr>
            <p:ph idx="1" type="body"/>
          </p:nvPr>
        </p:nvSpPr>
        <p:spPr>
          <a:xfrm>
            <a:off x="435893" y="2250892"/>
            <a:ext cx="4044900" cy="5361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SzPts val="2208"/>
              <a:buNone/>
              <a:defRPr b="0" sz="2400">
                <a:solidFill>
                  <a:schemeClr val="accent2"/>
                </a:solidFill>
              </a:defRPr>
            </a:lvl1pPr>
            <a:lvl2pPr indent="-228600" lvl="1" marL="914400" algn="l">
              <a:lnSpc>
                <a:spcPct val="100000"/>
              </a:lnSpc>
              <a:spcBef>
                <a:spcPts val="600"/>
              </a:spcBef>
              <a:spcAft>
                <a:spcPts val="0"/>
              </a:spcAft>
              <a:buSzPts val="1840"/>
              <a:buNone/>
              <a:defRPr b="1" sz="2000"/>
            </a:lvl2pPr>
            <a:lvl3pPr indent="-228600" lvl="2" marL="1371600" algn="l">
              <a:lnSpc>
                <a:spcPct val="100000"/>
              </a:lnSpc>
              <a:spcBef>
                <a:spcPts val="600"/>
              </a:spcBef>
              <a:spcAft>
                <a:spcPts val="0"/>
              </a:spcAft>
              <a:buSzPts val="1656"/>
              <a:buNone/>
              <a:defRPr b="1" sz="1800"/>
            </a:lvl3pPr>
            <a:lvl4pPr indent="-228600" lvl="3" marL="1828800" algn="l">
              <a:lnSpc>
                <a:spcPct val="100000"/>
              </a:lnSpc>
              <a:spcBef>
                <a:spcPts val="600"/>
              </a:spcBef>
              <a:spcAft>
                <a:spcPts val="0"/>
              </a:spcAft>
              <a:buSzPts val="1472"/>
              <a:buNone/>
              <a:defRPr b="1" sz="1600"/>
            </a:lvl4pPr>
            <a:lvl5pPr indent="-228600" lvl="4" marL="2286000" algn="l">
              <a:lnSpc>
                <a:spcPct val="100000"/>
              </a:lnSpc>
              <a:spcBef>
                <a:spcPts val="600"/>
              </a:spcBef>
              <a:spcAft>
                <a:spcPts val="0"/>
              </a:spcAft>
              <a:buSzPts val="1472"/>
              <a:buNone/>
              <a:defRPr b="1" sz="1600"/>
            </a:lvl5pPr>
            <a:lvl6pPr indent="-228600" lvl="5" marL="2743200" algn="l">
              <a:lnSpc>
                <a:spcPct val="100000"/>
              </a:lnSpc>
              <a:spcBef>
                <a:spcPts val="600"/>
              </a:spcBef>
              <a:spcAft>
                <a:spcPts val="0"/>
              </a:spcAft>
              <a:buSzPts val="1472"/>
              <a:buNone/>
              <a:defRPr b="1" sz="1600"/>
            </a:lvl6pPr>
            <a:lvl7pPr indent="-228600" lvl="6" marL="3200400" algn="l">
              <a:lnSpc>
                <a:spcPct val="100000"/>
              </a:lnSpc>
              <a:spcBef>
                <a:spcPts val="600"/>
              </a:spcBef>
              <a:spcAft>
                <a:spcPts val="0"/>
              </a:spcAft>
              <a:buSzPts val="1472"/>
              <a:buNone/>
              <a:defRPr b="1" sz="1600"/>
            </a:lvl7pPr>
            <a:lvl8pPr indent="-228600" lvl="7" marL="3657600" algn="l">
              <a:lnSpc>
                <a:spcPct val="100000"/>
              </a:lnSpc>
              <a:spcBef>
                <a:spcPts val="600"/>
              </a:spcBef>
              <a:spcAft>
                <a:spcPts val="0"/>
              </a:spcAft>
              <a:buSzPts val="1472"/>
              <a:buNone/>
              <a:defRPr b="1" sz="1600"/>
            </a:lvl8pPr>
            <a:lvl9pPr indent="-228600" lvl="8" marL="4114800" algn="l">
              <a:lnSpc>
                <a:spcPct val="100000"/>
              </a:lnSpc>
              <a:spcBef>
                <a:spcPts val="600"/>
              </a:spcBef>
              <a:spcAft>
                <a:spcPts val="600"/>
              </a:spcAft>
              <a:buSzPts val="1472"/>
              <a:buNone/>
              <a:defRPr b="1" sz="1600"/>
            </a:lvl9pPr>
          </a:lstStyle>
          <a:p/>
        </p:txBody>
      </p:sp>
      <p:sp>
        <p:nvSpPr>
          <p:cNvPr id="68" name="Google Shape;68;p23"/>
          <p:cNvSpPr txBox="1"/>
          <p:nvPr>
            <p:ph idx="2" type="body"/>
          </p:nvPr>
        </p:nvSpPr>
        <p:spPr>
          <a:xfrm>
            <a:off x="435896" y="2926052"/>
            <a:ext cx="4044900" cy="2934900"/>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69" name="Google Shape;69;p23"/>
          <p:cNvSpPr txBox="1"/>
          <p:nvPr>
            <p:ph idx="3" type="body"/>
          </p:nvPr>
        </p:nvSpPr>
        <p:spPr>
          <a:xfrm>
            <a:off x="4663282" y="2250892"/>
            <a:ext cx="4044900" cy="5535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SzPts val="2208"/>
              <a:buNone/>
              <a:defRPr b="0" sz="2400">
                <a:solidFill>
                  <a:schemeClr val="accent2"/>
                </a:solidFill>
              </a:defRPr>
            </a:lvl1pPr>
            <a:lvl2pPr indent="-228600" lvl="1" marL="914400" algn="l">
              <a:lnSpc>
                <a:spcPct val="100000"/>
              </a:lnSpc>
              <a:spcBef>
                <a:spcPts val="600"/>
              </a:spcBef>
              <a:spcAft>
                <a:spcPts val="0"/>
              </a:spcAft>
              <a:buSzPts val="1840"/>
              <a:buNone/>
              <a:defRPr b="1" sz="2000"/>
            </a:lvl2pPr>
            <a:lvl3pPr indent="-228600" lvl="2" marL="1371600" algn="l">
              <a:lnSpc>
                <a:spcPct val="100000"/>
              </a:lnSpc>
              <a:spcBef>
                <a:spcPts val="600"/>
              </a:spcBef>
              <a:spcAft>
                <a:spcPts val="0"/>
              </a:spcAft>
              <a:buSzPts val="1656"/>
              <a:buNone/>
              <a:defRPr b="1" sz="1800"/>
            </a:lvl3pPr>
            <a:lvl4pPr indent="-228600" lvl="3" marL="1828800" algn="l">
              <a:lnSpc>
                <a:spcPct val="100000"/>
              </a:lnSpc>
              <a:spcBef>
                <a:spcPts val="600"/>
              </a:spcBef>
              <a:spcAft>
                <a:spcPts val="0"/>
              </a:spcAft>
              <a:buSzPts val="1472"/>
              <a:buNone/>
              <a:defRPr b="1" sz="1600"/>
            </a:lvl4pPr>
            <a:lvl5pPr indent="-228600" lvl="4" marL="2286000" algn="l">
              <a:lnSpc>
                <a:spcPct val="100000"/>
              </a:lnSpc>
              <a:spcBef>
                <a:spcPts val="600"/>
              </a:spcBef>
              <a:spcAft>
                <a:spcPts val="0"/>
              </a:spcAft>
              <a:buSzPts val="1472"/>
              <a:buNone/>
              <a:defRPr b="1" sz="1600"/>
            </a:lvl5pPr>
            <a:lvl6pPr indent="-228600" lvl="5" marL="2743200" algn="l">
              <a:lnSpc>
                <a:spcPct val="100000"/>
              </a:lnSpc>
              <a:spcBef>
                <a:spcPts val="600"/>
              </a:spcBef>
              <a:spcAft>
                <a:spcPts val="0"/>
              </a:spcAft>
              <a:buSzPts val="1472"/>
              <a:buNone/>
              <a:defRPr b="1" sz="1600"/>
            </a:lvl6pPr>
            <a:lvl7pPr indent="-228600" lvl="6" marL="3200400" algn="l">
              <a:lnSpc>
                <a:spcPct val="100000"/>
              </a:lnSpc>
              <a:spcBef>
                <a:spcPts val="600"/>
              </a:spcBef>
              <a:spcAft>
                <a:spcPts val="0"/>
              </a:spcAft>
              <a:buSzPts val="1472"/>
              <a:buNone/>
              <a:defRPr b="1" sz="1600"/>
            </a:lvl7pPr>
            <a:lvl8pPr indent="-228600" lvl="7" marL="3657600" algn="l">
              <a:lnSpc>
                <a:spcPct val="100000"/>
              </a:lnSpc>
              <a:spcBef>
                <a:spcPts val="600"/>
              </a:spcBef>
              <a:spcAft>
                <a:spcPts val="0"/>
              </a:spcAft>
              <a:buSzPts val="1472"/>
              <a:buNone/>
              <a:defRPr b="1" sz="1600"/>
            </a:lvl8pPr>
            <a:lvl9pPr indent="-228600" lvl="8" marL="4114800" algn="l">
              <a:lnSpc>
                <a:spcPct val="100000"/>
              </a:lnSpc>
              <a:spcBef>
                <a:spcPts val="600"/>
              </a:spcBef>
              <a:spcAft>
                <a:spcPts val="600"/>
              </a:spcAft>
              <a:buSzPts val="1472"/>
              <a:buNone/>
              <a:defRPr b="1" sz="1600"/>
            </a:lvl9pPr>
          </a:lstStyle>
          <a:p/>
        </p:txBody>
      </p:sp>
      <p:sp>
        <p:nvSpPr>
          <p:cNvPr id="70" name="Google Shape;70;p23"/>
          <p:cNvSpPr txBox="1"/>
          <p:nvPr>
            <p:ph idx="4" type="body"/>
          </p:nvPr>
        </p:nvSpPr>
        <p:spPr>
          <a:xfrm>
            <a:off x="4663282" y="2926052"/>
            <a:ext cx="4044900" cy="2934900"/>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71" name="Google Shape;71;p23"/>
          <p:cNvSpPr txBox="1"/>
          <p:nvPr>
            <p:ph idx="10" type="dt"/>
          </p:nvPr>
        </p:nvSpPr>
        <p:spPr>
          <a:xfrm>
            <a:off x="5704463" y="5956137"/>
            <a:ext cx="21336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72" name="Google Shape;72;p23"/>
          <p:cNvSpPr txBox="1"/>
          <p:nvPr>
            <p:ph idx="12" type="sldNum"/>
          </p:nvPr>
        </p:nvSpPr>
        <p:spPr>
          <a:xfrm>
            <a:off x="7918725" y="5956137"/>
            <a:ext cx="10965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73" name="Google Shape;73;p23"/>
          <p:cNvSpPr/>
          <p:nvPr>
            <p:ph idx="5" type="pic"/>
          </p:nvPr>
        </p:nvSpPr>
        <p:spPr>
          <a:xfrm>
            <a:off x="435893" y="5671142"/>
            <a:ext cx="685800" cy="6858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74" name="Shape 74"/>
        <p:cNvGrpSpPr/>
        <p:nvPr/>
      </p:nvGrpSpPr>
      <p:grpSpPr>
        <a:xfrm>
          <a:off x="0" y="0"/>
          <a:ext cx="0" cy="0"/>
          <a:chOff x="0" y="0"/>
          <a:chExt cx="0" cy="0"/>
        </a:xfrm>
      </p:grpSpPr>
      <p:sp>
        <p:nvSpPr>
          <p:cNvPr id="75" name="Google Shape;75;p24"/>
          <p:cNvSpPr txBox="1"/>
          <p:nvPr>
            <p:ph idx="12" type="sldNum"/>
          </p:nvPr>
        </p:nvSpPr>
        <p:spPr>
          <a:xfrm>
            <a:off x="7918724" y="5951811"/>
            <a:ext cx="11028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76" name="Google Shape;76;p24"/>
          <p:cNvSpPr/>
          <p:nvPr/>
        </p:nvSpPr>
        <p:spPr>
          <a:xfrm>
            <a:off x="330512" y="606554"/>
            <a:ext cx="8475000" cy="1258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24"/>
          <p:cNvSpPr txBox="1"/>
          <p:nvPr/>
        </p:nvSpPr>
        <p:spPr>
          <a:xfrm>
            <a:off x="431921" y="729658"/>
            <a:ext cx="8272200" cy="988200"/>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chemeClr val="lt1"/>
              </a:buClr>
              <a:buSzPts val="3200"/>
              <a:buFont typeface="Gill Sans"/>
              <a:buNone/>
            </a:pPr>
            <a:r>
              <a:rPr b="0" i="0" lang="en-US" sz="3200" u="none" cap="none" strike="noStrike">
                <a:solidFill>
                  <a:schemeClr val="lt1"/>
                </a:solidFill>
                <a:latin typeface="Gill Sans"/>
                <a:ea typeface="Gill Sans"/>
                <a:cs typeface="Gill Sans"/>
                <a:sym typeface="Gill Sans"/>
              </a:rPr>
              <a:t>CLICK TO EDIT MASTER TITLE STYLE</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78" name="Shape 78"/>
        <p:cNvGrpSpPr/>
        <p:nvPr/>
      </p:nvGrpSpPr>
      <p:grpSpPr>
        <a:xfrm>
          <a:off x="0" y="0"/>
          <a:ext cx="0" cy="0"/>
          <a:chOff x="0" y="0"/>
          <a:chExt cx="0" cy="0"/>
        </a:xfrm>
      </p:grpSpPr>
      <p:sp>
        <p:nvSpPr>
          <p:cNvPr id="79" name="Google Shape;79;p25"/>
          <p:cNvSpPr txBox="1"/>
          <p:nvPr>
            <p:ph idx="10" type="dt"/>
          </p:nvPr>
        </p:nvSpPr>
        <p:spPr>
          <a:xfrm>
            <a:off x="5704463" y="5956137"/>
            <a:ext cx="21336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80" name="Google Shape;80;p25"/>
          <p:cNvSpPr txBox="1"/>
          <p:nvPr>
            <p:ph idx="12" type="sldNum"/>
          </p:nvPr>
        </p:nvSpPr>
        <p:spPr>
          <a:xfrm>
            <a:off x="7918724" y="5956137"/>
            <a:ext cx="1077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81" name="Google Shape;81;p25"/>
          <p:cNvSpPr/>
          <p:nvPr>
            <p:ph idx="2" type="pic"/>
          </p:nvPr>
        </p:nvSpPr>
        <p:spPr>
          <a:xfrm>
            <a:off x="435894" y="5498937"/>
            <a:ext cx="685800" cy="685800"/>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82" name="Shape 82"/>
        <p:cNvGrpSpPr/>
        <p:nvPr/>
      </p:nvGrpSpPr>
      <p:grpSpPr>
        <a:xfrm>
          <a:off x="0" y="0"/>
          <a:ext cx="0" cy="0"/>
          <a:chOff x="0" y="0"/>
          <a:chExt cx="0" cy="0"/>
        </a:xfrm>
      </p:grpSpPr>
      <p:sp>
        <p:nvSpPr>
          <p:cNvPr id="83" name="Google Shape;83;p26"/>
          <p:cNvSpPr/>
          <p:nvPr/>
        </p:nvSpPr>
        <p:spPr>
          <a:xfrm>
            <a:off x="335863" y="5141973"/>
            <a:ext cx="8473800" cy="12747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84" name="Google Shape;84;p26"/>
          <p:cNvSpPr txBox="1"/>
          <p:nvPr>
            <p:ph type="title"/>
          </p:nvPr>
        </p:nvSpPr>
        <p:spPr>
          <a:xfrm>
            <a:off x="435894" y="5262296"/>
            <a:ext cx="3682200" cy="6894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2D58AC"/>
              </a:buClr>
              <a:buSzPts val="2000"/>
              <a:buFont typeface="Gill Sans"/>
              <a:buNone/>
              <a:defRPr b="0" sz="200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6"/>
          <p:cNvSpPr txBox="1"/>
          <p:nvPr>
            <p:ph idx="1" type="body"/>
          </p:nvPr>
        </p:nvSpPr>
        <p:spPr>
          <a:xfrm>
            <a:off x="335862" y="601200"/>
            <a:ext cx="8469600" cy="4204800"/>
          </a:xfrm>
          <a:prstGeom prst="rect">
            <a:avLst/>
          </a:prstGeom>
          <a:noFill/>
          <a:ln>
            <a:noFill/>
          </a:ln>
        </p:spPr>
        <p:txBody>
          <a:bodyPr anchorCtr="0" anchor="t" bIns="45700" lIns="91425" spcFirstLastPara="1" rIns="91425" wrap="square" tIns="45700">
            <a:normAutofit/>
          </a:bodyPr>
          <a:lstStyle>
            <a:lvl1pPr indent="-368808" lvl="0" marL="457200" algn="l">
              <a:lnSpc>
                <a:spcPct val="100000"/>
              </a:lnSpc>
              <a:spcBef>
                <a:spcPts val="480"/>
              </a:spcBef>
              <a:spcAft>
                <a:spcPts val="0"/>
              </a:spcAft>
              <a:buSzPts val="2208"/>
              <a:buChar char="◼"/>
              <a:defRPr sz="2400">
                <a:solidFill>
                  <a:schemeClr val="dk2"/>
                </a:solidFill>
              </a:defRPr>
            </a:lvl1pPr>
            <a:lvl2pPr indent="-345440" lvl="1" marL="914400" algn="l">
              <a:lnSpc>
                <a:spcPct val="100000"/>
              </a:lnSpc>
              <a:spcBef>
                <a:spcPts val="600"/>
              </a:spcBef>
              <a:spcAft>
                <a:spcPts val="0"/>
              </a:spcAft>
              <a:buSzPts val="1840"/>
              <a:buChar char="◼"/>
              <a:defRPr sz="2000">
                <a:solidFill>
                  <a:schemeClr val="dk2"/>
                </a:solidFill>
              </a:defRPr>
            </a:lvl2pPr>
            <a:lvl3pPr indent="-333756" lvl="2" marL="1371600" algn="l">
              <a:lnSpc>
                <a:spcPct val="100000"/>
              </a:lnSpc>
              <a:spcBef>
                <a:spcPts val="600"/>
              </a:spcBef>
              <a:spcAft>
                <a:spcPts val="0"/>
              </a:spcAft>
              <a:buSzPts val="1656"/>
              <a:buChar char="◼"/>
              <a:defRPr sz="1800">
                <a:solidFill>
                  <a:schemeClr val="dk2"/>
                </a:solidFill>
              </a:defRPr>
            </a:lvl3pPr>
            <a:lvl4pPr indent="-322072" lvl="3" marL="1828800" algn="l">
              <a:lnSpc>
                <a:spcPct val="100000"/>
              </a:lnSpc>
              <a:spcBef>
                <a:spcPts val="600"/>
              </a:spcBef>
              <a:spcAft>
                <a:spcPts val="0"/>
              </a:spcAft>
              <a:buSzPts val="1472"/>
              <a:buChar char="◼"/>
              <a:defRPr sz="1600">
                <a:solidFill>
                  <a:schemeClr val="dk2"/>
                </a:solidFill>
              </a:defRPr>
            </a:lvl4pPr>
            <a:lvl5pPr indent="-322072" lvl="4" marL="2286000" algn="l">
              <a:lnSpc>
                <a:spcPct val="100000"/>
              </a:lnSpc>
              <a:spcBef>
                <a:spcPts val="600"/>
              </a:spcBef>
              <a:spcAft>
                <a:spcPts val="0"/>
              </a:spcAft>
              <a:buSzPts val="1472"/>
              <a:buChar char="◼"/>
              <a:defRPr sz="1600">
                <a:solidFill>
                  <a:schemeClr val="dk2"/>
                </a:solidFill>
              </a:defRPr>
            </a:lvl5pPr>
            <a:lvl6pPr indent="-310388" lvl="5" marL="2743200" algn="l">
              <a:lnSpc>
                <a:spcPct val="100000"/>
              </a:lnSpc>
              <a:spcBef>
                <a:spcPts val="600"/>
              </a:spcBef>
              <a:spcAft>
                <a:spcPts val="0"/>
              </a:spcAft>
              <a:buSzPts val="1288"/>
              <a:buChar char="◼"/>
              <a:defRPr sz="1400">
                <a:solidFill>
                  <a:schemeClr val="dk2"/>
                </a:solidFill>
              </a:defRPr>
            </a:lvl6pPr>
            <a:lvl7pPr indent="-310388" lvl="6" marL="3200400" algn="l">
              <a:lnSpc>
                <a:spcPct val="100000"/>
              </a:lnSpc>
              <a:spcBef>
                <a:spcPts val="600"/>
              </a:spcBef>
              <a:spcAft>
                <a:spcPts val="0"/>
              </a:spcAft>
              <a:buSzPts val="1288"/>
              <a:buChar char="◼"/>
              <a:defRPr sz="1400">
                <a:solidFill>
                  <a:schemeClr val="dk2"/>
                </a:solidFill>
              </a:defRPr>
            </a:lvl7pPr>
            <a:lvl8pPr indent="-310388" lvl="7" marL="3657600" algn="l">
              <a:lnSpc>
                <a:spcPct val="100000"/>
              </a:lnSpc>
              <a:spcBef>
                <a:spcPts val="600"/>
              </a:spcBef>
              <a:spcAft>
                <a:spcPts val="0"/>
              </a:spcAft>
              <a:buSzPts val="1288"/>
              <a:buChar char="◼"/>
              <a:defRPr sz="1400">
                <a:solidFill>
                  <a:schemeClr val="dk2"/>
                </a:solidFill>
              </a:defRPr>
            </a:lvl8pPr>
            <a:lvl9pPr indent="-310388" lvl="8" marL="4114800" algn="l">
              <a:lnSpc>
                <a:spcPct val="100000"/>
              </a:lnSpc>
              <a:spcBef>
                <a:spcPts val="600"/>
              </a:spcBef>
              <a:spcAft>
                <a:spcPts val="600"/>
              </a:spcAft>
              <a:buSzPts val="1288"/>
              <a:buChar char="◼"/>
              <a:defRPr sz="1400">
                <a:solidFill>
                  <a:schemeClr val="dk2"/>
                </a:solidFill>
              </a:defRPr>
            </a:lvl9pPr>
          </a:lstStyle>
          <a:p/>
        </p:txBody>
      </p:sp>
      <p:sp>
        <p:nvSpPr>
          <p:cNvPr id="86" name="Google Shape;86;p26"/>
          <p:cNvSpPr txBox="1"/>
          <p:nvPr>
            <p:ph idx="2" type="body"/>
          </p:nvPr>
        </p:nvSpPr>
        <p:spPr>
          <a:xfrm>
            <a:off x="4305617" y="5262296"/>
            <a:ext cx="4402500" cy="689400"/>
          </a:xfrm>
          <a:prstGeom prst="rect">
            <a:avLst/>
          </a:prstGeom>
          <a:noFill/>
          <a:ln>
            <a:noFill/>
          </a:ln>
        </p:spPr>
        <p:txBody>
          <a:bodyPr anchorCtr="0" anchor="ctr" bIns="45700" lIns="91425" spcFirstLastPara="1" rIns="91425" wrap="square" tIns="45700">
            <a:normAutofit/>
          </a:bodyPr>
          <a:lstStyle>
            <a:lvl1pPr indent="-228600" lvl="0" marL="457200" algn="r">
              <a:lnSpc>
                <a:spcPct val="100000"/>
              </a:lnSpc>
              <a:spcBef>
                <a:spcPts val="320"/>
              </a:spcBef>
              <a:spcAft>
                <a:spcPts val="0"/>
              </a:spcAft>
              <a:buSzPts val="1472"/>
              <a:buNone/>
              <a:defRPr sz="1600">
                <a:solidFill>
                  <a:schemeClr val="lt1"/>
                </a:solidFill>
              </a:defRPr>
            </a:lvl1pPr>
            <a:lvl2pPr indent="-228600" lvl="1" marL="914400" algn="l">
              <a:lnSpc>
                <a:spcPct val="100000"/>
              </a:lnSpc>
              <a:spcBef>
                <a:spcPts val="600"/>
              </a:spcBef>
              <a:spcAft>
                <a:spcPts val="0"/>
              </a:spcAft>
              <a:buSzPts val="1012"/>
              <a:buNone/>
              <a:defRPr sz="1100"/>
            </a:lvl2pPr>
            <a:lvl3pPr indent="-228600" lvl="2" marL="1371600" algn="l">
              <a:lnSpc>
                <a:spcPct val="100000"/>
              </a:lnSpc>
              <a:spcBef>
                <a:spcPts val="600"/>
              </a:spcBef>
              <a:spcAft>
                <a:spcPts val="0"/>
              </a:spcAft>
              <a:buSzPts val="920"/>
              <a:buNone/>
              <a:defRPr sz="1000"/>
            </a:lvl3pPr>
            <a:lvl4pPr indent="-228600" lvl="3" marL="1828800" algn="l">
              <a:lnSpc>
                <a:spcPct val="100000"/>
              </a:lnSpc>
              <a:spcBef>
                <a:spcPts val="600"/>
              </a:spcBef>
              <a:spcAft>
                <a:spcPts val="0"/>
              </a:spcAft>
              <a:buSzPts val="828"/>
              <a:buNone/>
              <a:defRPr sz="900"/>
            </a:lvl4pPr>
            <a:lvl5pPr indent="-228600" lvl="4" marL="2286000" algn="l">
              <a:lnSpc>
                <a:spcPct val="100000"/>
              </a:lnSpc>
              <a:spcBef>
                <a:spcPts val="600"/>
              </a:spcBef>
              <a:spcAft>
                <a:spcPts val="0"/>
              </a:spcAft>
              <a:buSzPts val="828"/>
              <a:buNone/>
              <a:defRPr sz="900"/>
            </a:lvl5pPr>
            <a:lvl6pPr indent="-228600" lvl="5" marL="2743200" algn="l">
              <a:lnSpc>
                <a:spcPct val="100000"/>
              </a:lnSpc>
              <a:spcBef>
                <a:spcPts val="600"/>
              </a:spcBef>
              <a:spcAft>
                <a:spcPts val="0"/>
              </a:spcAft>
              <a:buSzPts val="828"/>
              <a:buNone/>
              <a:defRPr sz="900"/>
            </a:lvl6pPr>
            <a:lvl7pPr indent="-228600" lvl="6" marL="3200400" algn="l">
              <a:lnSpc>
                <a:spcPct val="100000"/>
              </a:lnSpc>
              <a:spcBef>
                <a:spcPts val="600"/>
              </a:spcBef>
              <a:spcAft>
                <a:spcPts val="0"/>
              </a:spcAft>
              <a:buSzPts val="828"/>
              <a:buNone/>
              <a:defRPr sz="900"/>
            </a:lvl7pPr>
            <a:lvl8pPr indent="-228600" lvl="7" marL="3657600" algn="l">
              <a:lnSpc>
                <a:spcPct val="100000"/>
              </a:lnSpc>
              <a:spcBef>
                <a:spcPts val="600"/>
              </a:spcBef>
              <a:spcAft>
                <a:spcPts val="0"/>
              </a:spcAft>
              <a:buSzPts val="828"/>
              <a:buNone/>
              <a:defRPr sz="900"/>
            </a:lvl8pPr>
            <a:lvl9pPr indent="-228600" lvl="8" marL="4114800" algn="l">
              <a:lnSpc>
                <a:spcPct val="100000"/>
              </a:lnSpc>
              <a:spcBef>
                <a:spcPts val="600"/>
              </a:spcBef>
              <a:spcAft>
                <a:spcPts val="600"/>
              </a:spcAft>
              <a:buSzPts val="828"/>
              <a:buNone/>
              <a:defRPr sz="900"/>
            </a:lvl9pPr>
          </a:lstStyle>
          <a:p/>
        </p:txBody>
      </p:sp>
      <p:sp>
        <p:nvSpPr>
          <p:cNvPr id="87" name="Google Shape;87;p26"/>
          <p:cNvSpPr txBox="1"/>
          <p:nvPr>
            <p:ph idx="10" type="dt"/>
          </p:nvPr>
        </p:nvSpPr>
        <p:spPr>
          <a:xfrm>
            <a:off x="5704464" y="5956137"/>
            <a:ext cx="17457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2D58AC"/>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88" name="Google Shape;88;p26"/>
          <p:cNvSpPr txBox="1"/>
          <p:nvPr>
            <p:ph idx="11" type="ftr"/>
          </p:nvPr>
        </p:nvSpPr>
        <p:spPr>
          <a:xfrm>
            <a:off x="435894" y="5951811"/>
            <a:ext cx="51879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2D58AC"/>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89" name="Google Shape;89;p26"/>
          <p:cNvSpPr txBox="1"/>
          <p:nvPr>
            <p:ph idx="12" type="sldNum"/>
          </p:nvPr>
        </p:nvSpPr>
        <p:spPr>
          <a:xfrm>
            <a:off x="7593677" y="5956137"/>
            <a:ext cx="11145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pic>
        <p:nvPicPr>
          <p:cNvPr id="90" name="Google Shape;90;p26"/>
          <p:cNvPicPr preferRelativeResize="0"/>
          <p:nvPr/>
        </p:nvPicPr>
        <p:blipFill rotWithShape="1">
          <a:blip r:embed="rId2">
            <a:alphaModFix/>
          </a:blip>
          <a:srcRect b="0" l="0" r="0" t="0"/>
          <a:stretch/>
        </p:blipFill>
        <p:spPr>
          <a:xfrm>
            <a:off x="7995893" y="5977471"/>
            <a:ext cx="309999" cy="261088"/>
          </a:xfrm>
          <a:prstGeom prst="rect">
            <a:avLst/>
          </a:prstGeom>
          <a:noFill/>
          <a:ln>
            <a:noFill/>
          </a:ln>
        </p:spPr>
      </p:pic>
      <p:sp>
        <p:nvSpPr>
          <p:cNvPr id="91" name="Google Shape;91;p26"/>
          <p:cNvSpPr/>
          <p:nvPr>
            <p:ph idx="3" type="pic"/>
          </p:nvPr>
        </p:nvSpPr>
        <p:spPr>
          <a:xfrm>
            <a:off x="435893" y="5671142"/>
            <a:ext cx="685800" cy="6858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92" name="Shape 92"/>
        <p:cNvGrpSpPr/>
        <p:nvPr/>
      </p:nvGrpSpPr>
      <p:grpSpPr>
        <a:xfrm>
          <a:off x="0" y="0"/>
          <a:ext cx="0" cy="0"/>
          <a:chOff x="0" y="0"/>
          <a:chExt cx="0" cy="0"/>
        </a:xfrm>
      </p:grpSpPr>
      <p:sp>
        <p:nvSpPr>
          <p:cNvPr id="93" name="Google Shape;93;p27"/>
          <p:cNvSpPr txBox="1"/>
          <p:nvPr>
            <p:ph type="title"/>
          </p:nvPr>
        </p:nvSpPr>
        <p:spPr>
          <a:xfrm>
            <a:off x="435895" y="4693389"/>
            <a:ext cx="8272200" cy="5667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2400"/>
              <a:buFont typeface="Gill Sans"/>
              <a:buNone/>
              <a:defRPr b="0" sz="24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27"/>
          <p:cNvSpPr/>
          <p:nvPr>
            <p:ph idx="2" type="pic"/>
          </p:nvPr>
        </p:nvSpPr>
        <p:spPr>
          <a:xfrm>
            <a:off x="335863" y="599725"/>
            <a:ext cx="8468100" cy="3557400"/>
          </a:xfrm>
          <a:prstGeom prst="rect">
            <a:avLst/>
          </a:prstGeom>
          <a:noFill/>
          <a:ln>
            <a:noFill/>
          </a:ln>
        </p:spPr>
      </p:sp>
      <p:sp>
        <p:nvSpPr>
          <p:cNvPr id="95" name="Google Shape;95;p27"/>
          <p:cNvSpPr txBox="1"/>
          <p:nvPr>
            <p:ph idx="1" type="body"/>
          </p:nvPr>
        </p:nvSpPr>
        <p:spPr>
          <a:xfrm>
            <a:off x="435894" y="5260127"/>
            <a:ext cx="8272200" cy="5988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320"/>
              </a:spcBef>
              <a:spcAft>
                <a:spcPts val="0"/>
              </a:spcAft>
              <a:buSzPts val="1472"/>
              <a:buNone/>
              <a:defRPr sz="1600"/>
            </a:lvl1pPr>
            <a:lvl2pPr indent="-228600" lvl="1" marL="914400" algn="l">
              <a:lnSpc>
                <a:spcPct val="100000"/>
              </a:lnSpc>
              <a:spcBef>
                <a:spcPts val="600"/>
              </a:spcBef>
              <a:spcAft>
                <a:spcPts val="0"/>
              </a:spcAft>
              <a:buSzPts val="1104"/>
              <a:buNone/>
              <a:defRPr sz="1200"/>
            </a:lvl2pPr>
            <a:lvl3pPr indent="-228600" lvl="2" marL="1371600" algn="l">
              <a:lnSpc>
                <a:spcPct val="100000"/>
              </a:lnSpc>
              <a:spcBef>
                <a:spcPts val="600"/>
              </a:spcBef>
              <a:spcAft>
                <a:spcPts val="0"/>
              </a:spcAft>
              <a:buSzPts val="920"/>
              <a:buNone/>
              <a:defRPr sz="1000"/>
            </a:lvl3pPr>
            <a:lvl4pPr indent="-228600" lvl="3" marL="1828800" algn="l">
              <a:lnSpc>
                <a:spcPct val="100000"/>
              </a:lnSpc>
              <a:spcBef>
                <a:spcPts val="600"/>
              </a:spcBef>
              <a:spcAft>
                <a:spcPts val="0"/>
              </a:spcAft>
              <a:buSzPts val="828"/>
              <a:buNone/>
              <a:defRPr sz="900"/>
            </a:lvl4pPr>
            <a:lvl5pPr indent="-228600" lvl="4" marL="2286000" algn="l">
              <a:lnSpc>
                <a:spcPct val="100000"/>
              </a:lnSpc>
              <a:spcBef>
                <a:spcPts val="600"/>
              </a:spcBef>
              <a:spcAft>
                <a:spcPts val="0"/>
              </a:spcAft>
              <a:buSzPts val="828"/>
              <a:buNone/>
              <a:defRPr sz="900"/>
            </a:lvl5pPr>
            <a:lvl6pPr indent="-228600" lvl="5" marL="2743200" algn="l">
              <a:lnSpc>
                <a:spcPct val="100000"/>
              </a:lnSpc>
              <a:spcBef>
                <a:spcPts val="600"/>
              </a:spcBef>
              <a:spcAft>
                <a:spcPts val="0"/>
              </a:spcAft>
              <a:buSzPts val="828"/>
              <a:buNone/>
              <a:defRPr sz="900"/>
            </a:lvl6pPr>
            <a:lvl7pPr indent="-228600" lvl="6" marL="3200400" algn="l">
              <a:lnSpc>
                <a:spcPct val="100000"/>
              </a:lnSpc>
              <a:spcBef>
                <a:spcPts val="600"/>
              </a:spcBef>
              <a:spcAft>
                <a:spcPts val="0"/>
              </a:spcAft>
              <a:buSzPts val="828"/>
              <a:buNone/>
              <a:defRPr sz="900"/>
            </a:lvl7pPr>
            <a:lvl8pPr indent="-228600" lvl="7" marL="3657600" algn="l">
              <a:lnSpc>
                <a:spcPct val="100000"/>
              </a:lnSpc>
              <a:spcBef>
                <a:spcPts val="600"/>
              </a:spcBef>
              <a:spcAft>
                <a:spcPts val="0"/>
              </a:spcAft>
              <a:buSzPts val="828"/>
              <a:buNone/>
              <a:defRPr sz="900"/>
            </a:lvl8pPr>
            <a:lvl9pPr indent="-228600" lvl="8" marL="4114800" algn="l">
              <a:lnSpc>
                <a:spcPct val="100000"/>
              </a:lnSpc>
              <a:spcBef>
                <a:spcPts val="600"/>
              </a:spcBef>
              <a:spcAft>
                <a:spcPts val="600"/>
              </a:spcAft>
              <a:buSzPts val="828"/>
              <a:buNone/>
              <a:defRPr sz="900"/>
            </a:lvl9pPr>
          </a:lstStyle>
          <a:p/>
        </p:txBody>
      </p:sp>
      <p:sp>
        <p:nvSpPr>
          <p:cNvPr id="96" name="Google Shape;96;p27"/>
          <p:cNvSpPr txBox="1"/>
          <p:nvPr>
            <p:ph idx="10" type="dt"/>
          </p:nvPr>
        </p:nvSpPr>
        <p:spPr>
          <a:xfrm>
            <a:off x="5704463" y="5956137"/>
            <a:ext cx="21336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97" name="Google Shape;97;p27"/>
          <p:cNvSpPr txBox="1"/>
          <p:nvPr>
            <p:ph idx="12" type="sldNum"/>
          </p:nvPr>
        </p:nvSpPr>
        <p:spPr>
          <a:xfrm>
            <a:off x="7918725" y="5956137"/>
            <a:ext cx="11028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98" name="Google Shape;98;p27"/>
          <p:cNvSpPr/>
          <p:nvPr>
            <p:ph idx="3" type="pic"/>
          </p:nvPr>
        </p:nvSpPr>
        <p:spPr>
          <a:xfrm>
            <a:off x="435893" y="5681499"/>
            <a:ext cx="685800" cy="6858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2.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435894" y="705124"/>
            <a:ext cx="8272200" cy="1189500"/>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chemeClr val="lt1"/>
              </a:buClr>
              <a:buSzPts val="2800"/>
              <a:buFont typeface="Gill Sans"/>
              <a:buNone/>
              <a:defRPr b="0" i="0" sz="2800" u="none" cap="none" strike="noStrike">
                <a:solidFill>
                  <a:schemeClr val="lt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1" name="Google Shape;11;p16"/>
          <p:cNvSpPr txBox="1"/>
          <p:nvPr>
            <p:ph idx="1" type="body"/>
          </p:nvPr>
        </p:nvSpPr>
        <p:spPr>
          <a:xfrm>
            <a:off x="435894" y="2336003"/>
            <a:ext cx="8272200" cy="3522900"/>
          </a:xfrm>
          <a:prstGeom prst="rect">
            <a:avLst/>
          </a:prstGeom>
          <a:noFill/>
          <a:ln>
            <a:noFill/>
          </a:ln>
        </p:spPr>
        <p:txBody>
          <a:bodyPr anchorCtr="0" anchor="ctr" bIns="45700" lIns="91425" spcFirstLastPara="1" rIns="91425" wrap="square" tIns="45700">
            <a:normAutofit/>
          </a:bodyPr>
          <a:lstStyle>
            <a:lvl1pPr indent="-368808" lvl="0" marL="457200" marR="0" rtl="0" algn="l">
              <a:lnSpc>
                <a:spcPct val="100000"/>
              </a:lnSpc>
              <a:spcBef>
                <a:spcPts val="480"/>
              </a:spcBef>
              <a:spcAft>
                <a:spcPts val="0"/>
              </a:spcAft>
              <a:buClr>
                <a:schemeClr val="accent2"/>
              </a:buClr>
              <a:buSzPts val="2208"/>
              <a:buFont typeface="Noto Sans Symbols"/>
              <a:buChar char="◼"/>
              <a:defRPr b="0" i="0" sz="2400" u="none" cap="none" strike="noStrike">
                <a:solidFill>
                  <a:schemeClr val="dk2"/>
                </a:solidFill>
                <a:latin typeface="Gill Sans"/>
                <a:ea typeface="Gill Sans"/>
                <a:cs typeface="Gill Sans"/>
                <a:sym typeface="Gill Sans"/>
              </a:defRPr>
            </a:lvl1pPr>
            <a:lvl2pPr indent="-345440" lvl="1" marL="914400" marR="0" rtl="0" algn="l">
              <a:lnSpc>
                <a:spcPct val="100000"/>
              </a:lnSpc>
              <a:spcBef>
                <a:spcPts val="600"/>
              </a:spcBef>
              <a:spcAft>
                <a:spcPts val="0"/>
              </a:spcAft>
              <a:buClr>
                <a:schemeClr val="accent2"/>
              </a:buClr>
              <a:buSzPts val="1840"/>
              <a:buFont typeface="Noto Sans Symbols"/>
              <a:buChar char="◼"/>
              <a:defRPr b="0" i="0" sz="2000" u="none" cap="none" strike="noStrike">
                <a:solidFill>
                  <a:schemeClr val="dk2"/>
                </a:solidFill>
                <a:latin typeface="Gill Sans"/>
                <a:ea typeface="Gill Sans"/>
                <a:cs typeface="Gill Sans"/>
                <a:sym typeface="Gill Sans"/>
              </a:defRPr>
            </a:lvl2pPr>
            <a:lvl3pPr indent="-333756" lvl="2" marL="1371600" marR="0" rtl="0" algn="l">
              <a:lnSpc>
                <a:spcPct val="100000"/>
              </a:lnSpc>
              <a:spcBef>
                <a:spcPts val="600"/>
              </a:spcBef>
              <a:spcAft>
                <a:spcPts val="0"/>
              </a:spcAft>
              <a:buClr>
                <a:schemeClr val="accent2"/>
              </a:buClr>
              <a:buSzPts val="1656"/>
              <a:buFont typeface="Noto Sans Symbols"/>
              <a:buChar char="◼"/>
              <a:defRPr b="0" i="0" sz="1800" u="none" cap="none" strike="noStrike">
                <a:solidFill>
                  <a:schemeClr val="dk2"/>
                </a:solidFill>
                <a:latin typeface="Gill Sans"/>
                <a:ea typeface="Gill Sans"/>
                <a:cs typeface="Gill Sans"/>
                <a:sym typeface="Gill Sans"/>
              </a:defRPr>
            </a:lvl3pPr>
            <a:lvl4pPr indent="-333756" lvl="3" marL="1828800" marR="0" rtl="0" algn="l">
              <a:lnSpc>
                <a:spcPct val="100000"/>
              </a:lnSpc>
              <a:spcBef>
                <a:spcPts val="600"/>
              </a:spcBef>
              <a:spcAft>
                <a:spcPts val="0"/>
              </a:spcAft>
              <a:buClr>
                <a:schemeClr val="accent2"/>
              </a:buClr>
              <a:buSzPts val="1656"/>
              <a:buFont typeface="Noto Sans Symbols"/>
              <a:buChar char="◼"/>
              <a:defRPr b="0" i="0" sz="1800" u="none" cap="none" strike="noStrike">
                <a:solidFill>
                  <a:schemeClr val="dk2"/>
                </a:solidFill>
                <a:latin typeface="Gill Sans"/>
                <a:ea typeface="Gill Sans"/>
                <a:cs typeface="Gill Sans"/>
                <a:sym typeface="Gill Sans"/>
              </a:defRPr>
            </a:lvl4pPr>
            <a:lvl5pPr indent="-333756" lvl="4" marL="2286000" marR="0" rtl="0" algn="l">
              <a:lnSpc>
                <a:spcPct val="100000"/>
              </a:lnSpc>
              <a:spcBef>
                <a:spcPts val="600"/>
              </a:spcBef>
              <a:spcAft>
                <a:spcPts val="0"/>
              </a:spcAft>
              <a:buClr>
                <a:schemeClr val="accent2"/>
              </a:buClr>
              <a:buSzPts val="1656"/>
              <a:buFont typeface="Noto Sans Symbols"/>
              <a:buChar char="◼"/>
              <a:defRPr b="0" i="0" sz="1800" u="none" cap="none" strike="noStrike">
                <a:solidFill>
                  <a:schemeClr val="dk2"/>
                </a:solidFill>
                <a:latin typeface="Gill Sans"/>
                <a:ea typeface="Gill Sans"/>
                <a:cs typeface="Gill Sans"/>
                <a:sym typeface="Gill Sans"/>
              </a:defRPr>
            </a:lvl5pPr>
            <a:lvl6pPr indent="-298704" lvl="5" marL="27432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6pPr>
            <a:lvl7pPr indent="-298704" lvl="6" marL="32004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7pPr>
            <a:lvl8pPr indent="-298703" lvl="7" marL="36576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8pPr>
            <a:lvl9pPr indent="-298703" lvl="8" marL="4114800" marR="0" rtl="0" algn="l">
              <a:lnSpc>
                <a:spcPct val="100000"/>
              </a:lnSpc>
              <a:spcBef>
                <a:spcPts val="600"/>
              </a:spcBef>
              <a:spcAft>
                <a:spcPts val="60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9pPr>
          </a:lstStyle>
          <a:p/>
        </p:txBody>
      </p:sp>
      <p:sp>
        <p:nvSpPr>
          <p:cNvPr id="12" name="Google Shape;12;p16"/>
          <p:cNvSpPr txBox="1"/>
          <p:nvPr>
            <p:ph idx="12" type="sldNum"/>
          </p:nvPr>
        </p:nvSpPr>
        <p:spPr>
          <a:xfrm>
            <a:off x="7918724" y="5951811"/>
            <a:ext cx="11028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1pPr>
            <a:lvl2pPr indent="0" lvl="1" marL="0" marR="0" rtl="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2pPr>
            <a:lvl3pPr indent="0" lvl="2" marL="0" marR="0" rtl="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3pPr>
            <a:lvl4pPr indent="0" lvl="3" marL="0" marR="0" rtl="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4pPr>
            <a:lvl5pPr indent="0" lvl="4" marL="0" marR="0" rtl="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5pPr>
            <a:lvl6pPr indent="0" lvl="5" marL="0" marR="0" rtl="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6pPr>
            <a:lvl7pPr indent="0" lvl="6" marL="0" marR="0" rtl="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7pPr>
            <a:lvl8pPr indent="0" lvl="7" marL="0" marR="0" rtl="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8pPr>
            <a:lvl9pPr indent="0" lvl="8" marL="0" marR="0" rtl="0" algn="r">
              <a:lnSpc>
                <a:spcPct val="100000"/>
              </a:lnSpc>
              <a:spcBef>
                <a:spcPts val="0"/>
              </a:spcBef>
              <a:spcAft>
                <a:spcPts val="0"/>
              </a:spcAft>
              <a:buClr>
                <a:srgbClr val="000000"/>
              </a:buClr>
              <a:buSzPts val="1600"/>
              <a:buFont typeface="Arial"/>
              <a:buNone/>
              <a:defRPr b="0" i="0" sz="16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3" name="Google Shape;13;p16"/>
          <p:cNvSpPr/>
          <p:nvPr/>
        </p:nvSpPr>
        <p:spPr>
          <a:xfrm>
            <a:off x="334901" y="457200"/>
            <a:ext cx="2777400" cy="951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16"/>
          <p:cNvSpPr/>
          <p:nvPr/>
        </p:nvSpPr>
        <p:spPr>
          <a:xfrm>
            <a:off x="6031610" y="453643"/>
            <a:ext cx="2777400" cy="987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6"/>
          <p:cNvSpPr/>
          <p:nvPr/>
        </p:nvSpPr>
        <p:spPr>
          <a:xfrm>
            <a:off x="3181373" y="457200"/>
            <a:ext cx="2777400" cy="91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 name="Google Shape;16;p16"/>
          <p:cNvPicPr preferRelativeResize="0"/>
          <p:nvPr/>
        </p:nvPicPr>
        <p:blipFill rotWithShape="1">
          <a:blip r:embed="rId1">
            <a:alphaModFix/>
          </a:blip>
          <a:srcRect b="0" l="0" r="0" t="0"/>
          <a:stretch/>
        </p:blipFill>
        <p:spPr>
          <a:xfrm>
            <a:off x="8315055" y="5978817"/>
            <a:ext cx="309999" cy="261088"/>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descr="Add the text &quot;Ecosystem and Socioeconomic Profile&quot; to the title of this slide" id="104" name="Google Shape;104;g3c35cb6394f_0_0"/>
          <p:cNvPicPr preferRelativeResize="0"/>
          <p:nvPr/>
        </p:nvPicPr>
        <p:blipFill rotWithShape="1">
          <a:blip r:embed="rId3">
            <a:alphaModFix/>
          </a:blip>
          <a:srcRect b="989" l="0" r="0" t="0"/>
          <a:stretch/>
        </p:blipFill>
        <p:spPr>
          <a:xfrm>
            <a:off x="338575" y="600300"/>
            <a:ext cx="8470700" cy="6257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vidend">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2019-04-12T17:56:05Z</dcterms:created>
  <dc:creator>Sarah LaBelle;Kalei Shotwell</dc:creator>
</cp:coreProperties>
</file>
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4.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5.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6.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7.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8.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9.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10.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11.xml" ContentType="application/vnd.openxmlformats-officedocument.theme+xml"/>
  <Override PartName="/ppt/slideLayouts/slideLayout63.xml" ContentType="application/vnd.openxmlformats-officedocument.presentationml.slideLayout+xml"/>
  <Override PartName="/ppt/theme/theme12.xml" ContentType="application/vnd.openxmlformats-officedocument.theme+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13.xml" ContentType="application/vnd.openxmlformats-officedocument.theme+xml"/>
  <Override PartName="/ppt/theme/theme14.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5" r:id="rId2"/>
    <p:sldMasterId id="2147483671" r:id="rId3"/>
    <p:sldMasterId id="2147483676" r:id="rId4"/>
    <p:sldMasterId id="2147483681" r:id="rId5"/>
    <p:sldMasterId id="2147483690" r:id="rId6"/>
    <p:sldMasterId id="2147483692" r:id="rId7"/>
    <p:sldMasterId id="2147483703" r:id="rId8"/>
    <p:sldMasterId id="2147483709" r:id="rId9"/>
    <p:sldMasterId id="2147483714" r:id="rId10"/>
    <p:sldMasterId id="2147483735" r:id="rId11"/>
    <p:sldMasterId id="2147483744" r:id="rId12"/>
    <p:sldMasterId id="2147483842" r:id="rId13"/>
  </p:sldMasterIdLst>
  <p:notesMasterIdLst>
    <p:notesMasterId r:id="rId60"/>
  </p:notesMasterIdLst>
  <p:sldIdLst>
    <p:sldId id="281" r:id="rId14"/>
    <p:sldId id="451" r:id="rId15"/>
    <p:sldId id="453" r:id="rId16"/>
    <p:sldId id="285" r:id="rId17"/>
    <p:sldId id="454" r:id="rId18"/>
    <p:sldId id="286" r:id="rId19"/>
    <p:sldId id="455" r:id="rId20"/>
    <p:sldId id="452" r:id="rId21"/>
    <p:sldId id="469" r:id="rId22"/>
    <p:sldId id="470" r:id="rId23"/>
    <p:sldId id="287" r:id="rId24"/>
    <p:sldId id="468" r:id="rId25"/>
    <p:sldId id="456" r:id="rId26"/>
    <p:sldId id="471" r:id="rId27"/>
    <p:sldId id="457" r:id="rId28"/>
    <p:sldId id="458" r:id="rId29"/>
    <p:sldId id="476" r:id="rId30"/>
    <p:sldId id="473" r:id="rId31"/>
    <p:sldId id="472" r:id="rId32"/>
    <p:sldId id="474" r:id="rId33"/>
    <p:sldId id="475" r:id="rId34"/>
    <p:sldId id="328" r:id="rId35"/>
    <p:sldId id="308" r:id="rId36"/>
    <p:sldId id="388" r:id="rId37"/>
    <p:sldId id="390" r:id="rId38"/>
    <p:sldId id="414" r:id="rId39"/>
    <p:sldId id="415" r:id="rId40"/>
    <p:sldId id="416" r:id="rId41"/>
    <p:sldId id="417" r:id="rId42"/>
    <p:sldId id="418" r:id="rId43"/>
    <p:sldId id="419" r:id="rId44"/>
    <p:sldId id="420" r:id="rId45"/>
    <p:sldId id="421" r:id="rId46"/>
    <p:sldId id="422" r:id="rId47"/>
    <p:sldId id="423" r:id="rId48"/>
    <p:sldId id="426" r:id="rId49"/>
    <p:sldId id="427" r:id="rId50"/>
    <p:sldId id="424" r:id="rId51"/>
    <p:sldId id="432" r:id="rId52"/>
    <p:sldId id="428" r:id="rId53"/>
    <p:sldId id="433" r:id="rId54"/>
    <p:sldId id="434" r:id="rId55"/>
    <p:sldId id="430" r:id="rId56"/>
    <p:sldId id="431" r:id="rId57"/>
    <p:sldId id="412" r:id="rId58"/>
    <p:sldId id="477" r:id="rId59"/>
  </p:sldIdLst>
  <p:sldSz cx="12192000" cy="6858000"/>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99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18" autoAdjust="0"/>
    <p:restoredTop sz="94660"/>
  </p:normalViewPr>
  <p:slideViewPr>
    <p:cSldViewPr snapToGrid="0">
      <p:cViewPr varScale="1">
        <p:scale>
          <a:sx n="93" d="100"/>
          <a:sy n="93" d="100"/>
        </p:scale>
        <p:origin x="163" y="2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slide" Target="slides/slide34.xml"/><Relationship Id="rId50" Type="http://schemas.openxmlformats.org/officeDocument/2006/relationships/slide" Target="slides/slide37.xml"/><Relationship Id="rId55" Type="http://schemas.openxmlformats.org/officeDocument/2006/relationships/slide" Target="slides/slide42.xml"/><Relationship Id="rId63" Type="http://schemas.openxmlformats.org/officeDocument/2006/relationships/theme" Target="theme/theme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11.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slide" Target="slides/slide40.xml"/><Relationship Id="rId58" Type="http://schemas.openxmlformats.org/officeDocument/2006/relationships/slide" Target="slides/slide45.xml"/><Relationship Id="rId5" Type="http://schemas.openxmlformats.org/officeDocument/2006/relationships/slideMaster" Target="slideMasters/slideMaster5.xml"/><Relationship Id="rId61" Type="http://schemas.openxmlformats.org/officeDocument/2006/relationships/presProps" Target="presProps.xml"/><Relationship Id="rId19" Type="http://schemas.openxmlformats.org/officeDocument/2006/relationships/slide" Target="slides/slide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openxmlformats.org/officeDocument/2006/relationships/slide" Target="slides/slide43.xml"/><Relationship Id="rId64" Type="http://schemas.openxmlformats.org/officeDocument/2006/relationships/tableStyles" Target="tableStyles.xml"/><Relationship Id="rId8" Type="http://schemas.openxmlformats.org/officeDocument/2006/relationships/slideMaster" Target="slideMasters/slideMaster8.xml"/><Relationship Id="rId51" Type="http://schemas.openxmlformats.org/officeDocument/2006/relationships/slide" Target="slides/slide3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59" Type="http://schemas.openxmlformats.org/officeDocument/2006/relationships/slide" Target="slides/slide46.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slide" Target="slides/slide41.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 Id="rId57" Type="http://schemas.openxmlformats.org/officeDocument/2006/relationships/slide" Target="slides/slide44.xml"/><Relationship Id="rId10" Type="http://schemas.openxmlformats.org/officeDocument/2006/relationships/slideMaster" Target="slideMasters/slideMaster10.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slide" Target="slides/slide39.xml"/><Relationship Id="rId60"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Master" Target="slideMasters/slideMaster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03E87E-E1AC-4F35-9EE2-A3D2609DFED9}" type="datetimeFigureOut">
              <a:rPr lang="en-US" smtClean="0"/>
              <a:t>9/8/2026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D51210-0A61-4AA7-96EC-F7F2DD74D8F6}" type="slidenum">
              <a:rPr lang="en-US" smtClean="0"/>
              <a:t>‹#›</a:t>
            </a:fld>
            <a:endParaRPr lang="en-US"/>
          </a:p>
        </p:txBody>
      </p:sp>
    </p:spTree>
    <p:extLst>
      <p:ext uri="{BB962C8B-B14F-4D97-AF65-F5344CB8AC3E}">
        <p14:creationId xmlns:p14="http://schemas.microsoft.com/office/powerpoint/2010/main" val="1625570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Touching on the prehistory of pacific cod. </a:t>
            </a:r>
          </a:p>
          <a:p>
            <a:endParaRPr lang="en-US" dirty="0"/>
          </a:p>
          <a:p>
            <a:r>
              <a:rPr lang="en-US" dirty="0"/>
              <a:t>Both Pacific cod and walleye pollock</a:t>
            </a:r>
            <a:r>
              <a:rPr lang="en-US" baseline="0" dirty="0"/>
              <a:t> are derived from a common Atlantic cod ancestor. </a:t>
            </a:r>
          </a:p>
          <a:p>
            <a:r>
              <a:rPr lang="en-US" baseline="0" dirty="0"/>
              <a:t>Walleye pollock is more closely related to Atlantic cod than Pacific cod, with Pacific cod diverging from Atlantic cod about 4 million years ago and pollock diverging from Atlantic cod about 3.8 million years ago (click). </a:t>
            </a:r>
          </a:p>
          <a:p>
            <a:endParaRPr lang="en-US" baseline="0" dirty="0"/>
          </a:p>
          <a:p>
            <a:r>
              <a:rPr lang="en-US" baseline="0" dirty="0"/>
              <a:t>This was during the Pliocene when temperatures were a bit warmer than current conditions, and the Atlantic cod progenitors were found in the Arctic Ocean. </a:t>
            </a:r>
          </a:p>
          <a:p>
            <a:endParaRPr lang="en-US" baseline="0" dirty="0"/>
          </a:p>
          <a:p>
            <a:r>
              <a:rPr lang="en-US" baseline="0" dirty="0"/>
              <a:t>This was before the Ice Ages 2.4 million to 10,700 years ago (click) and before the first Homo sapiens were thought to have emerged in Africa 200 to 180 thousand years ago (click). </a:t>
            </a:r>
          </a:p>
          <a:p>
            <a:endParaRPr lang="en-US" baseline="0" dirty="0"/>
          </a:p>
          <a:p>
            <a:r>
              <a:rPr lang="en-US" baseline="0" dirty="0"/>
              <a:t>This pre-history of cod has been discovered through genetics and the estimated rates of mutations within its genome. </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F68CC5-9B2F-654B-A985-9D929854450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78789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8.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8.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8.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8.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8.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0.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0.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0.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0.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eal Title Slide">
    <p:bg>
      <p:bgPr>
        <a:solidFill>
          <a:srgbClr val="14B9C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133600" y="1796483"/>
            <a:ext cx="9434400" cy="1772793"/>
          </a:xfrm>
        </p:spPr>
        <p:txBody>
          <a:bodyPr lIns="0" tIns="0" rIns="0" bIns="0" anchor="b"/>
          <a:lstStyle>
            <a:lvl1pPr algn="l">
              <a:defRPr sz="7200"/>
            </a:lvl1pPr>
          </a:lstStyle>
          <a:p>
            <a:r>
              <a:rPr lang="en-US"/>
              <a:t>Click to edit Master title style</a:t>
            </a:r>
            <a:endParaRPr lang="en-US" dirty="0"/>
          </a:p>
        </p:txBody>
      </p:sp>
      <p:sp>
        <p:nvSpPr>
          <p:cNvPr id="3" name="Subtitle 2"/>
          <p:cNvSpPr>
            <a:spLocks noGrp="1"/>
          </p:cNvSpPr>
          <p:nvPr>
            <p:ph type="subTitle" idx="1"/>
          </p:nvPr>
        </p:nvSpPr>
        <p:spPr>
          <a:xfrm>
            <a:off x="2133600" y="3569273"/>
            <a:ext cx="9434400" cy="1655763"/>
          </a:xfrm>
        </p:spPr>
        <p:txBody>
          <a:bodyPr lIns="0" tIns="0" rIns="0" bIns="0">
            <a:noAutofit/>
          </a:bodyPr>
          <a:lstStyle>
            <a:lvl1pPr marL="0" indent="0" algn="l">
              <a:buNone/>
              <a:defRPr sz="36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8" name="Slide Number Placeholder 5">
            <a:extLst>
              <a:ext uri="{FF2B5EF4-FFF2-40B4-BE49-F238E27FC236}">
                <a16:creationId xmlns:a16="http://schemas.microsoft.com/office/drawing/2014/main" id="{F93BD4FA-08FD-B645-9A95-0C62F16578D8}"/>
              </a:ext>
            </a:extLst>
          </p:cNvPr>
          <p:cNvSpPr txBox="1">
            <a:spLocks/>
          </p:cNvSpPr>
          <p:nvPr/>
        </p:nvSpPr>
        <p:spPr>
          <a:xfrm>
            <a:off x="1957269" y="6370518"/>
            <a:ext cx="8930391" cy="540383"/>
          </a:xfrm>
          <a:prstGeom prst="rect">
            <a:avLst/>
          </a:prstGeom>
          <a:ln>
            <a:noFill/>
          </a:ln>
          <a:effectLst/>
        </p:spPr>
        <p:txBody>
          <a:bodyPr vert="horz" lIns="0" tIns="45720" rIns="0" bIns="45720" rtlCol="0" anchor="ctr"/>
          <a:lstStyle>
            <a:defPPr>
              <a:defRPr lang="en-US"/>
            </a:defPPr>
            <a:lvl1pPr marL="0" algn="r" defTabSz="914400" rtl="0" eaLnBrk="1" latinLnBrk="0" hangingPunct="1">
              <a:defRPr sz="1100" kern="1200">
                <a:solidFill>
                  <a:schemeClr val="bg1"/>
                </a:solidFill>
                <a:latin typeface="Arial Narrow" charset="0"/>
                <a:ea typeface="Arial Narrow" charset="0"/>
                <a:cs typeface="Arial Narrow"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900" dirty="0">
                <a:solidFill>
                  <a:schemeClr val="tx2"/>
                </a:solidFill>
              </a:rPr>
              <a:t>U.S. Department of Commerce | National Oceanic and Atmospheric Administration | National Marine Fisheries Service</a:t>
            </a:r>
          </a:p>
        </p:txBody>
      </p:sp>
      <p:sp>
        <p:nvSpPr>
          <p:cNvPr id="13" name="Freeform 12">
            <a:extLst>
              <a:ext uri="{FF2B5EF4-FFF2-40B4-BE49-F238E27FC236}">
                <a16:creationId xmlns:a16="http://schemas.microsoft.com/office/drawing/2014/main" id="{C63858EB-D335-0C46-9C26-C590590CBE62}"/>
              </a:ext>
            </a:extLst>
          </p:cNvPr>
          <p:cNvSpPr/>
          <p:nvPr/>
        </p:nvSpPr>
        <p:spPr>
          <a:xfrm rot="10800000">
            <a:off x="-1" y="-4"/>
            <a:ext cx="2178925" cy="6370522"/>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rgbClr val="004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B7DD111B-4E7C-1940-B347-33E4459FD8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6088" y="291480"/>
            <a:ext cx="2155088" cy="981763"/>
          </a:xfrm>
          <a:prstGeom prst="rect">
            <a:avLst/>
          </a:prstGeom>
          <a:noFill/>
          <a:ln>
            <a:noFill/>
          </a:ln>
        </p:spPr>
      </p:pic>
    </p:spTree>
    <p:extLst>
      <p:ext uri="{BB962C8B-B14F-4D97-AF65-F5344CB8AC3E}">
        <p14:creationId xmlns:p14="http://schemas.microsoft.com/office/powerpoint/2010/main" val="1762858241"/>
      </p:ext>
    </p:extLst>
  </p:cSld>
  <p:clrMapOvr>
    <a:masterClrMapping/>
  </p:clrMapOvr>
  <p:extLst>
    <p:ext uri="{DCECCB84-F9BA-43D5-87BE-67443E8EF086}">
      <p15:sldGuideLst xmlns:p15="http://schemas.microsoft.com/office/powerpoint/2012/main">
        <p15:guide id="1" orient="horz" pos="2160">
          <p15:clr>
            <a:srgbClr val="FBAE40"/>
          </p15:clr>
        </p15:guide>
        <p15:guide id="2" pos="134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lue1 Title Slide">
    <p:bg>
      <p:bgPr>
        <a:solidFill>
          <a:srgbClr val="0055A4"/>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57269" y="1796483"/>
            <a:ext cx="9572331" cy="1772793"/>
          </a:xfrm>
        </p:spPr>
        <p:txBody>
          <a:bodyPr lIns="0" tIns="0" rIns="0" bIns="0" anchor="b"/>
          <a:lstStyle>
            <a:lvl1pPr algn="l">
              <a:defRPr sz="7200">
                <a:solidFill>
                  <a:schemeClr val="accent5"/>
                </a:solidFill>
              </a:defRPr>
            </a:lvl1pPr>
          </a:lstStyle>
          <a:p>
            <a:r>
              <a:rPr lang="en-US"/>
              <a:t>Click to edit Master title style</a:t>
            </a:r>
            <a:endParaRPr lang="en-US" dirty="0"/>
          </a:p>
        </p:txBody>
      </p:sp>
      <p:sp>
        <p:nvSpPr>
          <p:cNvPr id="3" name="Subtitle 2"/>
          <p:cNvSpPr>
            <a:spLocks noGrp="1"/>
          </p:cNvSpPr>
          <p:nvPr>
            <p:ph type="subTitle" idx="1"/>
          </p:nvPr>
        </p:nvSpPr>
        <p:spPr>
          <a:xfrm>
            <a:off x="1957269" y="3569273"/>
            <a:ext cx="9572331" cy="1655763"/>
          </a:xfrm>
        </p:spPr>
        <p:txBody>
          <a:bodyPr lIns="0" tIns="0" rIns="0" bIns="0">
            <a:noAutofit/>
          </a:bodyPr>
          <a:lstStyle>
            <a:lvl1pPr marL="0" indent="0" algn="l">
              <a:buNone/>
              <a:defRPr sz="36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Slide Number Placeholder 5">
            <a:extLst>
              <a:ext uri="{FF2B5EF4-FFF2-40B4-BE49-F238E27FC236}">
                <a16:creationId xmlns:a16="http://schemas.microsoft.com/office/drawing/2014/main" id="{C4A2006C-163A-EF41-8C30-1600F269BC16}"/>
              </a:ext>
            </a:extLst>
          </p:cNvPr>
          <p:cNvSpPr txBox="1">
            <a:spLocks/>
          </p:cNvSpPr>
          <p:nvPr/>
        </p:nvSpPr>
        <p:spPr>
          <a:xfrm>
            <a:off x="1957269" y="6370518"/>
            <a:ext cx="8930391" cy="540383"/>
          </a:xfrm>
          <a:prstGeom prst="rect">
            <a:avLst/>
          </a:prstGeom>
          <a:ln>
            <a:noFill/>
          </a:ln>
          <a:effectLst/>
        </p:spPr>
        <p:txBody>
          <a:bodyPr vert="horz" lIns="0" tIns="45720" rIns="0" bIns="45720" rtlCol="0" anchor="ctr"/>
          <a:lstStyle>
            <a:defPPr>
              <a:defRPr lang="en-US"/>
            </a:defPPr>
            <a:lvl1pPr marL="0" algn="r" defTabSz="914400" rtl="0" eaLnBrk="1" latinLnBrk="0" hangingPunct="1">
              <a:defRPr sz="1100" kern="1200">
                <a:solidFill>
                  <a:schemeClr val="bg1"/>
                </a:solidFill>
                <a:latin typeface="Arial Narrow" charset="0"/>
                <a:ea typeface="Arial Narrow" charset="0"/>
                <a:cs typeface="Arial Narrow"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900" dirty="0">
                <a:solidFill>
                  <a:schemeClr val="accent5"/>
                </a:solidFill>
              </a:rPr>
              <a:t>U.S. Department of Commerce | National Oceanic and Atmospheric Administration | National Marine Fisheries Service</a:t>
            </a:r>
          </a:p>
        </p:txBody>
      </p:sp>
      <p:sp>
        <p:nvSpPr>
          <p:cNvPr id="10" name="Freeform 9">
            <a:extLst>
              <a:ext uri="{FF2B5EF4-FFF2-40B4-BE49-F238E27FC236}">
                <a16:creationId xmlns:a16="http://schemas.microsoft.com/office/drawing/2014/main" id="{A06BF5A6-B6F3-0D45-A23B-1B9F66AC072B}"/>
              </a:ext>
            </a:extLst>
          </p:cNvPr>
          <p:cNvSpPr/>
          <p:nvPr/>
        </p:nvSpPr>
        <p:spPr>
          <a:xfrm rot="10800000">
            <a:off x="-1" y="-4"/>
            <a:ext cx="2178925" cy="6370522"/>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rgbClr val="0025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49CB7490-CBBE-8845-B8A0-DE1A9C454BB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6088" y="291480"/>
            <a:ext cx="2155088" cy="981763"/>
          </a:xfrm>
          <a:prstGeom prst="rect">
            <a:avLst/>
          </a:prstGeom>
          <a:noFill/>
          <a:ln>
            <a:noFill/>
          </a:ln>
        </p:spPr>
      </p:pic>
    </p:spTree>
    <p:extLst>
      <p:ext uri="{BB962C8B-B14F-4D97-AF65-F5344CB8AC3E}">
        <p14:creationId xmlns:p14="http://schemas.microsoft.com/office/powerpoint/2010/main" val="3765862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lue2 Title Slide">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57269" y="1796483"/>
            <a:ext cx="9610731" cy="1772793"/>
          </a:xfrm>
        </p:spPr>
        <p:txBody>
          <a:bodyPr lIns="0" tIns="0" rIns="0" bIns="0" anchor="b"/>
          <a:lstStyle>
            <a:lvl1pPr algn="l">
              <a:defRPr sz="7200">
                <a:solidFill>
                  <a:schemeClr val="accent1">
                    <a:lumMod val="40000"/>
                    <a:lumOff val="60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957269" y="3569273"/>
            <a:ext cx="9610731" cy="1655763"/>
          </a:xfrm>
        </p:spPr>
        <p:txBody>
          <a:bodyPr lIns="0" tIns="0" rIns="0" bIns="0">
            <a:noAutofit/>
          </a:bodyPr>
          <a:lstStyle>
            <a:lvl1pPr marL="0" indent="0" algn="l">
              <a:buNone/>
              <a:defRPr sz="36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Slide Number Placeholder 5">
            <a:extLst>
              <a:ext uri="{FF2B5EF4-FFF2-40B4-BE49-F238E27FC236}">
                <a16:creationId xmlns:a16="http://schemas.microsoft.com/office/drawing/2014/main" id="{B94303F3-E1C0-5F41-AC87-D745C93D50F1}"/>
              </a:ext>
            </a:extLst>
          </p:cNvPr>
          <p:cNvSpPr txBox="1">
            <a:spLocks/>
          </p:cNvSpPr>
          <p:nvPr/>
        </p:nvSpPr>
        <p:spPr>
          <a:xfrm>
            <a:off x="1957269" y="6370518"/>
            <a:ext cx="8930391" cy="540383"/>
          </a:xfrm>
          <a:prstGeom prst="rect">
            <a:avLst/>
          </a:prstGeom>
          <a:ln>
            <a:noFill/>
          </a:ln>
          <a:effectLst/>
        </p:spPr>
        <p:txBody>
          <a:bodyPr vert="horz" lIns="0" tIns="45720" rIns="0" bIns="45720" rtlCol="0" anchor="ctr"/>
          <a:lstStyle>
            <a:defPPr>
              <a:defRPr lang="en-US"/>
            </a:defPPr>
            <a:lvl1pPr marL="0" algn="r" defTabSz="914400" rtl="0" eaLnBrk="1" latinLnBrk="0" hangingPunct="1">
              <a:defRPr sz="1100" kern="1200">
                <a:solidFill>
                  <a:schemeClr val="bg1"/>
                </a:solidFill>
                <a:latin typeface="Arial Narrow" charset="0"/>
                <a:ea typeface="Arial Narrow" charset="0"/>
                <a:cs typeface="Arial Narrow"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900" dirty="0">
                <a:solidFill>
                  <a:schemeClr val="tx2"/>
                </a:solidFill>
              </a:rPr>
              <a:t>U.S. Department of Commerce | National Oceanic and Atmospheric Administration | National Marine Fisheries Service</a:t>
            </a:r>
          </a:p>
        </p:txBody>
      </p:sp>
      <p:sp>
        <p:nvSpPr>
          <p:cNvPr id="8" name="Freeform 7">
            <a:extLst>
              <a:ext uri="{FF2B5EF4-FFF2-40B4-BE49-F238E27FC236}">
                <a16:creationId xmlns:a16="http://schemas.microsoft.com/office/drawing/2014/main" id="{8566D0B6-FE78-1741-BBD2-063886CED31A}"/>
              </a:ext>
            </a:extLst>
          </p:cNvPr>
          <p:cNvSpPr/>
          <p:nvPr/>
        </p:nvSpPr>
        <p:spPr>
          <a:xfrm rot="10800000">
            <a:off x="-1" y="-4"/>
            <a:ext cx="2178925" cy="6370522"/>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rgbClr val="004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726D8E6-4D11-5145-A015-9549EF5F084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6088" y="291480"/>
            <a:ext cx="2155088" cy="981763"/>
          </a:xfrm>
          <a:prstGeom prst="rect">
            <a:avLst/>
          </a:prstGeom>
          <a:noFill/>
          <a:ln>
            <a:noFill/>
          </a:ln>
        </p:spPr>
      </p:pic>
    </p:spTree>
    <p:extLst>
      <p:ext uri="{BB962C8B-B14F-4D97-AF65-F5344CB8AC3E}">
        <p14:creationId xmlns:p14="http://schemas.microsoft.com/office/powerpoint/2010/main" val="1913494081"/>
      </p:ext>
    </p:extLst>
  </p:cSld>
  <p:clrMapOvr>
    <a:masterClrMapping/>
  </p:clrMapOvr>
  <p:extLst>
    <p:ext uri="{DCECCB84-F9BA-43D5-87BE-67443E8EF086}">
      <p15:sldGuideLst xmlns:p15="http://schemas.microsoft.com/office/powerpoint/2012/main">
        <p15:guide id="1" orient="horz" pos="2160">
          <p15:clr>
            <a:srgbClr val="FBAE40"/>
          </p15:clr>
        </p15:guide>
        <p15:guide id="2" pos="122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25A832-BDE2-4020-AF57-35165F1EE857}"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8D9158-033D-47BD-9CF9-E93D0154E243}" type="slidenum">
              <a:rPr lang="en-US" smtClean="0"/>
              <a:t>‹#›</a:t>
            </a:fld>
            <a:endParaRPr lang="en-US"/>
          </a:p>
        </p:txBody>
      </p:sp>
    </p:spTree>
    <p:extLst>
      <p:ext uri="{BB962C8B-B14F-4D97-AF65-F5344CB8AC3E}">
        <p14:creationId xmlns:p14="http://schemas.microsoft.com/office/powerpoint/2010/main" val="3485686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Navy footer 1">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891AA944-878A-9A48-8554-84EFA0C90489}"/>
              </a:ext>
            </a:extLst>
          </p:cNvPr>
          <p:cNvSpPr/>
          <p:nvPr userDrawn="1"/>
        </p:nvSpPr>
        <p:spPr>
          <a:xfrm>
            <a:off x="9230627" y="1116530"/>
            <a:ext cx="2964432" cy="5741469"/>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gradFill>
            <a:gsLst>
              <a:gs pos="99000">
                <a:schemeClr val="bg2">
                  <a:lumMod val="75000"/>
                </a:schemeClr>
              </a:gs>
              <a:gs pos="0">
                <a:schemeClr val="bg2">
                  <a:lumMod val="75000"/>
                  <a:alpha val="0"/>
                </a:scheme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Rectangle 8">
            <a:extLst>
              <a:ext uri="{FF2B5EF4-FFF2-40B4-BE49-F238E27FC236}">
                <a16:creationId xmlns:a16="http://schemas.microsoft.com/office/drawing/2014/main" id="{3B90BEAA-AF94-DC47-9758-2DCCD94F335B}"/>
              </a:ext>
            </a:extLst>
          </p:cNvPr>
          <p:cNvSpPr/>
          <p:nvPr userDrawn="1"/>
        </p:nvSpPr>
        <p:spPr>
          <a:xfrm>
            <a:off x="1" y="6391374"/>
            <a:ext cx="11145212" cy="466627"/>
          </a:xfrm>
          <a:prstGeom prst="rect">
            <a:avLst/>
          </a:prstGeom>
          <a:gradFill flip="none" rotWithShape="1">
            <a:gsLst>
              <a:gs pos="45000">
                <a:schemeClr val="tx2">
                  <a:alpha val="83000"/>
                </a:schemeClr>
              </a:gs>
              <a:gs pos="100000">
                <a:schemeClr val="tx2"/>
              </a:gs>
              <a:gs pos="0">
                <a:schemeClr val="tx2">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Slide Number Placeholder 5">
            <a:extLst>
              <a:ext uri="{FF2B5EF4-FFF2-40B4-BE49-F238E27FC236}">
                <a16:creationId xmlns:a16="http://schemas.microsoft.com/office/drawing/2014/main" id="{93875E4F-3818-A540-AB42-4BE244E003AC}"/>
              </a:ext>
            </a:extLst>
          </p:cNvPr>
          <p:cNvSpPr txBox="1">
            <a:spLocks/>
          </p:cNvSpPr>
          <p:nvPr userDrawn="1"/>
        </p:nvSpPr>
        <p:spPr>
          <a:xfrm>
            <a:off x="914402" y="6370518"/>
            <a:ext cx="8930391" cy="540383"/>
          </a:xfrm>
          <a:prstGeom prst="rect">
            <a:avLst/>
          </a:prstGeom>
          <a:ln>
            <a:noFill/>
          </a:ln>
          <a:effectLst/>
        </p:spPr>
        <p:txBody>
          <a:bodyPr vert="horz" lIns="0" tIns="45720" rIns="0" bIns="45720" rtlCol="0" anchor="ctr"/>
          <a:lstStyle>
            <a:defPPr>
              <a:defRPr lang="en-US"/>
            </a:defPPr>
            <a:lvl1pPr marL="0" algn="r" defTabSz="914400" rtl="0" eaLnBrk="1" latinLnBrk="0" hangingPunct="1">
              <a:defRPr sz="1100" kern="1200">
                <a:solidFill>
                  <a:schemeClr val="bg1"/>
                </a:solidFill>
                <a:latin typeface="Arial Narrow" charset="0"/>
                <a:ea typeface="Arial Narrow" charset="0"/>
                <a:cs typeface="Arial Narrow"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900" dirty="0">
                <a:solidFill>
                  <a:schemeClr val="accent1">
                    <a:lumMod val="20000"/>
                    <a:lumOff val="80000"/>
                  </a:schemeClr>
                </a:solidFill>
              </a:rPr>
              <a:t>U.S. Department of Commerce | National Oceanic and Atmospheric Administration | National Marine Fisheries Service</a:t>
            </a:r>
          </a:p>
        </p:txBody>
      </p:sp>
      <p:sp>
        <p:nvSpPr>
          <p:cNvPr id="15" name="TextBox 14">
            <a:extLst>
              <a:ext uri="{FF2B5EF4-FFF2-40B4-BE49-F238E27FC236}">
                <a16:creationId xmlns:a16="http://schemas.microsoft.com/office/drawing/2014/main" id="{D118633E-F7EB-5542-818F-D77C9806BBA9}"/>
              </a:ext>
            </a:extLst>
          </p:cNvPr>
          <p:cNvSpPr txBox="1"/>
          <p:nvPr userDrawn="1"/>
        </p:nvSpPr>
        <p:spPr>
          <a:xfrm>
            <a:off x="168165" y="6357030"/>
            <a:ext cx="746235" cy="553871"/>
          </a:xfrm>
          <a:prstGeom prst="rect">
            <a:avLst/>
          </a:prstGeom>
          <a:noFill/>
        </p:spPr>
        <p:txBody>
          <a:bodyPr wrap="square" lIns="0" tIns="0" rIns="0" bIns="0" rtlCol="0" anchor="ctr" anchorCtr="0">
            <a:no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1050" b="1" i="0" dirty="0">
                <a:solidFill>
                  <a:schemeClr val="bg1"/>
                </a:solidFill>
                <a:latin typeface="Arial Narrow" charset="0"/>
                <a:ea typeface="Arial Narrow" charset="0"/>
                <a:cs typeface="Arial Narrow" charset="0"/>
              </a:rPr>
              <a:t>Page </a:t>
            </a:r>
            <a:fld id="{632D3AEB-7CBE-3049-91AC-335C6B4F5BF6}" type="slidenum">
              <a:rPr lang="en-US" sz="1050" b="1" i="0" smtClean="0">
                <a:solidFill>
                  <a:schemeClr val="bg1"/>
                </a:solidFill>
                <a:latin typeface="Arial Narrow" charset="0"/>
                <a:ea typeface="Arial Narrow" charset="0"/>
                <a:cs typeface="Arial Narrow" charset="0"/>
              </a:rPr>
              <a:pPr marL="0" marR="0" indent="0" algn="l" defTabSz="914377" rtl="0" eaLnBrk="1" fontAlgn="auto" latinLnBrk="0" hangingPunct="1">
                <a:lnSpc>
                  <a:spcPct val="100000"/>
                </a:lnSpc>
                <a:spcBef>
                  <a:spcPts val="0"/>
                </a:spcBef>
                <a:spcAft>
                  <a:spcPts val="0"/>
                </a:spcAft>
                <a:buClrTx/>
                <a:buSzTx/>
                <a:buFontTx/>
                <a:buNone/>
                <a:tabLst/>
                <a:defRPr/>
              </a:pPr>
              <a:t>‹#›</a:t>
            </a:fld>
            <a:endParaRPr lang="en-US" sz="1050" b="1" i="0" dirty="0">
              <a:solidFill>
                <a:schemeClr val="bg1"/>
              </a:solidFill>
              <a:latin typeface="Arial Narrow" charset="0"/>
              <a:ea typeface="Arial Narrow" charset="0"/>
              <a:cs typeface="Arial Narrow" charset="0"/>
            </a:endParaRPr>
          </a:p>
        </p:txBody>
      </p:sp>
      <p:sp>
        <p:nvSpPr>
          <p:cNvPr id="18" name="Freeform 17">
            <a:extLst>
              <a:ext uri="{FF2B5EF4-FFF2-40B4-BE49-F238E27FC236}">
                <a16:creationId xmlns:a16="http://schemas.microsoft.com/office/drawing/2014/main" id="{FF8916F3-4265-4546-9E9A-A97962815CA5}"/>
              </a:ext>
            </a:extLst>
          </p:cNvPr>
          <p:cNvSpPr/>
          <p:nvPr userDrawn="1"/>
        </p:nvSpPr>
        <p:spPr>
          <a:xfrm>
            <a:off x="10395285" y="996095"/>
            <a:ext cx="1796716" cy="5861906"/>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NOAA Fisheries logo">
            <a:extLst>
              <a:ext uri="{FF2B5EF4-FFF2-40B4-BE49-F238E27FC236}">
                <a16:creationId xmlns:a16="http://schemas.microsoft.com/office/drawing/2014/main" id="{D3E3EDC6-407C-0E4F-96D7-DE134E67A0D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44812" y="6075805"/>
            <a:ext cx="1497659" cy="682267"/>
          </a:xfrm>
          <a:prstGeom prst="rect">
            <a:avLst/>
          </a:prstGeom>
          <a:noFill/>
          <a:ln>
            <a:noFill/>
          </a:ln>
        </p:spPr>
      </p:pic>
    </p:spTree>
    <p:extLst>
      <p:ext uri="{BB962C8B-B14F-4D97-AF65-F5344CB8AC3E}">
        <p14:creationId xmlns:p14="http://schemas.microsoft.com/office/powerpoint/2010/main" val="4160719824"/>
      </p:ext>
    </p:extLst>
  </p:cSld>
  <p:clrMapOvr>
    <a:masterClrMapping/>
  </p:clrMapOvr>
  <mc:AlternateContent xmlns:mc="http://schemas.openxmlformats.org/markup-compatibility/2006" xmlns:p14="http://schemas.microsoft.com/office/powerpoint/2010/main">
    <mc:Choice Requires="p14">
      <p:transition spd="slow" p14:dur="1500" advClick="0" advTm="5000">
        <p:push dir="u"/>
      </p:transition>
    </mc:Choice>
    <mc:Fallback xmlns="">
      <p:transition spd="slow" advClick="0" advTm="5000">
        <p:push dir="u"/>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qua footer 1">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F89FDCE-4A12-854A-8643-B00BEEE4D471}"/>
              </a:ext>
            </a:extLst>
          </p:cNvPr>
          <p:cNvSpPr/>
          <p:nvPr userDrawn="1"/>
        </p:nvSpPr>
        <p:spPr>
          <a:xfrm>
            <a:off x="0" y="6391374"/>
            <a:ext cx="12192000" cy="466627"/>
          </a:xfrm>
          <a:prstGeom prst="rect">
            <a:avLst/>
          </a:prstGeom>
          <a:gradFill flip="none" rotWithShape="1">
            <a:gsLst>
              <a:gs pos="100000">
                <a:schemeClr val="bg2">
                  <a:lumMod val="90000"/>
                </a:schemeClr>
              </a:gs>
              <a:gs pos="8000">
                <a:schemeClr val="bg2">
                  <a:lumMod val="75000"/>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Freeform 7">
            <a:extLst>
              <a:ext uri="{FF2B5EF4-FFF2-40B4-BE49-F238E27FC236}">
                <a16:creationId xmlns:a16="http://schemas.microsoft.com/office/drawing/2014/main" id="{891AA944-878A-9A48-8554-84EFA0C90489}"/>
              </a:ext>
            </a:extLst>
          </p:cNvPr>
          <p:cNvSpPr/>
          <p:nvPr userDrawn="1"/>
        </p:nvSpPr>
        <p:spPr>
          <a:xfrm>
            <a:off x="9230627" y="1116530"/>
            <a:ext cx="2964432" cy="5741469"/>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gradFill>
            <a:gsLst>
              <a:gs pos="99000">
                <a:schemeClr val="tx2"/>
              </a:gs>
              <a:gs pos="0">
                <a:schemeClr val="tx2">
                  <a:alpha val="0"/>
                </a:scheme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Slide Number Placeholder 5">
            <a:extLst>
              <a:ext uri="{FF2B5EF4-FFF2-40B4-BE49-F238E27FC236}">
                <a16:creationId xmlns:a16="http://schemas.microsoft.com/office/drawing/2014/main" id="{2719834A-6841-384B-AE22-4DDBF00C023A}"/>
              </a:ext>
            </a:extLst>
          </p:cNvPr>
          <p:cNvSpPr txBox="1">
            <a:spLocks/>
          </p:cNvSpPr>
          <p:nvPr userDrawn="1"/>
        </p:nvSpPr>
        <p:spPr>
          <a:xfrm>
            <a:off x="914402" y="6370518"/>
            <a:ext cx="8930391" cy="540383"/>
          </a:xfrm>
          <a:prstGeom prst="rect">
            <a:avLst/>
          </a:prstGeom>
          <a:ln>
            <a:noFill/>
          </a:ln>
          <a:effectLst/>
        </p:spPr>
        <p:txBody>
          <a:bodyPr vert="horz" lIns="0" tIns="45720" rIns="0" bIns="45720" rtlCol="0" anchor="ctr"/>
          <a:lstStyle>
            <a:defPPr>
              <a:defRPr lang="en-US"/>
            </a:defPPr>
            <a:lvl1pPr marL="0" algn="r" defTabSz="914400" rtl="0" eaLnBrk="1" latinLnBrk="0" hangingPunct="1">
              <a:defRPr sz="1100" kern="1200">
                <a:solidFill>
                  <a:schemeClr val="bg1"/>
                </a:solidFill>
                <a:latin typeface="Arial Narrow" charset="0"/>
                <a:ea typeface="Arial Narrow" charset="0"/>
                <a:cs typeface="Arial Narrow"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900" dirty="0">
                <a:solidFill>
                  <a:schemeClr val="accent1"/>
                </a:solidFill>
              </a:rPr>
              <a:t>U.S. Department of Commerce | National Oceanic and Atmospheric Administration | National Marine Fisheries Service</a:t>
            </a:r>
          </a:p>
        </p:txBody>
      </p:sp>
      <p:sp>
        <p:nvSpPr>
          <p:cNvPr id="16" name="TextBox 15">
            <a:extLst>
              <a:ext uri="{FF2B5EF4-FFF2-40B4-BE49-F238E27FC236}">
                <a16:creationId xmlns:a16="http://schemas.microsoft.com/office/drawing/2014/main" id="{D7E67B4F-7490-8F42-BA4D-C7C60C716D45}"/>
              </a:ext>
            </a:extLst>
          </p:cNvPr>
          <p:cNvSpPr txBox="1"/>
          <p:nvPr userDrawn="1"/>
        </p:nvSpPr>
        <p:spPr>
          <a:xfrm>
            <a:off x="168165" y="6357030"/>
            <a:ext cx="746235" cy="553871"/>
          </a:xfrm>
          <a:prstGeom prst="rect">
            <a:avLst/>
          </a:prstGeom>
          <a:noFill/>
        </p:spPr>
        <p:txBody>
          <a:bodyPr wrap="square" lIns="0" tIns="0" rIns="0" bIns="0" rtlCol="0" anchor="ctr" anchorCtr="0">
            <a:no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1050" b="1" i="0" dirty="0">
                <a:solidFill>
                  <a:schemeClr val="tx2"/>
                </a:solidFill>
                <a:latin typeface="Arial Narrow" charset="0"/>
                <a:ea typeface="Arial Narrow" charset="0"/>
                <a:cs typeface="Arial Narrow" charset="0"/>
              </a:rPr>
              <a:t>Page </a:t>
            </a:r>
            <a:fld id="{632D3AEB-7CBE-3049-91AC-335C6B4F5BF6}" type="slidenum">
              <a:rPr lang="en-US" sz="1050" b="1" i="0" smtClean="0">
                <a:solidFill>
                  <a:schemeClr val="tx2"/>
                </a:solidFill>
                <a:latin typeface="Arial Narrow" charset="0"/>
                <a:ea typeface="Arial Narrow" charset="0"/>
                <a:cs typeface="Arial Narrow" charset="0"/>
              </a:rPr>
              <a:pPr marL="0" marR="0" indent="0" algn="l" defTabSz="914377" rtl="0" eaLnBrk="1" fontAlgn="auto" latinLnBrk="0" hangingPunct="1">
                <a:lnSpc>
                  <a:spcPct val="100000"/>
                </a:lnSpc>
                <a:spcBef>
                  <a:spcPts val="0"/>
                </a:spcBef>
                <a:spcAft>
                  <a:spcPts val="0"/>
                </a:spcAft>
                <a:buClrTx/>
                <a:buSzTx/>
                <a:buFontTx/>
                <a:buNone/>
                <a:tabLst/>
                <a:defRPr/>
              </a:pPr>
              <a:t>‹#›</a:t>
            </a:fld>
            <a:endParaRPr lang="en-US" sz="1050" b="1" i="0" dirty="0">
              <a:solidFill>
                <a:schemeClr val="tx2"/>
              </a:solidFill>
              <a:latin typeface="Arial Narrow" charset="0"/>
              <a:ea typeface="Arial Narrow" charset="0"/>
              <a:cs typeface="Arial Narrow" charset="0"/>
            </a:endParaRPr>
          </a:p>
        </p:txBody>
      </p:sp>
      <p:sp>
        <p:nvSpPr>
          <p:cNvPr id="17" name="Freeform 16">
            <a:extLst>
              <a:ext uri="{FF2B5EF4-FFF2-40B4-BE49-F238E27FC236}">
                <a16:creationId xmlns:a16="http://schemas.microsoft.com/office/drawing/2014/main" id="{7BEB0FDE-1CCC-354B-AB98-8BE3477EEF1C}"/>
              </a:ext>
            </a:extLst>
          </p:cNvPr>
          <p:cNvSpPr/>
          <p:nvPr userDrawn="1"/>
        </p:nvSpPr>
        <p:spPr>
          <a:xfrm>
            <a:off x="10395285" y="996095"/>
            <a:ext cx="1796716" cy="5861906"/>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NOAA Fisheries logo">
            <a:extLst>
              <a:ext uri="{FF2B5EF4-FFF2-40B4-BE49-F238E27FC236}">
                <a16:creationId xmlns:a16="http://schemas.microsoft.com/office/drawing/2014/main" id="{4A46996E-75AA-CD40-BEAE-E4AD38F2988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44812" y="6075805"/>
            <a:ext cx="1497659" cy="682267"/>
          </a:xfrm>
          <a:prstGeom prst="rect">
            <a:avLst/>
          </a:prstGeom>
          <a:noFill/>
          <a:ln>
            <a:noFill/>
          </a:ln>
        </p:spPr>
      </p:pic>
    </p:spTree>
    <p:extLst>
      <p:ext uri="{BB962C8B-B14F-4D97-AF65-F5344CB8AC3E}">
        <p14:creationId xmlns:p14="http://schemas.microsoft.com/office/powerpoint/2010/main" val="220940672"/>
      </p:ext>
    </p:extLst>
  </p:cSld>
  <p:clrMapOvr>
    <a:masterClrMapping/>
  </p:clrMapOvr>
  <mc:AlternateContent xmlns:mc="http://schemas.openxmlformats.org/markup-compatibility/2006" xmlns:p14="http://schemas.microsoft.com/office/powerpoint/2010/main">
    <mc:Choice Requires="p14">
      <p:transition spd="slow" p14:dur="1500" advClick="0" advTm="5000">
        <p:push dir="u"/>
      </p:transition>
    </mc:Choice>
    <mc:Fallback xmlns="">
      <p:transition spd="slow" advClick="0" advTm="5000">
        <p:push dir="u"/>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Navy footer 2">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7F73F8E5-8E34-424B-9469-B2E86C5C5041}"/>
              </a:ext>
            </a:extLst>
          </p:cNvPr>
          <p:cNvSpPr/>
          <p:nvPr userDrawn="1"/>
        </p:nvSpPr>
        <p:spPr>
          <a:xfrm rot="10800000" flipH="1" flipV="1">
            <a:off x="9707592" y="-11455"/>
            <a:ext cx="2484408" cy="6857415"/>
          </a:xfrm>
          <a:custGeom>
            <a:avLst/>
            <a:gdLst>
              <a:gd name="connsiteX0" fmla="*/ 999997 w 1016530"/>
              <a:gd name="connsiteY0" fmla="*/ 5463677 h 5463677"/>
              <a:gd name="connsiteX1" fmla="*/ 0 w 1016530"/>
              <a:gd name="connsiteY1" fmla="*/ 5463677 h 5463677"/>
              <a:gd name="connsiteX2" fmla="*/ 16577 w 1016530"/>
              <a:gd name="connsiteY2" fmla="*/ 0 h 5463677"/>
              <a:gd name="connsiteX3" fmla="*/ 1016530 w 1016530"/>
              <a:gd name="connsiteY3" fmla="*/ 14211 h 5463677"/>
              <a:gd name="connsiteX4" fmla="*/ 999997 w 1016530"/>
              <a:gd name="connsiteY4" fmla="*/ 5463677 h 5463677"/>
              <a:gd name="connsiteX0" fmla="*/ 999997 w 1042361"/>
              <a:gd name="connsiteY0" fmla="*/ 5463677 h 5463677"/>
              <a:gd name="connsiteX1" fmla="*/ 0 w 1042361"/>
              <a:gd name="connsiteY1" fmla="*/ 5463677 h 5463677"/>
              <a:gd name="connsiteX2" fmla="*/ 16577 w 1042361"/>
              <a:gd name="connsiteY2" fmla="*/ 0 h 5463677"/>
              <a:gd name="connsiteX3" fmla="*/ 1042361 w 1042361"/>
              <a:gd name="connsiteY3" fmla="*/ 4620 h 5463677"/>
              <a:gd name="connsiteX4" fmla="*/ 999997 w 1042361"/>
              <a:gd name="connsiteY4" fmla="*/ 5463677 h 5463677"/>
              <a:gd name="connsiteX0" fmla="*/ 1654379 w 1696743"/>
              <a:gd name="connsiteY0" fmla="*/ 5463677 h 5463677"/>
              <a:gd name="connsiteX1" fmla="*/ 0 w 1696743"/>
              <a:gd name="connsiteY1" fmla="*/ 5434903 h 5463677"/>
              <a:gd name="connsiteX2" fmla="*/ 670959 w 1696743"/>
              <a:gd name="connsiteY2" fmla="*/ 0 h 5463677"/>
              <a:gd name="connsiteX3" fmla="*/ 1696743 w 1696743"/>
              <a:gd name="connsiteY3" fmla="*/ 4620 h 5463677"/>
              <a:gd name="connsiteX4" fmla="*/ 1654379 w 1696743"/>
              <a:gd name="connsiteY4" fmla="*/ 5463677 h 5463677"/>
              <a:gd name="connsiteX0" fmla="*/ 1654379 w 1696743"/>
              <a:gd name="connsiteY0" fmla="*/ 5463677 h 5463677"/>
              <a:gd name="connsiteX1" fmla="*/ 0 w 1696743"/>
              <a:gd name="connsiteY1" fmla="*/ 5434903 h 5463677"/>
              <a:gd name="connsiteX2" fmla="*/ 670959 w 1696743"/>
              <a:gd name="connsiteY2" fmla="*/ 0 h 5463677"/>
              <a:gd name="connsiteX3" fmla="*/ 1696743 w 1696743"/>
              <a:gd name="connsiteY3" fmla="*/ 4620 h 5463677"/>
              <a:gd name="connsiteX4" fmla="*/ 1654379 w 1696743"/>
              <a:gd name="connsiteY4" fmla="*/ 5463677 h 5463677"/>
              <a:gd name="connsiteX0" fmla="*/ 1654379 w 1696743"/>
              <a:gd name="connsiteY0" fmla="*/ 5463677 h 5463677"/>
              <a:gd name="connsiteX1" fmla="*/ 0 w 1696743"/>
              <a:gd name="connsiteY1" fmla="*/ 5434903 h 5463677"/>
              <a:gd name="connsiteX2" fmla="*/ 980930 w 1696743"/>
              <a:gd name="connsiteY2" fmla="*/ 0 h 5463677"/>
              <a:gd name="connsiteX3" fmla="*/ 1696743 w 1696743"/>
              <a:gd name="connsiteY3" fmla="*/ 4620 h 5463677"/>
              <a:gd name="connsiteX4" fmla="*/ 1654379 w 1696743"/>
              <a:gd name="connsiteY4" fmla="*/ 5463677 h 5463677"/>
              <a:gd name="connsiteX0" fmla="*/ 1654379 w 1696743"/>
              <a:gd name="connsiteY0" fmla="*/ 5463677 h 5463677"/>
              <a:gd name="connsiteX1" fmla="*/ 0 w 1696743"/>
              <a:gd name="connsiteY1" fmla="*/ 5454085 h 5463677"/>
              <a:gd name="connsiteX2" fmla="*/ 980930 w 1696743"/>
              <a:gd name="connsiteY2" fmla="*/ 0 h 5463677"/>
              <a:gd name="connsiteX3" fmla="*/ 1696743 w 1696743"/>
              <a:gd name="connsiteY3" fmla="*/ 4620 h 5463677"/>
              <a:gd name="connsiteX4" fmla="*/ 1654379 w 1696743"/>
              <a:gd name="connsiteY4" fmla="*/ 5463677 h 5463677"/>
              <a:gd name="connsiteX0" fmla="*/ 1709112 w 1709112"/>
              <a:gd name="connsiteY0" fmla="*/ 5436187 h 5454085"/>
              <a:gd name="connsiteX1" fmla="*/ 0 w 1709112"/>
              <a:gd name="connsiteY1" fmla="*/ 5454085 h 5454085"/>
              <a:gd name="connsiteX2" fmla="*/ 980930 w 1709112"/>
              <a:gd name="connsiteY2" fmla="*/ 0 h 5454085"/>
              <a:gd name="connsiteX3" fmla="*/ 1696743 w 1709112"/>
              <a:gd name="connsiteY3" fmla="*/ 4620 h 5454085"/>
              <a:gd name="connsiteX4" fmla="*/ 1709112 w 1709112"/>
              <a:gd name="connsiteY4" fmla="*/ 5436187 h 5454085"/>
              <a:gd name="connsiteX0" fmla="*/ 1722796 w 1722796"/>
              <a:gd name="connsiteY0" fmla="*/ 5449933 h 5454085"/>
              <a:gd name="connsiteX1" fmla="*/ 0 w 1722796"/>
              <a:gd name="connsiteY1" fmla="*/ 5454085 h 5454085"/>
              <a:gd name="connsiteX2" fmla="*/ 980930 w 1722796"/>
              <a:gd name="connsiteY2" fmla="*/ 0 h 5454085"/>
              <a:gd name="connsiteX3" fmla="*/ 1696743 w 1722796"/>
              <a:gd name="connsiteY3" fmla="*/ 4620 h 5454085"/>
              <a:gd name="connsiteX4" fmla="*/ 1722796 w 1722796"/>
              <a:gd name="connsiteY4" fmla="*/ 5449933 h 5454085"/>
              <a:gd name="connsiteX0" fmla="*/ 1722796 w 1722796"/>
              <a:gd name="connsiteY0" fmla="*/ 5449933 h 5454085"/>
              <a:gd name="connsiteX1" fmla="*/ 0 w 1722796"/>
              <a:gd name="connsiteY1" fmla="*/ 5454085 h 5454085"/>
              <a:gd name="connsiteX2" fmla="*/ 980930 w 1722796"/>
              <a:gd name="connsiteY2" fmla="*/ 0 h 5454085"/>
              <a:gd name="connsiteX3" fmla="*/ 1712358 w 1722796"/>
              <a:gd name="connsiteY3" fmla="*/ 18365 h 5454085"/>
              <a:gd name="connsiteX4" fmla="*/ 1722796 w 1722796"/>
              <a:gd name="connsiteY4" fmla="*/ 5449933 h 5454085"/>
              <a:gd name="connsiteX0" fmla="*/ 1722796 w 1728606"/>
              <a:gd name="connsiteY0" fmla="*/ 5459058 h 5463210"/>
              <a:gd name="connsiteX1" fmla="*/ 0 w 1728606"/>
              <a:gd name="connsiteY1" fmla="*/ 5463210 h 5463210"/>
              <a:gd name="connsiteX2" fmla="*/ 980930 w 1728606"/>
              <a:gd name="connsiteY2" fmla="*/ 9125 h 5463210"/>
              <a:gd name="connsiteX3" fmla="*/ 1727973 w 1728606"/>
              <a:gd name="connsiteY3" fmla="*/ 0 h 5463210"/>
              <a:gd name="connsiteX4" fmla="*/ 1722796 w 1728606"/>
              <a:gd name="connsiteY4" fmla="*/ 5459058 h 54632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8606" h="5463210">
                <a:moveTo>
                  <a:pt x="1722796" y="5459058"/>
                </a:moveTo>
                <a:lnTo>
                  <a:pt x="0" y="5463210"/>
                </a:lnTo>
                <a:lnTo>
                  <a:pt x="980930" y="9125"/>
                </a:lnTo>
                <a:lnTo>
                  <a:pt x="1727973" y="0"/>
                </a:lnTo>
                <a:cubicBezTo>
                  <a:pt x="1731452" y="1810523"/>
                  <a:pt x="1719317" y="3648535"/>
                  <a:pt x="1722796" y="5459058"/>
                </a:cubicBezTo>
                <a:close/>
              </a:path>
            </a:pathLst>
          </a:custGeom>
          <a:gradFill flip="none" rotWithShape="1">
            <a:gsLst>
              <a:gs pos="100000">
                <a:srgbClr val="07477D">
                  <a:alpha val="34000"/>
                </a:srgbClr>
              </a:gs>
              <a:gs pos="42000">
                <a:srgbClr val="07477D">
                  <a:alpha val="0"/>
                </a:srgbClr>
              </a:gs>
            </a:gsLst>
            <a:lin ang="720000" scaled="0"/>
            <a:tileRect/>
          </a:gradFill>
          <a:ln w="1397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dirty="0"/>
          </a:p>
        </p:txBody>
      </p:sp>
      <p:sp>
        <p:nvSpPr>
          <p:cNvPr id="14" name="Rectangle 13">
            <a:extLst>
              <a:ext uri="{FF2B5EF4-FFF2-40B4-BE49-F238E27FC236}">
                <a16:creationId xmlns:a16="http://schemas.microsoft.com/office/drawing/2014/main" id="{E1A06F2B-8E81-7F4F-B30B-DAB9DFCC7AA1}"/>
              </a:ext>
            </a:extLst>
          </p:cNvPr>
          <p:cNvSpPr/>
          <p:nvPr userDrawn="1"/>
        </p:nvSpPr>
        <p:spPr>
          <a:xfrm>
            <a:off x="0" y="6391374"/>
            <a:ext cx="12192000" cy="46662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 name="Slide Number Placeholder 5">
            <a:extLst>
              <a:ext uri="{FF2B5EF4-FFF2-40B4-BE49-F238E27FC236}">
                <a16:creationId xmlns:a16="http://schemas.microsoft.com/office/drawing/2014/main" id="{60664F76-C42F-AF43-8503-B59506A3F33F}"/>
              </a:ext>
            </a:extLst>
          </p:cNvPr>
          <p:cNvSpPr txBox="1">
            <a:spLocks/>
          </p:cNvSpPr>
          <p:nvPr userDrawn="1"/>
        </p:nvSpPr>
        <p:spPr>
          <a:xfrm>
            <a:off x="914402" y="6370518"/>
            <a:ext cx="8930391" cy="540383"/>
          </a:xfrm>
          <a:prstGeom prst="rect">
            <a:avLst/>
          </a:prstGeom>
          <a:ln>
            <a:noFill/>
          </a:ln>
          <a:effectLst/>
        </p:spPr>
        <p:txBody>
          <a:bodyPr vert="horz" lIns="0" tIns="45720" rIns="0" bIns="45720" rtlCol="0" anchor="ctr"/>
          <a:lstStyle>
            <a:defPPr>
              <a:defRPr lang="en-US"/>
            </a:defPPr>
            <a:lvl1pPr marL="0" algn="r" defTabSz="914400" rtl="0" eaLnBrk="1" latinLnBrk="0" hangingPunct="1">
              <a:defRPr sz="1100" kern="1200">
                <a:solidFill>
                  <a:schemeClr val="bg1"/>
                </a:solidFill>
                <a:latin typeface="Arial Narrow" charset="0"/>
                <a:ea typeface="Arial Narrow" charset="0"/>
                <a:cs typeface="Arial Narrow"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900" dirty="0">
                <a:solidFill>
                  <a:schemeClr val="accent1">
                    <a:lumMod val="20000"/>
                    <a:lumOff val="80000"/>
                  </a:schemeClr>
                </a:solidFill>
              </a:rPr>
              <a:t>U.S. Department of Commerce | National Oceanic and Atmospheric Administration | National Marine Fisheries Service</a:t>
            </a:r>
          </a:p>
        </p:txBody>
      </p:sp>
      <p:sp>
        <p:nvSpPr>
          <p:cNvPr id="19" name="TextBox 18">
            <a:extLst>
              <a:ext uri="{FF2B5EF4-FFF2-40B4-BE49-F238E27FC236}">
                <a16:creationId xmlns:a16="http://schemas.microsoft.com/office/drawing/2014/main" id="{650C3681-2CFF-5947-BAE0-FF53BCA5DD6D}"/>
              </a:ext>
            </a:extLst>
          </p:cNvPr>
          <p:cNvSpPr txBox="1"/>
          <p:nvPr userDrawn="1"/>
        </p:nvSpPr>
        <p:spPr>
          <a:xfrm>
            <a:off x="168165" y="6357030"/>
            <a:ext cx="746235" cy="553871"/>
          </a:xfrm>
          <a:prstGeom prst="rect">
            <a:avLst/>
          </a:prstGeom>
          <a:noFill/>
        </p:spPr>
        <p:txBody>
          <a:bodyPr wrap="square" lIns="0" tIns="0" rIns="0" bIns="0" rtlCol="0" anchor="ctr" anchorCtr="0">
            <a:no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1050" b="1" i="0" dirty="0">
                <a:solidFill>
                  <a:schemeClr val="bg1"/>
                </a:solidFill>
                <a:latin typeface="Arial Narrow" charset="0"/>
                <a:ea typeface="Arial Narrow" charset="0"/>
                <a:cs typeface="Arial Narrow" charset="0"/>
              </a:rPr>
              <a:t>Page </a:t>
            </a:r>
            <a:fld id="{632D3AEB-7CBE-3049-91AC-335C6B4F5BF6}" type="slidenum">
              <a:rPr lang="en-US" sz="1050" b="1" i="0" smtClean="0">
                <a:solidFill>
                  <a:schemeClr val="bg1"/>
                </a:solidFill>
                <a:latin typeface="Arial Narrow" charset="0"/>
                <a:ea typeface="Arial Narrow" charset="0"/>
                <a:cs typeface="Arial Narrow" charset="0"/>
              </a:rPr>
              <a:pPr marL="0" marR="0" indent="0" algn="l" defTabSz="914377" rtl="0" eaLnBrk="1" fontAlgn="auto" latinLnBrk="0" hangingPunct="1">
                <a:lnSpc>
                  <a:spcPct val="100000"/>
                </a:lnSpc>
                <a:spcBef>
                  <a:spcPts val="0"/>
                </a:spcBef>
                <a:spcAft>
                  <a:spcPts val="0"/>
                </a:spcAft>
                <a:buClrTx/>
                <a:buSzTx/>
                <a:buFontTx/>
                <a:buNone/>
                <a:tabLst/>
                <a:defRPr/>
              </a:pPr>
              <a:t>‹#›</a:t>
            </a:fld>
            <a:endParaRPr lang="en-US" sz="1050" b="1" i="0" dirty="0">
              <a:solidFill>
                <a:schemeClr val="bg1"/>
              </a:solidFill>
              <a:latin typeface="Arial Narrow" charset="0"/>
              <a:ea typeface="Arial Narrow" charset="0"/>
              <a:cs typeface="Arial Narrow" charset="0"/>
            </a:endParaRPr>
          </a:p>
        </p:txBody>
      </p:sp>
      <p:sp>
        <p:nvSpPr>
          <p:cNvPr id="20" name="Freeform 19">
            <a:extLst>
              <a:ext uri="{FF2B5EF4-FFF2-40B4-BE49-F238E27FC236}">
                <a16:creationId xmlns:a16="http://schemas.microsoft.com/office/drawing/2014/main" id="{ABBB4C42-3950-3B49-A3AD-4999C06DAC6E}"/>
              </a:ext>
            </a:extLst>
          </p:cNvPr>
          <p:cNvSpPr/>
          <p:nvPr userDrawn="1"/>
        </p:nvSpPr>
        <p:spPr>
          <a:xfrm>
            <a:off x="10395285" y="996095"/>
            <a:ext cx="1796716" cy="5861906"/>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descr="NOAA Fisheries logo">
            <a:extLst>
              <a:ext uri="{FF2B5EF4-FFF2-40B4-BE49-F238E27FC236}">
                <a16:creationId xmlns:a16="http://schemas.microsoft.com/office/drawing/2014/main" id="{29BE4E0F-24BD-A44C-969B-036BB242726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44812" y="6075805"/>
            <a:ext cx="1497659" cy="682267"/>
          </a:xfrm>
          <a:prstGeom prst="rect">
            <a:avLst/>
          </a:prstGeom>
          <a:noFill/>
          <a:ln>
            <a:noFill/>
          </a:ln>
        </p:spPr>
      </p:pic>
    </p:spTree>
    <p:extLst>
      <p:ext uri="{BB962C8B-B14F-4D97-AF65-F5344CB8AC3E}">
        <p14:creationId xmlns:p14="http://schemas.microsoft.com/office/powerpoint/2010/main" val="935861042"/>
      </p:ext>
    </p:extLst>
  </p:cSld>
  <p:clrMapOvr>
    <a:masterClrMapping/>
  </p:clrMapOvr>
  <mc:AlternateContent xmlns:mc="http://schemas.openxmlformats.org/markup-compatibility/2006" xmlns:p14="http://schemas.microsoft.com/office/powerpoint/2010/main">
    <mc:Choice Requires="p14">
      <p:transition spd="slow" p14:dur="1500" advClick="0" advTm="5000">
        <p:push dir="u"/>
      </p:transition>
    </mc:Choice>
    <mc:Fallback xmlns="">
      <p:transition spd="slow" advClick="0" advTm="5000">
        <p:push dir="u"/>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qua footer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7844970-7F4A-D541-BB16-02D9FE93EFBA}"/>
              </a:ext>
            </a:extLst>
          </p:cNvPr>
          <p:cNvSpPr/>
          <p:nvPr userDrawn="1"/>
        </p:nvSpPr>
        <p:spPr>
          <a:xfrm>
            <a:off x="0" y="6391374"/>
            <a:ext cx="12192000" cy="466627"/>
          </a:xfrm>
          <a:prstGeom prst="rect">
            <a:avLst/>
          </a:prstGeom>
          <a:solidFill>
            <a:schemeClr val="bg2">
              <a:lumMod val="90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Slide Number Placeholder 5"/>
          <p:cNvSpPr txBox="1">
            <a:spLocks/>
          </p:cNvSpPr>
          <p:nvPr userDrawn="1"/>
        </p:nvSpPr>
        <p:spPr>
          <a:xfrm>
            <a:off x="914402" y="6370518"/>
            <a:ext cx="8930391" cy="540383"/>
          </a:xfrm>
          <a:prstGeom prst="rect">
            <a:avLst/>
          </a:prstGeom>
          <a:ln>
            <a:noFill/>
          </a:ln>
          <a:effectLst/>
        </p:spPr>
        <p:txBody>
          <a:bodyPr vert="horz" lIns="0" tIns="45720" rIns="0" bIns="45720" rtlCol="0" anchor="ctr"/>
          <a:lstStyle>
            <a:defPPr>
              <a:defRPr lang="en-US"/>
            </a:defPPr>
            <a:lvl1pPr marL="0" algn="r" defTabSz="914400" rtl="0" eaLnBrk="1" latinLnBrk="0" hangingPunct="1">
              <a:defRPr sz="1100" kern="1200">
                <a:solidFill>
                  <a:schemeClr val="bg1"/>
                </a:solidFill>
                <a:latin typeface="Arial Narrow" charset="0"/>
                <a:ea typeface="Arial Narrow" charset="0"/>
                <a:cs typeface="Arial Narrow"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900" dirty="0">
                <a:solidFill>
                  <a:schemeClr val="accent1"/>
                </a:solidFill>
              </a:rPr>
              <a:t>U.S. Department of Commerce | National Oceanic and Atmospheric Administration | National Marine Fisheries Service</a:t>
            </a:r>
          </a:p>
        </p:txBody>
      </p:sp>
      <p:sp>
        <p:nvSpPr>
          <p:cNvPr id="14" name="TextBox 13"/>
          <p:cNvSpPr txBox="1"/>
          <p:nvPr userDrawn="1"/>
        </p:nvSpPr>
        <p:spPr>
          <a:xfrm>
            <a:off x="168165" y="6357030"/>
            <a:ext cx="746235" cy="553871"/>
          </a:xfrm>
          <a:prstGeom prst="rect">
            <a:avLst/>
          </a:prstGeom>
          <a:noFill/>
        </p:spPr>
        <p:txBody>
          <a:bodyPr wrap="square" lIns="0" tIns="0" rIns="0" bIns="0" rtlCol="0" anchor="ctr" anchorCtr="0">
            <a:no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1050" b="1" i="0" dirty="0">
                <a:solidFill>
                  <a:schemeClr val="tx2"/>
                </a:solidFill>
                <a:latin typeface="Arial Narrow" charset="0"/>
                <a:ea typeface="Arial Narrow" charset="0"/>
                <a:cs typeface="Arial Narrow" charset="0"/>
              </a:rPr>
              <a:t>Page </a:t>
            </a:r>
            <a:fld id="{632D3AEB-7CBE-3049-91AC-335C6B4F5BF6}" type="slidenum">
              <a:rPr lang="en-US" sz="1050" b="1" i="0" smtClean="0">
                <a:solidFill>
                  <a:schemeClr val="tx2"/>
                </a:solidFill>
                <a:latin typeface="Arial Narrow" charset="0"/>
                <a:ea typeface="Arial Narrow" charset="0"/>
                <a:cs typeface="Arial Narrow" charset="0"/>
              </a:rPr>
              <a:pPr marL="0" marR="0" indent="0" algn="l" defTabSz="914377" rtl="0" eaLnBrk="1" fontAlgn="auto" latinLnBrk="0" hangingPunct="1">
                <a:lnSpc>
                  <a:spcPct val="100000"/>
                </a:lnSpc>
                <a:spcBef>
                  <a:spcPts val="0"/>
                </a:spcBef>
                <a:spcAft>
                  <a:spcPts val="0"/>
                </a:spcAft>
                <a:buClrTx/>
                <a:buSzTx/>
                <a:buFontTx/>
                <a:buNone/>
                <a:tabLst/>
                <a:defRPr/>
              </a:pPr>
              <a:t>‹#›</a:t>
            </a:fld>
            <a:endParaRPr lang="en-US" sz="1050" b="1" i="0" dirty="0">
              <a:solidFill>
                <a:schemeClr val="tx2"/>
              </a:solidFill>
              <a:latin typeface="Arial Narrow" charset="0"/>
              <a:ea typeface="Arial Narrow" charset="0"/>
              <a:cs typeface="Arial Narrow" charset="0"/>
            </a:endParaRPr>
          </a:p>
        </p:txBody>
      </p:sp>
      <p:sp>
        <p:nvSpPr>
          <p:cNvPr id="5" name="Freeform 4">
            <a:extLst>
              <a:ext uri="{FF2B5EF4-FFF2-40B4-BE49-F238E27FC236}">
                <a16:creationId xmlns:a16="http://schemas.microsoft.com/office/drawing/2014/main" id="{7D6243E8-9C72-4344-94EF-F60AFF95A6A6}"/>
              </a:ext>
            </a:extLst>
          </p:cNvPr>
          <p:cNvSpPr/>
          <p:nvPr userDrawn="1"/>
        </p:nvSpPr>
        <p:spPr>
          <a:xfrm rot="10800000" flipH="1" flipV="1">
            <a:off x="9707592" y="-11455"/>
            <a:ext cx="2484408" cy="6857415"/>
          </a:xfrm>
          <a:custGeom>
            <a:avLst/>
            <a:gdLst>
              <a:gd name="connsiteX0" fmla="*/ 999997 w 1016530"/>
              <a:gd name="connsiteY0" fmla="*/ 5463677 h 5463677"/>
              <a:gd name="connsiteX1" fmla="*/ 0 w 1016530"/>
              <a:gd name="connsiteY1" fmla="*/ 5463677 h 5463677"/>
              <a:gd name="connsiteX2" fmla="*/ 16577 w 1016530"/>
              <a:gd name="connsiteY2" fmla="*/ 0 h 5463677"/>
              <a:gd name="connsiteX3" fmla="*/ 1016530 w 1016530"/>
              <a:gd name="connsiteY3" fmla="*/ 14211 h 5463677"/>
              <a:gd name="connsiteX4" fmla="*/ 999997 w 1016530"/>
              <a:gd name="connsiteY4" fmla="*/ 5463677 h 5463677"/>
              <a:gd name="connsiteX0" fmla="*/ 999997 w 1042361"/>
              <a:gd name="connsiteY0" fmla="*/ 5463677 h 5463677"/>
              <a:gd name="connsiteX1" fmla="*/ 0 w 1042361"/>
              <a:gd name="connsiteY1" fmla="*/ 5463677 h 5463677"/>
              <a:gd name="connsiteX2" fmla="*/ 16577 w 1042361"/>
              <a:gd name="connsiteY2" fmla="*/ 0 h 5463677"/>
              <a:gd name="connsiteX3" fmla="*/ 1042361 w 1042361"/>
              <a:gd name="connsiteY3" fmla="*/ 4620 h 5463677"/>
              <a:gd name="connsiteX4" fmla="*/ 999997 w 1042361"/>
              <a:gd name="connsiteY4" fmla="*/ 5463677 h 5463677"/>
              <a:gd name="connsiteX0" fmla="*/ 1654379 w 1696743"/>
              <a:gd name="connsiteY0" fmla="*/ 5463677 h 5463677"/>
              <a:gd name="connsiteX1" fmla="*/ 0 w 1696743"/>
              <a:gd name="connsiteY1" fmla="*/ 5434903 h 5463677"/>
              <a:gd name="connsiteX2" fmla="*/ 670959 w 1696743"/>
              <a:gd name="connsiteY2" fmla="*/ 0 h 5463677"/>
              <a:gd name="connsiteX3" fmla="*/ 1696743 w 1696743"/>
              <a:gd name="connsiteY3" fmla="*/ 4620 h 5463677"/>
              <a:gd name="connsiteX4" fmla="*/ 1654379 w 1696743"/>
              <a:gd name="connsiteY4" fmla="*/ 5463677 h 5463677"/>
              <a:gd name="connsiteX0" fmla="*/ 1654379 w 1696743"/>
              <a:gd name="connsiteY0" fmla="*/ 5463677 h 5463677"/>
              <a:gd name="connsiteX1" fmla="*/ 0 w 1696743"/>
              <a:gd name="connsiteY1" fmla="*/ 5434903 h 5463677"/>
              <a:gd name="connsiteX2" fmla="*/ 670959 w 1696743"/>
              <a:gd name="connsiteY2" fmla="*/ 0 h 5463677"/>
              <a:gd name="connsiteX3" fmla="*/ 1696743 w 1696743"/>
              <a:gd name="connsiteY3" fmla="*/ 4620 h 5463677"/>
              <a:gd name="connsiteX4" fmla="*/ 1654379 w 1696743"/>
              <a:gd name="connsiteY4" fmla="*/ 5463677 h 5463677"/>
              <a:gd name="connsiteX0" fmla="*/ 1654379 w 1696743"/>
              <a:gd name="connsiteY0" fmla="*/ 5463677 h 5463677"/>
              <a:gd name="connsiteX1" fmla="*/ 0 w 1696743"/>
              <a:gd name="connsiteY1" fmla="*/ 5434903 h 5463677"/>
              <a:gd name="connsiteX2" fmla="*/ 980930 w 1696743"/>
              <a:gd name="connsiteY2" fmla="*/ 0 h 5463677"/>
              <a:gd name="connsiteX3" fmla="*/ 1696743 w 1696743"/>
              <a:gd name="connsiteY3" fmla="*/ 4620 h 5463677"/>
              <a:gd name="connsiteX4" fmla="*/ 1654379 w 1696743"/>
              <a:gd name="connsiteY4" fmla="*/ 5463677 h 5463677"/>
              <a:gd name="connsiteX0" fmla="*/ 1654379 w 1696743"/>
              <a:gd name="connsiteY0" fmla="*/ 5463677 h 5463677"/>
              <a:gd name="connsiteX1" fmla="*/ 0 w 1696743"/>
              <a:gd name="connsiteY1" fmla="*/ 5454085 h 5463677"/>
              <a:gd name="connsiteX2" fmla="*/ 980930 w 1696743"/>
              <a:gd name="connsiteY2" fmla="*/ 0 h 5463677"/>
              <a:gd name="connsiteX3" fmla="*/ 1696743 w 1696743"/>
              <a:gd name="connsiteY3" fmla="*/ 4620 h 5463677"/>
              <a:gd name="connsiteX4" fmla="*/ 1654379 w 1696743"/>
              <a:gd name="connsiteY4" fmla="*/ 5463677 h 5463677"/>
              <a:gd name="connsiteX0" fmla="*/ 1709112 w 1709112"/>
              <a:gd name="connsiteY0" fmla="*/ 5436187 h 5454085"/>
              <a:gd name="connsiteX1" fmla="*/ 0 w 1709112"/>
              <a:gd name="connsiteY1" fmla="*/ 5454085 h 5454085"/>
              <a:gd name="connsiteX2" fmla="*/ 980930 w 1709112"/>
              <a:gd name="connsiteY2" fmla="*/ 0 h 5454085"/>
              <a:gd name="connsiteX3" fmla="*/ 1696743 w 1709112"/>
              <a:gd name="connsiteY3" fmla="*/ 4620 h 5454085"/>
              <a:gd name="connsiteX4" fmla="*/ 1709112 w 1709112"/>
              <a:gd name="connsiteY4" fmla="*/ 5436187 h 5454085"/>
              <a:gd name="connsiteX0" fmla="*/ 1722796 w 1722796"/>
              <a:gd name="connsiteY0" fmla="*/ 5449933 h 5454085"/>
              <a:gd name="connsiteX1" fmla="*/ 0 w 1722796"/>
              <a:gd name="connsiteY1" fmla="*/ 5454085 h 5454085"/>
              <a:gd name="connsiteX2" fmla="*/ 980930 w 1722796"/>
              <a:gd name="connsiteY2" fmla="*/ 0 h 5454085"/>
              <a:gd name="connsiteX3" fmla="*/ 1696743 w 1722796"/>
              <a:gd name="connsiteY3" fmla="*/ 4620 h 5454085"/>
              <a:gd name="connsiteX4" fmla="*/ 1722796 w 1722796"/>
              <a:gd name="connsiteY4" fmla="*/ 5449933 h 5454085"/>
              <a:gd name="connsiteX0" fmla="*/ 1722796 w 1722796"/>
              <a:gd name="connsiteY0" fmla="*/ 5449933 h 5454085"/>
              <a:gd name="connsiteX1" fmla="*/ 0 w 1722796"/>
              <a:gd name="connsiteY1" fmla="*/ 5454085 h 5454085"/>
              <a:gd name="connsiteX2" fmla="*/ 980930 w 1722796"/>
              <a:gd name="connsiteY2" fmla="*/ 0 h 5454085"/>
              <a:gd name="connsiteX3" fmla="*/ 1712358 w 1722796"/>
              <a:gd name="connsiteY3" fmla="*/ 18365 h 5454085"/>
              <a:gd name="connsiteX4" fmla="*/ 1722796 w 1722796"/>
              <a:gd name="connsiteY4" fmla="*/ 5449933 h 5454085"/>
              <a:gd name="connsiteX0" fmla="*/ 1722796 w 1728606"/>
              <a:gd name="connsiteY0" fmla="*/ 5459058 h 5463210"/>
              <a:gd name="connsiteX1" fmla="*/ 0 w 1728606"/>
              <a:gd name="connsiteY1" fmla="*/ 5463210 h 5463210"/>
              <a:gd name="connsiteX2" fmla="*/ 980930 w 1728606"/>
              <a:gd name="connsiteY2" fmla="*/ 9125 h 5463210"/>
              <a:gd name="connsiteX3" fmla="*/ 1727973 w 1728606"/>
              <a:gd name="connsiteY3" fmla="*/ 0 h 5463210"/>
              <a:gd name="connsiteX4" fmla="*/ 1722796 w 1728606"/>
              <a:gd name="connsiteY4" fmla="*/ 5459058 h 54632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8606" h="5463210">
                <a:moveTo>
                  <a:pt x="1722796" y="5459058"/>
                </a:moveTo>
                <a:lnTo>
                  <a:pt x="0" y="5463210"/>
                </a:lnTo>
                <a:lnTo>
                  <a:pt x="980930" y="9125"/>
                </a:lnTo>
                <a:lnTo>
                  <a:pt x="1727973" y="0"/>
                </a:lnTo>
                <a:cubicBezTo>
                  <a:pt x="1731452" y="1810523"/>
                  <a:pt x="1719317" y="3648535"/>
                  <a:pt x="1722796" y="5459058"/>
                </a:cubicBezTo>
                <a:close/>
              </a:path>
            </a:pathLst>
          </a:custGeom>
          <a:gradFill flip="none" rotWithShape="1">
            <a:gsLst>
              <a:gs pos="100000">
                <a:schemeClr val="bg2">
                  <a:lumMod val="90000"/>
                </a:schemeClr>
              </a:gs>
              <a:gs pos="50000">
                <a:schemeClr val="bg2">
                  <a:alpha val="0"/>
                </a:schemeClr>
              </a:gs>
            </a:gsLst>
            <a:lin ang="720000" scaled="0"/>
            <a:tileRect/>
          </a:gradFill>
          <a:ln w="1397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dirty="0"/>
          </a:p>
        </p:txBody>
      </p:sp>
      <p:sp>
        <p:nvSpPr>
          <p:cNvPr id="8" name="Freeform 7">
            <a:extLst>
              <a:ext uri="{FF2B5EF4-FFF2-40B4-BE49-F238E27FC236}">
                <a16:creationId xmlns:a16="http://schemas.microsoft.com/office/drawing/2014/main" id="{151910D7-953F-564B-97DB-5473B1EB0B95}"/>
              </a:ext>
            </a:extLst>
          </p:cNvPr>
          <p:cNvSpPr/>
          <p:nvPr userDrawn="1"/>
        </p:nvSpPr>
        <p:spPr>
          <a:xfrm>
            <a:off x="10395285" y="996095"/>
            <a:ext cx="1796716" cy="5861906"/>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NOAA Fisheries logo">
            <a:extLst>
              <a:ext uri="{FF2B5EF4-FFF2-40B4-BE49-F238E27FC236}">
                <a16:creationId xmlns:a16="http://schemas.microsoft.com/office/drawing/2014/main" id="{9381F619-72DF-984A-8E74-FE1830BBA6B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44812" y="6075805"/>
            <a:ext cx="1497659" cy="682267"/>
          </a:xfrm>
          <a:prstGeom prst="rect">
            <a:avLst/>
          </a:prstGeom>
          <a:noFill/>
          <a:ln>
            <a:noFill/>
          </a:ln>
        </p:spPr>
      </p:pic>
    </p:spTree>
    <p:extLst>
      <p:ext uri="{BB962C8B-B14F-4D97-AF65-F5344CB8AC3E}">
        <p14:creationId xmlns:p14="http://schemas.microsoft.com/office/powerpoint/2010/main" val="3912805967"/>
      </p:ext>
    </p:extLst>
  </p:cSld>
  <p:clrMapOvr>
    <a:masterClrMapping/>
  </p:clrMapOvr>
  <mc:AlternateContent xmlns:mc="http://schemas.openxmlformats.org/markup-compatibility/2006" xmlns:p14="http://schemas.microsoft.com/office/powerpoint/2010/main">
    <mc:Choice Requires="p14">
      <p:transition spd="slow" p14:dur="1500" advClick="0" advTm="5000">
        <p:push dir="u"/>
      </p:transition>
    </mc:Choice>
    <mc:Fallback xmlns="">
      <p:transition spd="slow" advClick="0" advTm="5000">
        <p:push dir="u"/>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qua footer sm">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15E8329F-D41A-9149-BC0A-1D46AD80AAFD}"/>
              </a:ext>
            </a:extLst>
          </p:cNvPr>
          <p:cNvSpPr/>
          <p:nvPr userDrawn="1"/>
        </p:nvSpPr>
        <p:spPr>
          <a:xfrm rot="5400000" flipV="1">
            <a:off x="8567307" y="3252524"/>
            <a:ext cx="2026084" cy="5223308"/>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gradFill flip="none" rotWithShape="1">
            <a:gsLst>
              <a:gs pos="99000">
                <a:schemeClr val="bg2">
                  <a:lumMod val="75000"/>
                </a:schemeClr>
              </a:gs>
              <a:gs pos="0">
                <a:schemeClr val="bg2">
                  <a:lumMod val="75000"/>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 name="Freeform 3">
            <a:extLst>
              <a:ext uri="{FF2B5EF4-FFF2-40B4-BE49-F238E27FC236}">
                <a16:creationId xmlns:a16="http://schemas.microsoft.com/office/drawing/2014/main" id="{D37BE76C-8200-0840-8FDE-341E7DC53ED4}"/>
              </a:ext>
            </a:extLst>
          </p:cNvPr>
          <p:cNvSpPr/>
          <p:nvPr userDrawn="1"/>
        </p:nvSpPr>
        <p:spPr>
          <a:xfrm rot="16200000" flipH="1">
            <a:off x="9813760" y="4479761"/>
            <a:ext cx="1833614" cy="2922873"/>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Slide Number Placeholder 5">
            <a:extLst>
              <a:ext uri="{FF2B5EF4-FFF2-40B4-BE49-F238E27FC236}">
                <a16:creationId xmlns:a16="http://schemas.microsoft.com/office/drawing/2014/main" id="{0B63F7BF-CE1E-4443-9159-743E539A49FA}"/>
              </a:ext>
            </a:extLst>
          </p:cNvPr>
          <p:cNvSpPr txBox="1">
            <a:spLocks/>
          </p:cNvSpPr>
          <p:nvPr userDrawn="1"/>
        </p:nvSpPr>
        <p:spPr>
          <a:xfrm>
            <a:off x="914402" y="6370518"/>
            <a:ext cx="8930391" cy="540383"/>
          </a:xfrm>
          <a:prstGeom prst="rect">
            <a:avLst/>
          </a:prstGeom>
          <a:ln>
            <a:noFill/>
          </a:ln>
          <a:effectLst/>
        </p:spPr>
        <p:txBody>
          <a:bodyPr vert="horz" lIns="0" tIns="45720" rIns="0" bIns="45720" rtlCol="0" anchor="ctr"/>
          <a:lstStyle>
            <a:defPPr>
              <a:defRPr lang="en-US"/>
            </a:defPPr>
            <a:lvl1pPr marL="0" algn="r" defTabSz="914400" rtl="0" eaLnBrk="1" latinLnBrk="0" hangingPunct="1">
              <a:defRPr sz="1100" kern="1200">
                <a:solidFill>
                  <a:schemeClr val="bg1"/>
                </a:solidFill>
                <a:latin typeface="Arial Narrow" charset="0"/>
                <a:ea typeface="Arial Narrow" charset="0"/>
                <a:cs typeface="Arial Narrow"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900" dirty="0">
                <a:solidFill>
                  <a:schemeClr val="accent1"/>
                </a:solidFill>
              </a:rPr>
              <a:t>U.S. Department of Commerce | National Oceanic and Atmospheric Administration | National Marine Fisheries Service</a:t>
            </a:r>
          </a:p>
        </p:txBody>
      </p:sp>
      <p:sp>
        <p:nvSpPr>
          <p:cNvPr id="7" name="TextBox 6">
            <a:extLst>
              <a:ext uri="{FF2B5EF4-FFF2-40B4-BE49-F238E27FC236}">
                <a16:creationId xmlns:a16="http://schemas.microsoft.com/office/drawing/2014/main" id="{F862C621-20CB-994A-864D-5CA183C42E98}"/>
              </a:ext>
            </a:extLst>
          </p:cNvPr>
          <p:cNvSpPr txBox="1"/>
          <p:nvPr userDrawn="1"/>
        </p:nvSpPr>
        <p:spPr>
          <a:xfrm>
            <a:off x="168165" y="6357030"/>
            <a:ext cx="746235" cy="553871"/>
          </a:xfrm>
          <a:prstGeom prst="rect">
            <a:avLst/>
          </a:prstGeom>
          <a:noFill/>
        </p:spPr>
        <p:txBody>
          <a:bodyPr wrap="square" lIns="0" tIns="0" rIns="0" bIns="0" rtlCol="0" anchor="ctr" anchorCtr="0">
            <a:no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1050" b="1" i="0" dirty="0">
                <a:solidFill>
                  <a:schemeClr val="tx2"/>
                </a:solidFill>
                <a:latin typeface="Arial Narrow" charset="0"/>
                <a:ea typeface="Arial Narrow" charset="0"/>
                <a:cs typeface="Arial Narrow" charset="0"/>
              </a:rPr>
              <a:t>Page </a:t>
            </a:r>
            <a:fld id="{632D3AEB-7CBE-3049-91AC-335C6B4F5BF6}" type="slidenum">
              <a:rPr lang="en-US" sz="1050" b="1" i="0" smtClean="0">
                <a:solidFill>
                  <a:schemeClr val="tx2"/>
                </a:solidFill>
                <a:latin typeface="Arial Narrow" charset="0"/>
                <a:ea typeface="Arial Narrow" charset="0"/>
                <a:cs typeface="Arial Narrow" charset="0"/>
              </a:rPr>
              <a:pPr marL="0" marR="0" indent="0" algn="l" defTabSz="914377" rtl="0" eaLnBrk="1" fontAlgn="auto" latinLnBrk="0" hangingPunct="1">
                <a:lnSpc>
                  <a:spcPct val="100000"/>
                </a:lnSpc>
                <a:spcBef>
                  <a:spcPts val="0"/>
                </a:spcBef>
                <a:spcAft>
                  <a:spcPts val="0"/>
                </a:spcAft>
                <a:buClrTx/>
                <a:buSzTx/>
                <a:buFontTx/>
                <a:buNone/>
                <a:tabLst/>
                <a:defRPr/>
              </a:pPr>
              <a:t>‹#›</a:t>
            </a:fld>
            <a:endParaRPr lang="en-US" sz="1050" b="1" i="0" dirty="0">
              <a:solidFill>
                <a:schemeClr val="tx2"/>
              </a:solidFill>
              <a:latin typeface="Arial Narrow" charset="0"/>
              <a:ea typeface="Arial Narrow" charset="0"/>
              <a:cs typeface="Arial Narrow" charset="0"/>
            </a:endParaRPr>
          </a:p>
        </p:txBody>
      </p:sp>
      <p:pic>
        <p:nvPicPr>
          <p:cNvPr id="9" name="Picture 8" descr="NOAA Fisheries logo">
            <a:extLst>
              <a:ext uri="{FF2B5EF4-FFF2-40B4-BE49-F238E27FC236}">
                <a16:creationId xmlns:a16="http://schemas.microsoft.com/office/drawing/2014/main" id="{A93BF77C-916C-304D-BF99-4C278AFE17F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44812" y="6075805"/>
            <a:ext cx="1497659" cy="682267"/>
          </a:xfrm>
          <a:prstGeom prst="rect">
            <a:avLst/>
          </a:prstGeom>
          <a:noFill/>
          <a:ln>
            <a:noFill/>
          </a:ln>
        </p:spPr>
      </p:pic>
    </p:spTree>
    <p:extLst>
      <p:ext uri="{BB962C8B-B14F-4D97-AF65-F5344CB8AC3E}">
        <p14:creationId xmlns:p14="http://schemas.microsoft.com/office/powerpoint/2010/main" val="2107855848"/>
      </p:ext>
    </p:extLst>
  </p:cSld>
  <p:clrMapOvr>
    <a:masterClrMapping/>
  </p:clrMapOvr>
  <mc:AlternateContent xmlns:mc="http://schemas.openxmlformats.org/markup-compatibility/2006" xmlns:p14="http://schemas.microsoft.com/office/powerpoint/2010/main">
    <mc:Choice Requires="p14">
      <p:transition spd="slow" p14:dur="1500" advClick="0" advTm="5000">
        <p:push dir="u"/>
      </p:transition>
    </mc:Choice>
    <mc:Fallback xmlns="">
      <p:transition spd="slow" advClick="0" advTm="5000">
        <p:push dir="u"/>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Image Divider">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957269" y="1796484"/>
            <a:ext cx="9610731" cy="1772793"/>
          </a:xfrm>
        </p:spPr>
        <p:txBody>
          <a:bodyPr lIns="0" tIns="0" rIns="0" bIns="0" anchor="b"/>
          <a:lstStyle>
            <a:lvl1pPr algn="l">
              <a:defRPr sz="7200"/>
            </a:lvl1pPr>
          </a:lstStyle>
          <a:p>
            <a:r>
              <a:rPr lang="en-US" dirty="0"/>
              <a:t>Click to edit Divider Page</a:t>
            </a:r>
          </a:p>
        </p:txBody>
      </p:sp>
      <p:sp>
        <p:nvSpPr>
          <p:cNvPr id="3" name="Subtitle 2"/>
          <p:cNvSpPr>
            <a:spLocks noGrp="1"/>
          </p:cNvSpPr>
          <p:nvPr>
            <p:ph type="subTitle" idx="1"/>
          </p:nvPr>
        </p:nvSpPr>
        <p:spPr>
          <a:xfrm>
            <a:off x="1957269" y="3569273"/>
            <a:ext cx="9610731" cy="1655763"/>
          </a:xfrm>
        </p:spPr>
        <p:txBody>
          <a:bodyPr lIns="0" tIns="0" rIns="0" bIns="0">
            <a:noAutofit/>
          </a:bodyPr>
          <a:lstStyle>
            <a:lvl1pPr marL="0" indent="0" algn="l">
              <a:buNone/>
              <a:defRPr sz="36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6" name="Freeform 5">
            <a:extLst>
              <a:ext uri="{FF2B5EF4-FFF2-40B4-BE49-F238E27FC236}">
                <a16:creationId xmlns:a16="http://schemas.microsoft.com/office/drawing/2014/main" id="{599C69EE-A4BD-6942-8D0F-E37726BE1E01}"/>
              </a:ext>
            </a:extLst>
          </p:cNvPr>
          <p:cNvSpPr/>
          <p:nvPr userDrawn="1"/>
        </p:nvSpPr>
        <p:spPr>
          <a:xfrm rot="10800000">
            <a:off x="-8" y="-3"/>
            <a:ext cx="2515205" cy="6758074"/>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rgbClr val="004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Freeform 9">
            <a:extLst>
              <a:ext uri="{FF2B5EF4-FFF2-40B4-BE49-F238E27FC236}">
                <a16:creationId xmlns:a16="http://schemas.microsoft.com/office/drawing/2014/main" id="{EA0FABCB-994C-B944-961D-2AA8FB46A111}"/>
              </a:ext>
            </a:extLst>
          </p:cNvPr>
          <p:cNvSpPr/>
          <p:nvPr userDrawn="1"/>
        </p:nvSpPr>
        <p:spPr>
          <a:xfrm>
            <a:off x="10395285" y="996095"/>
            <a:ext cx="1796716" cy="5861906"/>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NOAA Fisheries logo">
            <a:extLst>
              <a:ext uri="{FF2B5EF4-FFF2-40B4-BE49-F238E27FC236}">
                <a16:creationId xmlns:a16="http://schemas.microsoft.com/office/drawing/2014/main" id="{9D4331ED-C2B4-B94B-8F8B-227627C9A90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44812" y="6075805"/>
            <a:ext cx="1497659" cy="682267"/>
          </a:xfrm>
          <a:prstGeom prst="rect">
            <a:avLst/>
          </a:prstGeom>
          <a:noFill/>
          <a:ln>
            <a:noFill/>
          </a:ln>
        </p:spPr>
      </p:pic>
    </p:spTree>
    <p:extLst>
      <p:ext uri="{BB962C8B-B14F-4D97-AF65-F5344CB8AC3E}">
        <p14:creationId xmlns:p14="http://schemas.microsoft.com/office/powerpoint/2010/main" val="32234825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25A832-BDE2-4020-AF57-35165F1EE857}"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8D9158-033D-47BD-9CF9-E93D0154E243}" type="slidenum">
              <a:rPr lang="en-US" smtClean="0"/>
              <a:t>‹#›</a:t>
            </a:fld>
            <a:endParaRPr lang="en-US"/>
          </a:p>
        </p:txBody>
      </p:sp>
    </p:spTree>
    <p:extLst>
      <p:ext uri="{BB962C8B-B14F-4D97-AF65-F5344CB8AC3E}">
        <p14:creationId xmlns:p14="http://schemas.microsoft.com/office/powerpoint/2010/main" val="23126228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Minimal Swoosh">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5187C988-18CB-EA44-9F9E-B67E21717891}"/>
              </a:ext>
            </a:extLst>
          </p:cNvPr>
          <p:cNvSpPr txBox="1">
            <a:spLocks/>
          </p:cNvSpPr>
          <p:nvPr userDrawn="1"/>
        </p:nvSpPr>
        <p:spPr>
          <a:xfrm>
            <a:off x="914402" y="6370518"/>
            <a:ext cx="8930391" cy="540383"/>
          </a:xfrm>
          <a:prstGeom prst="rect">
            <a:avLst/>
          </a:prstGeom>
          <a:ln>
            <a:noFill/>
          </a:ln>
          <a:effectLst/>
        </p:spPr>
        <p:txBody>
          <a:bodyPr vert="horz" lIns="0" tIns="45720" rIns="0" bIns="45720" rtlCol="0" anchor="ctr"/>
          <a:lstStyle>
            <a:defPPr>
              <a:defRPr lang="en-US"/>
            </a:defPPr>
            <a:lvl1pPr marL="0" algn="r" defTabSz="914400" rtl="0" eaLnBrk="1" latinLnBrk="0" hangingPunct="1">
              <a:defRPr sz="1100" kern="1200">
                <a:solidFill>
                  <a:schemeClr val="bg1"/>
                </a:solidFill>
                <a:latin typeface="Arial Narrow" charset="0"/>
                <a:ea typeface="Arial Narrow" charset="0"/>
                <a:cs typeface="Arial Narrow"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900" dirty="0">
                <a:solidFill>
                  <a:schemeClr val="accent1"/>
                </a:solidFill>
              </a:rPr>
              <a:t>U.S. Department of Commerce | National Oceanic and Atmospheric Administration | National Marine Fisheries Service</a:t>
            </a:r>
          </a:p>
        </p:txBody>
      </p:sp>
      <p:sp>
        <p:nvSpPr>
          <p:cNvPr id="5" name="TextBox 4">
            <a:extLst>
              <a:ext uri="{FF2B5EF4-FFF2-40B4-BE49-F238E27FC236}">
                <a16:creationId xmlns:a16="http://schemas.microsoft.com/office/drawing/2014/main" id="{FEE73040-B389-EF4E-9D11-3B151971C1A5}"/>
              </a:ext>
            </a:extLst>
          </p:cNvPr>
          <p:cNvSpPr txBox="1"/>
          <p:nvPr userDrawn="1"/>
        </p:nvSpPr>
        <p:spPr>
          <a:xfrm>
            <a:off x="168165" y="6357030"/>
            <a:ext cx="746235" cy="553871"/>
          </a:xfrm>
          <a:prstGeom prst="rect">
            <a:avLst/>
          </a:prstGeom>
          <a:noFill/>
        </p:spPr>
        <p:txBody>
          <a:bodyPr wrap="square" lIns="0" tIns="0" rIns="0" bIns="0" rtlCol="0" anchor="ctr" anchorCtr="0">
            <a:no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1050" b="1" i="0" dirty="0">
                <a:solidFill>
                  <a:schemeClr val="tx2"/>
                </a:solidFill>
                <a:latin typeface="Arial Narrow" charset="0"/>
                <a:ea typeface="Arial Narrow" charset="0"/>
                <a:cs typeface="Arial Narrow" charset="0"/>
              </a:rPr>
              <a:t>Page </a:t>
            </a:r>
            <a:fld id="{632D3AEB-7CBE-3049-91AC-335C6B4F5BF6}" type="slidenum">
              <a:rPr lang="en-US" sz="1050" b="1" i="0" smtClean="0">
                <a:solidFill>
                  <a:schemeClr val="tx2"/>
                </a:solidFill>
                <a:latin typeface="Arial Narrow" charset="0"/>
                <a:ea typeface="Arial Narrow" charset="0"/>
                <a:cs typeface="Arial Narrow" charset="0"/>
              </a:rPr>
              <a:pPr marL="0" marR="0" indent="0" algn="l" defTabSz="914377" rtl="0" eaLnBrk="1" fontAlgn="auto" latinLnBrk="0" hangingPunct="1">
                <a:lnSpc>
                  <a:spcPct val="100000"/>
                </a:lnSpc>
                <a:spcBef>
                  <a:spcPts val="0"/>
                </a:spcBef>
                <a:spcAft>
                  <a:spcPts val="0"/>
                </a:spcAft>
                <a:buClrTx/>
                <a:buSzTx/>
                <a:buFontTx/>
                <a:buNone/>
                <a:tabLst/>
                <a:defRPr/>
              </a:pPr>
              <a:t>‹#›</a:t>
            </a:fld>
            <a:endParaRPr lang="en-US" sz="1050" b="1" i="0" dirty="0">
              <a:solidFill>
                <a:schemeClr val="tx2"/>
              </a:solidFill>
              <a:latin typeface="Arial Narrow" charset="0"/>
              <a:ea typeface="Arial Narrow" charset="0"/>
              <a:cs typeface="Arial Narrow" charset="0"/>
            </a:endParaRPr>
          </a:p>
        </p:txBody>
      </p:sp>
      <p:sp>
        <p:nvSpPr>
          <p:cNvPr id="6" name="Freeform 5">
            <a:extLst>
              <a:ext uri="{FF2B5EF4-FFF2-40B4-BE49-F238E27FC236}">
                <a16:creationId xmlns:a16="http://schemas.microsoft.com/office/drawing/2014/main" id="{34BED8C5-FA7A-944D-9C00-5BBC0E72C442}"/>
              </a:ext>
            </a:extLst>
          </p:cNvPr>
          <p:cNvSpPr/>
          <p:nvPr userDrawn="1"/>
        </p:nvSpPr>
        <p:spPr>
          <a:xfrm rot="16200000" flipH="1">
            <a:off x="9882744" y="4548741"/>
            <a:ext cx="1217592" cy="3400925"/>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gradFill>
            <a:gsLst>
              <a:gs pos="99000">
                <a:schemeClr val="bg2">
                  <a:lumMod val="75000"/>
                </a:schemeClr>
              </a:gs>
              <a:gs pos="49500">
                <a:srgbClr val="84C4CC">
                  <a:alpha val="30000"/>
                </a:srgbClr>
              </a:gs>
              <a:gs pos="0">
                <a:schemeClr val="bg2">
                  <a:lumMod val="75000"/>
                  <a:alpha val="0"/>
                </a:scheme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1623638593"/>
      </p:ext>
    </p:extLst>
  </p:cSld>
  <p:clrMapOvr>
    <a:masterClrMapping/>
  </p:clrMapOvr>
  <mc:AlternateContent xmlns:mc="http://schemas.openxmlformats.org/markup-compatibility/2006" xmlns:p14="http://schemas.microsoft.com/office/powerpoint/2010/main">
    <mc:Choice Requires="p14">
      <p:transition spd="slow" p14:dur="1500" advClick="0" advTm="5000">
        <p:push dir="u"/>
      </p:transition>
    </mc:Choice>
    <mc:Fallback xmlns="">
      <p:transition spd="slow" advClick="0" advTm="5000">
        <p:push dir="u"/>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inimal Swoosh_Teal Foot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C919294-428D-CA42-B3A7-CC09A6762897}"/>
              </a:ext>
            </a:extLst>
          </p:cNvPr>
          <p:cNvSpPr/>
          <p:nvPr userDrawn="1"/>
        </p:nvSpPr>
        <p:spPr>
          <a:xfrm>
            <a:off x="0" y="6391374"/>
            <a:ext cx="12192000" cy="466627"/>
          </a:xfrm>
          <a:prstGeom prst="rect">
            <a:avLst/>
          </a:prstGeom>
          <a:gradFill flip="none" rotWithShape="1">
            <a:gsLst>
              <a:gs pos="100000">
                <a:schemeClr val="bg2">
                  <a:lumMod val="90000"/>
                </a:schemeClr>
              </a:gs>
              <a:gs pos="8000">
                <a:schemeClr val="bg2">
                  <a:lumMod val="75000"/>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 name="Slide Number Placeholder 5">
            <a:extLst>
              <a:ext uri="{FF2B5EF4-FFF2-40B4-BE49-F238E27FC236}">
                <a16:creationId xmlns:a16="http://schemas.microsoft.com/office/drawing/2014/main" id="{5187C988-18CB-EA44-9F9E-B67E21717891}"/>
              </a:ext>
            </a:extLst>
          </p:cNvPr>
          <p:cNvSpPr txBox="1">
            <a:spLocks/>
          </p:cNvSpPr>
          <p:nvPr userDrawn="1"/>
        </p:nvSpPr>
        <p:spPr>
          <a:xfrm>
            <a:off x="914402" y="6370518"/>
            <a:ext cx="8930391" cy="540383"/>
          </a:xfrm>
          <a:prstGeom prst="rect">
            <a:avLst/>
          </a:prstGeom>
          <a:ln>
            <a:noFill/>
          </a:ln>
          <a:effectLst/>
        </p:spPr>
        <p:txBody>
          <a:bodyPr vert="horz" lIns="0" tIns="45720" rIns="0" bIns="45720" rtlCol="0" anchor="ctr"/>
          <a:lstStyle>
            <a:defPPr>
              <a:defRPr lang="en-US"/>
            </a:defPPr>
            <a:lvl1pPr marL="0" algn="r" defTabSz="914400" rtl="0" eaLnBrk="1" latinLnBrk="0" hangingPunct="1">
              <a:defRPr sz="1100" kern="1200">
                <a:solidFill>
                  <a:schemeClr val="bg1"/>
                </a:solidFill>
                <a:latin typeface="Arial Narrow" charset="0"/>
                <a:ea typeface="Arial Narrow" charset="0"/>
                <a:cs typeface="Arial Narrow"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900" dirty="0">
                <a:solidFill>
                  <a:schemeClr val="accent1"/>
                </a:solidFill>
              </a:rPr>
              <a:t>U.S. Department of Commerce | National Oceanic and Atmospheric Administration | National Marine Fisheries Service</a:t>
            </a:r>
          </a:p>
        </p:txBody>
      </p:sp>
      <p:sp>
        <p:nvSpPr>
          <p:cNvPr id="5" name="TextBox 4">
            <a:extLst>
              <a:ext uri="{FF2B5EF4-FFF2-40B4-BE49-F238E27FC236}">
                <a16:creationId xmlns:a16="http://schemas.microsoft.com/office/drawing/2014/main" id="{FEE73040-B389-EF4E-9D11-3B151971C1A5}"/>
              </a:ext>
            </a:extLst>
          </p:cNvPr>
          <p:cNvSpPr txBox="1"/>
          <p:nvPr userDrawn="1"/>
        </p:nvSpPr>
        <p:spPr>
          <a:xfrm>
            <a:off x="168165" y="6357030"/>
            <a:ext cx="746235" cy="553871"/>
          </a:xfrm>
          <a:prstGeom prst="rect">
            <a:avLst/>
          </a:prstGeom>
          <a:noFill/>
        </p:spPr>
        <p:txBody>
          <a:bodyPr wrap="square" lIns="0" tIns="0" rIns="0" bIns="0" rtlCol="0" anchor="ctr" anchorCtr="0">
            <a:no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1050" b="1" i="0" dirty="0">
                <a:solidFill>
                  <a:schemeClr val="tx2"/>
                </a:solidFill>
                <a:latin typeface="Arial Narrow" charset="0"/>
                <a:ea typeface="Arial Narrow" charset="0"/>
                <a:cs typeface="Arial Narrow" charset="0"/>
              </a:rPr>
              <a:t>Page </a:t>
            </a:r>
            <a:fld id="{632D3AEB-7CBE-3049-91AC-335C6B4F5BF6}" type="slidenum">
              <a:rPr lang="en-US" sz="1050" b="1" i="0" smtClean="0">
                <a:solidFill>
                  <a:schemeClr val="tx2"/>
                </a:solidFill>
                <a:latin typeface="Arial Narrow" charset="0"/>
                <a:ea typeface="Arial Narrow" charset="0"/>
                <a:cs typeface="Arial Narrow" charset="0"/>
              </a:rPr>
              <a:pPr marL="0" marR="0" indent="0" algn="l" defTabSz="914377" rtl="0" eaLnBrk="1" fontAlgn="auto" latinLnBrk="0" hangingPunct="1">
                <a:lnSpc>
                  <a:spcPct val="100000"/>
                </a:lnSpc>
                <a:spcBef>
                  <a:spcPts val="0"/>
                </a:spcBef>
                <a:spcAft>
                  <a:spcPts val="0"/>
                </a:spcAft>
                <a:buClrTx/>
                <a:buSzTx/>
                <a:buFontTx/>
                <a:buNone/>
                <a:tabLst/>
                <a:defRPr/>
              </a:pPr>
              <a:t>‹#›</a:t>
            </a:fld>
            <a:endParaRPr lang="en-US" sz="1050" b="1" i="0" dirty="0">
              <a:solidFill>
                <a:schemeClr val="tx2"/>
              </a:solidFill>
              <a:latin typeface="Arial Narrow" charset="0"/>
              <a:ea typeface="Arial Narrow" charset="0"/>
              <a:cs typeface="Arial Narrow" charset="0"/>
            </a:endParaRPr>
          </a:p>
        </p:txBody>
      </p:sp>
      <p:sp>
        <p:nvSpPr>
          <p:cNvPr id="6" name="Freeform 5">
            <a:extLst>
              <a:ext uri="{FF2B5EF4-FFF2-40B4-BE49-F238E27FC236}">
                <a16:creationId xmlns:a16="http://schemas.microsoft.com/office/drawing/2014/main" id="{34BED8C5-FA7A-944D-9C00-5BBC0E72C442}"/>
              </a:ext>
            </a:extLst>
          </p:cNvPr>
          <p:cNvSpPr/>
          <p:nvPr userDrawn="1"/>
        </p:nvSpPr>
        <p:spPr>
          <a:xfrm rot="16200000" flipH="1">
            <a:off x="9882744" y="4548741"/>
            <a:ext cx="1217592" cy="3400925"/>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gradFill>
            <a:gsLst>
              <a:gs pos="99000">
                <a:schemeClr val="bg2">
                  <a:lumMod val="75000"/>
                </a:schemeClr>
              </a:gs>
              <a:gs pos="49500">
                <a:srgbClr val="84C4CC">
                  <a:alpha val="30000"/>
                </a:srgbClr>
              </a:gs>
              <a:gs pos="0">
                <a:schemeClr val="bg2">
                  <a:lumMod val="75000"/>
                  <a:alpha val="0"/>
                </a:scheme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2180151951"/>
      </p:ext>
    </p:extLst>
  </p:cSld>
  <p:clrMapOvr>
    <a:masterClrMapping/>
  </p:clrMapOvr>
  <mc:AlternateContent xmlns:mc="http://schemas.openxmlformats.org/markup-compatibility/2006" xmlns:p14="http://schemas.microsoft.com/office/powerpoint/2010/main">
    <mc:Choice Requires="p14">
      <p:transition spd="slow" p14:dur="1500" advClick="0" advTm="5000">
        <p:push dir="u"/>
      </p:transition>
    </mc:Choice>
    <mc:Fallback xmlns="">
      <p:transition spd="slow" advClick="0" advTm="5000">
        <p:push dir="u"/>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inimal Logo Swoosh ">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8E7EF6C5-83E4-9945-94D0-030B8BB2F605}"/>
              </a:ext>
            </a:extLst>
          </p:cNvPr>
          <p:cNvSpPr txBox="1">
            <a:spLocks/>
          </p:cNvSpPr>
          <p:nvPr userDrawn="1"/>
        </p:nvSpPr>
        <p:spPr>
          <a:xfrm>
            <a:off x="914402" y="6370518"/>
            <a:ext cx="8930391" cy="540383"/>
          </a:xfrm>
          <a:prstGeom prst="rect">
            <a:avLst/>
          </a:prstGeom>
          <a:ln>
            <a:noFill/>
          </a:ln>
          <a:effectLst/>
        </p:spPr>
        <p:txBody>
          <a:bodyPr vert="horz" lIns="0" tIns="45720" rIns="0" bIns="45720" rtlCol="0" anchor="ctr"/>
          <a:lstStyle>
            <a:defPPr>
              <a:defRPr lang="en-US"/>
            </a:defPPr>
            <a:lvl1pPr marL="0" algn="r" defTabSz="914400" rtl="0" eaLnBrk="1" latinLnBrk="0" hangingPunct="1">
              <a:defRPr sz="1100" kern="1200">
                <a:solidFill>
                  <a:schemeClr val="bg1"/>
                </a:solidFill>
                <a:latin typeface="Arial Narrow" charset="0"/>
                <a:ea typeface="Arial Narrow" charset="0"/>
                <a:cs typeface="Arial Narrow"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900" dirty="0">
                <a:solidFill>
                  <a:schemeClr val="accent1"/>
                </a:solidFill>
              </a:rPr>
              <a:t>U.S. Department of Commerce | National Oceanic and Atmospheric Administration | National Marine Fisheries Service</a:t>
            </a:r>
          </a:p>
        </p:txBody>
      </p:sp>
      <p:sp>
        <p:nvSpPr>
          <p:cNvPr id="6" name="TextBox 5">
            <a:extLst>
              <a:ext uri="{FF2B5EF4-FFF2-40B4-BE49-F238E27FC236}">
                <a16:creationId xmlns:a16="http://schemas.microsoft.com/office/drawing/2014/main" id="{DB07A6B5-BCC1-0347-89DE-D3D3FA3CC557}"/>
              </a:ext>
            </a:extLst>
          </p:cNvPr>
          <p:cNvSpPr txBox="1"/>
          <p:nvPr userDrawn="1"/>
        </p:nvSpPr>
        <p:spPr>
          <a:xfrm>
            <a:off x="168165" y="6357030"/>
            <a:ext cx="746235" cy="553871"/>
          </a:xfrm>
          <a:prstGeom prst="rect">
            <a:avLst/>
          </a:prstGeom>
          <a:noFill/>
        </p:spPr>
        <p:txBody>
          <a:bodyPr wrap="square" lIns="0" tIns="0" rIns="0" bIns="0" rtlCol="0" anchor="ctr" anchorCtr="0">
            <a:no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1050" b="1" i="0" dirty="0">
                <a:solidFill>
                  <a:schemeClr val="tx2"/>
                </a:solidFill>
                <a:latin typeface="Arial Narrow" charset="0"/>
                <a:ea typeface="Arial Narrow" charset="0"/>
                <a:cs typeface="Arial Narrow" charset="0"/>
              </a:rPr>
              <a:t>Page </a:t>
            </a:r>
            <a:fld id="{632D3AEB-7CBE-3049-91AC-335C6B4F5BF6}" type="slidenum">
              <a:rPr lang="en-US" sz="1050" b="1" i="0" smtClean="0">
                <a:solidFill>
                  <a:schemeClr val="tx2"/>
                </a:solidFill>
                <a:latin typeface="Arial Narrow" charset="0"/>
                <a:ea typeface="Arial Narrow" charset="0"/>
                <a:cs typeface="Arial Narrow" charset="0"/>
              </a:rPr>
              <a:pPr marL="0" marR="0" indent="0" algn="l" defTabSz="914377" rtl="0" eaLnBrk="1" fontAlgn="auto" latinLnBrk="0" hangingPunct="1">
                <a:lnSpc>
                  <a:spcPct val="100000"/>
                </a:lnSpc>
                <a:spcBef>
                  <a:spcPts val="0"/>
                </a:spcBef>
                <a:spcAft>
                  <a:spcPts val="0"/>
                </a:spcAft>
                <a:buClrTx/>
                <a:buSzTx/>
                <a:buFontTx/>
                <a:buNone/>
                <a:tabLst/>
                <a:defRPr/>
              </a:pPr>
              <a:t>‹#›</a:t>
            </a:fld>
            <a:endParaRPr lang="en-US" sz="1050" b="1" i="0" dirty="0">
              <a:solidFill>
                <a:schemeClr val="tx2"/>
              </a:solidFill>
              <a:latin typeface="Arial Narrow" charset="0"/>
              <a:ea typeface="Arial Narrow" charset="0"/>
              <a:cs typeface="Arial Narrow" charset="0"/>
            </a:endParaRPr>
          </a:p>
        </p:txBody>
      </p:sp>
      <p:sp>
        <p:nvSpPr>
          <p:cNvPr id="8" name="Freeform 7">
            <a:extLst>
              <a:ext uri="{FF2B5EF4-FFF2-40B4-BE49-F238E27FC236}">
                <a16:creationId xmlns:a16="http://schemas.microsoft.com/office/drawing/2014/main" id="{F1E1A45F-4BC2-0440-A866-C4D9C38FA67B}"/>
              </a:ext>
            </a:extLst>
          </p:cNvPr>
          <p:cNvSpPr/>
          <p:nvPr userDrawn="1"/>
        </p:nvSpPr>
        <p:spPr>
          <a:xfrm rot="5400000" flipV="1">
            <a:off x="8567307" y="3252524"/>
            <a:ext cx="2026084" cy="5223308"/>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gradFill flip="none" rotWithShape="1">
            <a:gsLst>
              <a:gs pos="99000">
                <a:schemeClr val="bg2">
                  <a:lumMod val="75000"/>
                  <a:alpha val="8785"/>
                </a:schemeClr>
              </a:gs>
              <a:gs pos="0">
                <a:schemeClr val="bg2">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Freeform 8">
            <a:extLst>
              <a:ext uri="{FF2B5EF4-FFF2-40B4-BE49-F238E27FC236}">
                <a16:creationId xmlns:a16="http://schemas.microsoft.com/office/drawing/2014/main" id="{B5BB2B7D-4FB9-694E-9AF9-881CD0EBB2BD}"/>
              </a:ext>
            </a:extLst>
          </p:cNvPr>
          <p:cNvSpPr/>
          <p:nvPr userDrawn="1"/>
        </p:nvSpPr>
        <p:spPr>
          <a:xfrm rot="16200000" flipH="1">
            <a:off x="9813760" y="4479761"/>
            <a:ext cx="1833614" cy="2922873"/>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0" name="Picture 9" descr="NOAA Fisheries logo">
            <a:extLst>
              <a:ext uri="{FF2B5EF4-FFF2-40B4-BE49-F238E27FC236}">
                <a16:creationId xmlns:a16="http://schemas.microsoft.com/office/drawing/2014/main" id="{42E22EE0-9C57-2547-9FA9-294C05E9F88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44812" y="6075805"/>
            <a:ext cx="1497659" cy="682267"/>
          </a:xfrm>
          <a:prstGeom prst="rect">
            <a:avLst/>
          </a:prstGeom>
          <a:noFill/>
          <a:ln>
            <a:noFill/>
          </a:ln>
        </p:spPr>
      </p:pic>
    </p:spTree>
    <p:extLst>
      <p:ext uri="{BB962C8B-B14F-4D97-AF65-F5344CB8AC3E}">
        <p14:creationId xmlns:p14="http://schemas.microsoft.com/office/powerpoint/2010/main" val="1732880784"/>
      </p:ext>
    </p:extLst>
  </p:cSld>
  <p:clrMapOvr>
    <a:masterClrMapping/>
  </p:clrMapOvr>
  <mc:AlternateContent xmlns:mc="http://schemas.openxmlformats.org/markup-compatibility/2006" xmlns:p14="http://schemas.microsoft.com/office/powerpoint/2010/main">
    <mc:Choice Requires="p14">
      <p:transition spd="slow" p14:dur="1500" advClick="0" advTm="5000">
        <p:push dir="u"/>
      </p:transition>
    </mc:Choice>
    <mc:Fallback xmlns="">
      <p:transition spd="slow" advClick="0" advTm="5000">
        <p:push dir="u"/>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inimal Logo Swoosh_Teal Footer ">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F5DA40C-09A7-D442-B232-56243386A9D8}"/>
              </a:ext>
            </a:extLst>
          </p:cNvPr>
          <p:cNvSpPr/>
          <p:nvPr userDrawn="1"/>
        </p:nvSpPr>
        <p:spPr>
          <a:xfrm>
            <a:off x="0" y="6391374"/>
            <a:ext cx="12192000" cy="466627"/>
          </a:xfrm>
          <a:prstGeom prst="rect">
            <a:avLst/>
          </a:prstGeom>
          <a:gradFill flip="none" rotWithShape="1">
            <a:gsLst>
              <a:gs pos="100000">
                <a:schemeClr val="bg2">
                  <a:lumMod val="90000"/>
                </a:schemeClr>
              </a:gs>
              <a:gs pos="8000">
                <a:schemeClr val="bg2">
                  <a:lumMod val="75000"/>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 name="Slide Number Placeholder 5">
            <a:extLst>
              <a:ext uri="{FF2B5EF4-FFF2-40B4-BE49-F238E27FC236}">
                <a16:creationId xmlns:a16="http://schemas.microsoft.com/office/drawing/2014/main" id="{8E7EF6C5-83E4-9945-94D0-030B8BB2F605}"/>
              </a:ext>
            </a:extLst>
          </p:cNvPr>
          <p:cNvSpPr txBox="1">
            <a:spLocks/>
          </p:cNvSpPr>
          <p:nvPr userDrawn="1"/>
        </p:nvSpPr>
        <p:spPr>
          <a:xfrm>
            <a:off x="914402" y="6370518"/>
            <a:ext cx="8930391" cy="540383"/>
          </a:xfrm>
          <a:prstGeom prst="rect">
            <a:avLst/>
          </a:prstGeom>
          <a:ln>
            <a:noFill/>
          </a:ln>
          <a:effectLst/>
        </p:spPr>
        <p:txBody>
          <a:bodyPr vert="horz" lIns="0" tIns="45720" rIns="0" bIns="45720" rtlCol="0" anchor="ctr"/>
          <a:lstStyle>
            <a:defPPr>
              <a:defRPr lang="en-US"/>
            </a:defPPr>
            <a:lvl1pPr marL="0" algn="r" defTabSz="914400" rtl="0" eaLnBrk="1" latinLnBrk="0" hangingPunct="1">
              <a:defRPr sz="1100" kern="1200">
                <a:solidFill>
                  <a:schemeClr val="bg1"/>
                </a:solidFill>
                <a:latin typeface="Arial Narrow" charset="0"/>
                <a:ea typeface="Arial Narrow" charset="0"/>
                <a:cs typeface="Arial Narrow"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900" dirty="0">
                <a:solidFill>
                  <a:schemeClr val="accent1"/>
                </a:solidFill>
              </a:rPr>
              <a:t>U.S. Department of Commerce | National Oceanic and Atmospheric Administration | National Marine Fisheries Service</a:t>
            </a:r>
          </a:p>
        </p:txBody>
      </p:sp>
      <p:sp>
        <p:nvSpPr>
          <p:cNvPr id="6" name="TextBox 5">
            <a:extLst>
              <a:ext uri="{FF2B5EF4-FFF2-40B4-BE49-F238E27FC236}">
                <a16:creationId xmlns:a16="http://schemas.microsoft.com/office/drawing/2014/main" id="{DB07A6B5-BCC1-0347-89DE-D3D3FA3CC557}"/>
              </a:ext>
            </a:extLst>
          </p:cNvPr>
          <p:cNvSpPr txBox="1"/>
          <p:nvPr userDrawn="1"/>
        </p:nvSpPr>
        <p:spPr>
          <a:xfrm>
            <a:off x="168165" y="6357030"/>
            <a:ext cx="746235" cy="553871"/>
          </a:xfrm>
          <a:prstGeom prst="rect">
            <a:avLst/>
          </a:prstGeom>
          <a:noFill/>
        </p:spPr>
        <p:txBody>
          <a:bodyPr wrap="square" lIns="0" tIns="0" rIns="0" bIns="0" rtlCol="0" anchor="ctr" anchorCtr="0">
            <a:no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1050" b="1" i="0" dirty="0">
                <a:solidFill>
                  <a:schemeClr val="tx2"/>
                </a:solidFill>
                <a:latin typeface="Arial Narrow" charset="0"/>
                <a:ea typeface="Arial Narrow" charset="0"/>
                <a:cs typeface="Arial Narrow" charset="0"/>
              </a:rPr>
              <a:t>Page </a:t>
            </a:r>
            <a:fld id="{632D3AEB-7CBE-3049-91AC-335C6B4F5BF6}" type="slidenum">
              <a:rPr lang="en-US" sz="1050" b="1" i="0" smtClean="0">
                <a:solidFill>
                  <a:schemeClr val="tx2"/>
                </a:solidFill>
                <a:latin typeface="Arial Narrow" charset="0"/>
                <a:ea typeface="Arial Narrow" charset="0"/>
                <a:cs typeface="Arial Narrow" charset="0"/>
              </a:rPr>
              <a:pPr marL="0" marR="0" indent="0" algn="l" defTabSz="914377" rtl="0" eaLnBrk="1" fontAlgn="auto" latinLnBrk="0" hangingPunct="1">
                <a:lnSpc>
                  <a:spcPct val="100000"/>
                </a:lnSpc>
                <a:spcBef>
                  <a:spcPts val="0"/>
                </a:spcBef>
                <a:spcAft>
                  <a:spcPts val="0"/>
                </a:spcAft>
                <a:buClrTx/>
                <a:buSzTx/>
                <a:buFontTx/>
                <a:buNone/>
                <a:tabLst/>
                <a:defRPr/>
              </a:pPr>
              <a:t>‹#›</a:t>
            </a:fld>
            <a:endParaRPr lang="en-US" sz="1050" b="1" i="0" dirty="0">
              <a:solidFill>
                <a:schemeClr val="tx2"/>
              </a:solidFill>
              <a:latin typeface="Arial Narrow" charset="0"/>
              <a:ea typeface="Arial Narrow" charset="0"/>
              <a:cs typeface="Arial Narrow" charset="0"/>
            </a:endParaRPr>
          </a:p>
        </p:txBody>
      </p:sp>
      <p:sp>
        <p:nvSpPr>
          <p:cNvPr id="9" name="Freeform 8">
            <a:extLst>
              <a:ext uri="{FF2B5EF4-FFF2-40B4-BE49-F238E27FC236}">
                <a16:creationId xmlns:a16="http://schemas.microsoft.com/office/drawing/2014/main" id="{3DACC1A8-794B-A44F-A7AC-1F2EA724975A}"/>
              </a:ext>
            </a:extLst>
          </p:cNvPr>
          <p:cNvSpPr/>
          <p:nvPr userDrawn="1"/>
        </p:nvSpPr>
        <p:spPr>
          <a:xfrm rot="5400000" flipV="1">
            <a:off x="8567305" y="3233304"/>
            <a:ext cx="2026084" cy="5223308"/>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gradFill flip="none" rotWithShape="1">
            <a:gsLst>
              <a:gs pos="0">
                <a:schemeClr val="accent1"/>
              </a:gs>
              <a:gs pos="100000">
                <a:schemeClr val="accent1"/>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Freeform 9">
            <a:extLst>
              <a:ext uri="{FF2B5EF4-FFF2-40B4-BE49-F238E27FC236}">
                <a16:creationId xmlns:a16="http://schemas.microsoft.com/office/drawing/2014/main" id="{93B7B402-DA58-EB41-8E17-5B6ED2B5277B}"/>
              </a:ext>
            </a:extLst>
          </p:cNvPr>
          <p:cNvSpPr/>
          <p:nvPr userDrawn="1"/>
        </p:nvSpPr>
        <p:spPr>
          <a:xfrm rot="16200000" flipH="1">
            <a:off x="9813760" y="4479761"/>
            <a:ext cx="1833614" cy="2922873"/>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1" name="Picture 10" descr="NOAA Fisheries logo">
            <a:extLst>
              <a:ext uri="{FF2B5EF4-FFF2-40B4-BE49-F238E27FC236}">
                <a16:creationId xmlns:a16="http://schemas.microsoft.com/office/drawing/2014/main" id="{A46518CF-2A9A-BD49-8615-32EE10C1EBA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44812" y="6075805"/>
            <a:ext cx="1497659" cy="682267"/>
          </a:xfrm>
          <a:prstGeom prst="rect">
            <a:avLst/>
          </a:prstGeom>
          <a:noFill/>
          <a:ln>
            <a:noFill/>
          </a:ln>
        </p:spPr>
      </p:pic>
    </p:spTree>
    <p:extLst>
      <p:ext uri="{BB962C8B-B14F-4D97-AF65-F5344CB8AC3E}">
        <p14:creationId xmlns:p14="http://schemas.microsoft.com/office/powerpoint/2010/main" val="4053812359"/>
      </p:ext>
    </p:extLst>
  </p:cSld>
  <p:clrMapOvr>
    <a:masterClrMapping/>
  </p:clrMapOvr>
  <mc:AlternateContent xmlns:mc="http://schemas.openxmlformats.org/markup-compatibility/2006" xmlns:p14="http://schemas.microsoft.com/office/powerpoint/2010/main">
    <mc:Choice Requires="p14">
      <p:transition spd="slow" p14:dur="1500" advClick="0" advTm="5000">
        <p:push dir="u"/>
      </p:transition>
    </mc:Choice>
    <mc:Fallback xmlns="">
      <p:transition spd="slow" advClick="0" advTm="5000">
        <p:push dir="u"/>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cSld name="Image Divider">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957269" y="1796484"/>
            <a:ext cx="9610731" cy="1772793"/>
          </a:xfrm>
        </p:spPr>
        <p:txBody>
          <a:bodyPr lIns="0" tIns="0" rIns="0" bIns="0" anchor="b"/>
          <a:lstStyle>
            <a:lvl1pPr algn="l">
              <a:defRPr sz="7200"/>
            </a:lvl1pPr>
          </a:lstStyle>
          <a:p>
            <a:r>
              <a:rPr lang="en-US" dirty="0"/>
              <a:t>Click to edit Divider Page</a:t>
            </a:r>
          </a:p>
        </p:txBody>
      </p:sp>
      <p:sp>
        <p:nvSpPr>
          <p:cNvPr id="3" name="Subtitle 2"/>
          <p:cNvSpPr>
            <a:spLocks noGrp="1"/>
          </p:cNvSpPr>
          <p:nvPr>
            <p:ph type="subTitle" idx="1"/>
          </p:nvPr>
        </p:nvSpPr>
        <p:spPr>
          <a:xfrm>
            <a:off x="1957269" y="3569273"/>
            <a:ext cx="9610731" cy="1655763"/>
          </a:xfrm>
        </p:spPr>
        <p:txBody>
          <a:bodyPr lIns="0" tIns="0" rIns="0" bIns="0">
            <a:noAutofit/>
          </a:bodyPr>
          <a:lstStyle>
            <a:lvl1pPr marL="0" indent="0" algn="l">
              <a:buNone/>
              <a:defRPr sz="36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6" name="Freeform 5">
            <a:extLst>
              <a:ext uri="{FF2B5EF4-FFF2-40B4-BE49-F238E27FC236}">
                <a16:creationId xmlns:a16="http://schemas.microsoft.com/office/drawing/2014/main" id="{599C69EE-A4BD-6942-8D0F-E37726BE1E01}"/>
              </a:ext>
            </a:extLst>
          </p:cNvPr>
          <p:cNvSpPr/>
          <p:nvPr userDrawn="1"/>
        </p:nvSpPr>
        <p:spPr>
          <a:xfrm rot="10800000">
            <a:off x="-8" y="-3"/>
            <a:ext cx="2515205" cy="6758074"/>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rgbClr val="004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Freeform 9">
            <a:extLst>
              <a:ext uri="{FF2B5EF4-FFF2-40B4-BE49-F238E27FC236}">
                <a16:creationId xmlns:a16="http://schemas.microsoft.com/office/drawing/2014/main" id="{EA0FABCB-994C-B944-961D-2AA8FB46A111}"/>
              </a:ext>
            </a:extLst>
          </p:cNvPr>
          <p:cNvSpPr/>
          <p:nvPr userDrawn="1"/>
        </p:nvSpPr>
        <p:spPr>
          <a:xfrm>
            <a:off x="10395285" y="996095"/>
            <a:ext cx="1796716" cy="5861906"/>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NOAA Fisheries logo">
            <a:extLst>
              <a:ext uri="{FF2B5EF4-FFF2-40B4-BE49-F238E27FC236}">
                <a16:creationId xmlns:a16="http://schemas.microsoft.com/office/drawing/2014/main" id="{9D4331ED-C2B4-B94B-8F8B-227627C9A90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44812" y="6075805"/>
            <a:ext cx="1497659" cy="682267"/>
          </a:xfrm>
          <a:prstGeom prst="rect">
            <a:avLst/>
          </a:prstGeom>
          <a:noFill/>
          <a:ln>
            <a:noFill/>
          </a:ln>
        </p:spPr>
      </p:pic>
    </p:spTree>
    <p:extLst>
      <p:ext uri="{BB962C8B-B14F-4D97-AF65-F5344CB8AC3E}">
        <p14:creationId xmlns:p14="http://schemas.microsoft.com/office/powerpoint/2010/main" val="23439615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25A832-BDE2-4020-AF57-35165F1EE857}"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8D9158-033D-47BD-9CF9-E93D0154E243}" type="slidenum">
              <a:rPr lang="en-US" smtClean="0"/>
              <a:t>‹#›</a:t>
            </a:fld>
            <a:endParaRPr lang="en-US"/>
          </a:p>
        </p:txBody>
      </p:sp>
    </p:spTree>
    <p:extLst>
      <p:ext uri="{BB962C8B-B14F-4D97-AF65-F5344CB8AC3E}">
        <p14:creationId xmlns:p14="http://schemas.microsoft.com/office/powerpoint/2010/main" val="3009763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Image Divider">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957269" y="1796484"/>
            <a:ext cx="9610731" cy="1772793"/>
          </a:xfrm>
        </p:spPr>
        <p:txBody>
          <a:bodyPr lIns="0" tIns="0" rIns="0" bIns="0" anchor="b"/>
          <a:lstStyle>
            <a:lvl1pPr algn="l">
              <a:defRPr sz="7200"/>
            </a:lvl1pPr>
          </a:lstStyle>
          <a:p>
            <a:r>
              <a:rPr lang="en-US" dirty="0"/>
              <a:t>Click to edit Divider Page</a:t>
            </a:r>
          </a:p>
        </p:txBody>
      </p:sp>
      <p:sp>
        <p:nvSpPr>
          <p:cNvPr id="3" name="Subtitle 2"/>
          <p:cNvSpPr>
            <a:spLocks noGrp="1"/>
          </p:cNvSpPr>
          <p:nvPr>
            <p:ph type="subTitle" idx="1"/>
          </p:nvPr>
        </p:nvSpPr>
        <p:spPr>
          <a:xfrm>
            <a:off x="1957269" y="3569273"/>
            <a:ext cx="9610731" cy="1655763"/>
          </a:xfrm>
        </p:spPr>
        <p:txBody>
          <a:bodyPr lIns="0" tIns="0" rIns="0" bIns="0">
            <a:noAutofit/>
          </a:bodyPr>
          <a:lstStyle>
            <a:lvl1pPr marL="0" indent="0" algn="l">
              <a:buNone/>
              <a:defRPr sz="36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6" name="Freeform 5">
            <a:extLst>
              <a:ext uri="{FF2B5EF4-FFF2-40B4-BE49-F238E27FC236}">
                <a16:creationId xmlns:a16="http://schemas.microsoft.com/office/drawing/2014/main" id="{599C69EE-A4BD-6942-8D0F-E37726BE1E01}"/>
              </a:ext>
            </a:extLst>
          </p:cNvPr>
          <p:cNvSpPr/>
          <p:nvPr userDrawn="1"/>
        </p:nvSpPr>
        <p:spPr>
          <a:xfrm rot="10800000">
            <a:off x="-8" y="-3"/>
            <a:ext cx="2515205" cy="6758074"/>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rgbClr val="004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Freeform 9">
            <a:extLst>
              <a:ext uri="{FF2B5EF4-FFF2-40B4-BE49-F238E27FC236}">
                <a16:creationId xmlns:a16="http://schemas.microsoft.com/office/drawing/2014/main" id="{EA0FABCB-994C-B944-961D-2AA8FB46A111}"/>
              </a:ext>
            </a:extLst>
          </p:cNvPr>
          <p:cNvSpPr/>
          <p:nvPr userDrawn="1"/>
        </p:nvSpPr>
        <p:spPr>
          <a:xfrm>
            <a:off x="10395285" y="996095"/>
            <a:ext cx="1796716" cy="5861906"/>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NOAA Fisheries logo">
            <a:extLst>
              <a:ext uri="{FF2B5EF4-FFF2-40B4-BE49-F238E27FC236}">
                <a16:creationId xmlns:a16="http://schemas.microsoft.com/office/drawing/2014/main" id="{9D4331ED-C2B4-B94B-8F8B-227627C9A90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44812" y="6075805"/>
            <a:ext cx="1497659" cy="682267"/>
          </a:xfrm>
          <a:prstGeom prst="rect">
            <a:avLst/>
          </a:prstGeom>
          <a:noFill/>
          <a:ln>
            <a:noFill/>
          </a:ln>
        </p:spPr>
      </p:pic>
    </p:spTree>
    <p:extLst>
      <p:ext uri="{BB962C8B-B14F-4D97-AF65-F5344CB8AC3E}">
        <p14:creationId xmlns:p14="http://schemas.microsoft.com/office/powerpoint/2010/main" val="26957188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1_Teal Divider">
    <p:bg>
      <p:bgPr>
        <a:solidFill>
          <a:srgbClr val="14B9C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957269" y="1796484"/>
            <a:ext cx="9610731" cy="1772793"/>
          </a:xfrm>
        </p:spPr>
        <p:txBody>
          <a:bodyPr lIns="0" tIns="0" rIns="0" bIns="0" anchor="b"/>
          <a:lstStyle>
            <a:lvl1pPr algn="l">
              <a:defRPr sz="7200"/>
            </a:lvl1pPr>
          </a:lstStyle>
          <a:p>
            <a:r>
              <a:rPr lang="en-US" dirty="0"/>
              <a:t>Click to edit Divider Page</a:t>
            </a:r>
          </a:p>
        </p:txBody>
      </p:sp>
      <p:sp>
        <p:nvSpPr>
          <p:cNvPr id="3" name="Subtitle 2"/>
          <p:cNvSpPr>
            <a:spLocks noGrp="1"/>
          </p:cNvSpPr>
          <p:nvPr>
            <p:ph type="subTitle" idx="1"/>
          </p:nvPr>
        </p:nvSpPr>
        <p:spPr>
          <a:xfrm>
            <a:off x="1957269" y="3569273"/>
            <a:ext cx="9610731" cy="1655763"/>
          </a:xfrm>
        </p:spPr>
        <p:txBody>
          <a:bodyPr lIns="0" tIns="0" rIns="0" bIns="0">
            <a:noAutofit/>
          </a:bodyPr>
          <a:lstStyle>
            <a:lvl1pPr marL="0" indent="0" algn="l">
              <a:buNone/>
              <a:defRPr sz="36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6" name="Freeform 5">
            <a:extLst>
              <a:ext uri="{FF2B5EF4-FFF2-40B4-BE49-F238E27FC236}">
                <a16:creationId xmlns:a16="http://schemas.microsoft.com/office/drawing/2014/main" id="{599C69EE-A4BD-6942-8D0F-E37726BE1E01}"/>
              </a:ext>
            </a:extLst>
          </p:cNvPr>
          <p:cNvSpPr/>
          <p:nvPr userDrawn="1"/>
        </p:nvSpPr>
        <p:spPr>
          <a:xfrm rot="10800000">
            <a:off x="-8" y="-3"/>
            <a:ext cx="2515205" cy="6758074"/>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rgbClr val="004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Freeform 9">
            <a:extLst>
              <a:ext uri="{FF2B5EF4-FFF2-40B4-BE49-F238E27FC236}">
                <a16:creationId xmlns:a16="http://schemas.microsoft.com/office/drawing/2014/main" id="{EA0FABCB-994C-B944-961D-2AA8FB46A111}"/>
              </a:ext>
            </a:extLst>
          </p:cNvPr>
          <p:cNvSpPr/>
          <p:nvPr userDrawn="1"/>
        </p:nvSpPr>
        <p:spPr>
          <a:xfrm>
            <a:off x="10395285" y="996095"/>
            <a:ext cx="1796716" cy="5861906"/>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NOAA Fisheries logo">
            <a:extLst>
              <a:ext uri="{FF2B5EF4-FFF2-40B4-BE49-F238E27FC236}">
                <a16:creationId xmlns:a16="http://schemas.microsoft.com/office/drawing/2014/main" id="{9D4331ED-C2B4-B94B-8F8B-227627C9A90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44812" y="6075805"/>
            <a:ext cx="1497659" cy="682267"/>
          </a:xfrm>
          <a:prstGeom prst="rect">
            <a:avLst/>
          </a:prstGeom>
          <a:noFill/>
          <a:ln>
            <a:noFill/>
          </a:ln>
        </p:spPr>
      </p:pic>
    </p:spTree>
    <p:extLst>
      <p:ext uri="{BB962C8B-B14F-4D97-AF65-F5344CB8AC3E}">
        <p14:creationId xmlns:p14="http://schemas.microsoft.com/office/powerpoint/2010/main" val="15884650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Blue1 Divider">
    <p:bg>
      <p:bgPr>
        <a:solidFill>
          <a:srgbClr val="0055A4"/>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957269" y="1796484"/>
            <a:ext cx="9572331" cy="1772793"/>
          </a:xfrm>
        </p:spPr>
        <p:txBody>
          <a:bodyPr lIns="0" tIns="0" rIns="0" bIns="0" anchor="b"/>
          <a:lstStyle>
            <a:lvl1pPr algn="l">
              <a:defRPr sz="7200">
                <a:solidFill>
                  <a:schemeClr val="accent5"/>
                </a:solidFill>
              </a:defRPr>
            </a:lvl1pPr>
          </a:lstStyle>
          <a:p>
            <a:r>
              <a:rPr lang="en-US" dirty="0"/>
              <a:t>Click to edit Divider Page</a:t>
            </a:r>
          </a:p>
        </p:txBody>
      </p:sp>
      <p:sp>
        <p:nvSpPr>
          <p:cNvPr id="3" name="Subtitle 2"/>
          <p:cNvSpPr>
            <a:spLocks noGrp="1"/>
          </p:cNvSpPr>
          <p:nvPr>
            <p:ph type="subTitle" idx="1"/>
          </p:nvPr>
        </p:nvSpPr>
        <p:spPr>
          <a:xfrm>
            <a:off x="1957269" y="3569273"/>
            <a:ext cx="9572331" cy="1655763"/>
          </a:xfrm>
        </p:spPr>
        <p:txBody>
          <a:bodyPr lIns="0" tIns="0" rIns="0" bIns="0">
            <a:noAutofit/>
          </a:bodyPr>
          <a:lstStyle>
            <a:lvl1pPr marL="0" indent="0" algn="l">
              <a:buNone/>
              <a:defRPr sz="36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Freeform 6">
            <a:extLst>
              <a:ext uri="{FF2B5EF4-FFF2-40B4-BE49-F238E27FC236}">
                <a16:creationId xmlns:a16="http://schemas.microsoft.com/office/drawing/2014/main" id="{3162FB5A-ADBD-B14D-AF64-EB75451A148D}"/>
              </a:ext>
            </a:extLst>
          </p:cNvPr>
          <p:cNvSpPr/>
          <p:nvPr userDrawn="1"/>
        </p:nvSpPr>
        <p:spPr>
          <a:xfrm rot="10800000">
            <a:off x="-8" y="-3"/>
            <a:ext cx="2515205" cy="6758074"/>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rgbClr val="004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Freeform 10">
            <a:extLst>
              <a:ext uri="{FF2B5EF4-FFF2-40B4-BE49-F238E27FC236}">
                <a16:creationId xmlns:a16="http://schemas.microsoft.com/office/drawing/2014/main" id="{E85F2145-4063-AD49-9531-AF81FD280D48}"/>
              </a:ext>
            </a:extLst>
          </p:cNvPr>
          <p:cNvSpPr/>
          <p:nvPr userDrawn="1"/>
        </p:nvSpPr>
        <p:spPr>
          <a:xfrm>
            <a:off x="10395285" y="996095"/>
            <a:ext cx="1796716" cy="5861906"/>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NOAA Fisheries logo">
            <a:extLst>
              <a:ext uri="{FF2B5EF4-FFF2-40B4-BE49-F238E27FC236}">
                <a16:creationId xmlns:a16="http://schemas.microsoft.com/office/drawing/2014/main" id="{54FE8443-2032-754E-913B-6856C508055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44812" y="6075805"/>
            <a:ext cx="1497659" cy="682267"/>
          </a:xfrm>
          <a:prstGeom prst="rect">
            <a:avLst/>
          </a:prstGeom>
          <a:noFill/>
          <a:ln>
            <a:noFill/>
          </a:ln>
        </p:spPr>
      </p:pic>
    </p:spTree>
    <p:extLst>
      <p:ext uri="{BB962C8B-B14F-4D97-AF65-F5344CB8AC3E}">
        <p14:creationId xmlns:p14="http://schemas.microsoft.com/office/powerpoint/2010/main" val="32137797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Blue2 Divider">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957269" y="1796484"/>
            <a:ext cx="9610731" cy="1772793"/>
          </a:xfrm>
        </p:spPr>
        <p:txBody>
          <a:bodyPr lIns="0" tIns="0" rIns="0" bIns="0" anchor="b"/>
          <a:lstStyle>
            <a:lvl1pPr algn="l">
              <a:defRPr sz="7200">
                <a:solidFill>
                  <a:schemeClr val="accent1">
                    <a:lumMod val="40000"/>
                    <a:lumOff val="60000"/>
                  </a:schemeClr>
                </a:solidFill>
              </a:defRPr>
            </a:lvl1pPr>
          </a:lstStyle>
          <a:p>
            <a:r>
              <a:rPr lang="en-US" dirty="0"/>
              <a:t>Click to edit Divider Page</a:t>
            </a:r>
          </a:p>
        </p:txBody>
      </p:sp>
      <p:sp>
        <p:nvSpPr>
          <p:cNvPr id="3" name="Subtitle 2"/>
          <p:cNvSpPr>
            <a:spLocks noGrp="1"/>
          </p:cNvSpPr>
          <p:nvPr>
            <p:ph type="subTitle" idx="1"/>
          </p:nvPr>
        </p:nvSpPr>
        <p:spPr>
          <a:xfrm>
            <a:off x="1957269" y="3569273"/>
            <a:ext cx="9610731" cy="1655763"/>
          </a:xfrm>
        </p:spPr>
        <p:txBody>
          <a:bodyPr lIns="0" tIns="0" rIns="0" bIns="0">
            <a:noAutofit/>
          </a:bodyPr>
          <a:lstStyle>
            <a:lvl1pPr marL="0" indent="0" algn="l">
              <a:buNone/>
              <a:defRPr sz="36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8" name="Freeform 7">
            <a:extLst>
              <a:ext uri="{FF2B5EF4-FFF2-40B4-BE49-F238E27FC236}">
                <a16:creationId xmlns:a16="http://schemas.microsoft.com/office/drawing/2014/main" id="{77BB6727-CC3F-B844-9A16-D108E92D025C}"/>
              </a:ext>
            </a:extLst>
          </p:cNvPr>
          <p:cNvSpPr/>
          <p:nvPr userDrawn="1"/>
        </p:nvSpPr>
        <p:spPr>
          <a:xfrm rot="10800000">
            <a:off x="-9" y="-3"/>
            <a:ext cx="2515205" cy="6758075"/>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rgbClr val="004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Freeform 10">
            <a:extLst>
              <a:ext uri="{FF2B5EF4-FFF2-40B4-BE49-F238E27FC236}">
                <a16:creationId xmlns:a16="http://schemas.microsoft.com/office/drawing/2014/main" id="{9AC64324-5346-F24B-9A44-E82637EB58BB}"/>
              </a:ext>
            </a:extLst>
          </p:cNvPr>
          <p:cNvSpPr/>
          <p:nvPr userDrawn="1"/>
        </p:nvSpPr>
        <p:spPr>
          <a:xfrm>
            <a:off x="10395285" y="996095"/>
            <a:ext cx="1796716" cy="5861906"/>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NOAA Fisheries logo">
            <a:extLst>
              <a:ext uri="{FF2B5EF4-FFF2-40B4-BE49-F238E27FC236}">
                <a16:creationId xmlns:a16="http://schemas.microsoft.com/office/drawing/2014/main" id="{8AA09001-D767-5B40-950E-0181716110E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44812" y="6075805"/>
            <a:ext cx="1497659" cy="682267"/>
          </a:xfrm>
          <a:prstGeom prst="rect">
            <a:avLst/>
          </a:prstGeom>
          <a:noFill/>
          <a:ln>
            <a:noFill/>
          </a:ln>
        </p:spPr>
      </p:pic>
    </p:spTree>
    <p:extLst>
      <p:ext uri="{BB962C8B-B14F-4D97-AF65-F5344CB8AC3E}">
        <p14:creationId xmlns:p14="http://schemas.microsoft.com/office/powerpoint/2010/main" val="14680607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25A832-BDE2-4020-AF57-35165F1EE857}"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8D9158-033D-47BD-9CF9-E93D0154E243}" type="slidenum">
              <a:rPr lang="en-US" smtClean="0"/>
              <a:t>‹#›</a:t>
            </a:fld>
            <a:endParaRPr lang="en-US"/>
          </a:p>
        </p:txBody>
      </p:sp>
    </p:spTree>
    <p:extLst>
      <p:ext uri="{BB962C8B-B14F-4D97-AF65-F5344CB8AC3E}">
        <p14:creationId xmlns:p14="http://schemas.microsoft.com/office/powerpoint/2010/main" val="40140372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 No 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4269317" y="2707458"/>
            <a:ext cx="7313083" cy="1224439"/>
          </a:xfrm>
        </p:spPr>
        <p:txBody>
          <a:bodyPr/>
          <a:lstStyle/>
          <a:p>
            <a:pPr lvl="0"/>
            <a:r>
              <a:rPr lang="en-US"/>
              <a:t>Edit Master text styles</a:t>
            </a:r>
          </a:p>
        </p:txBody>
      </p:sp>
      <p:sp>
        <p:nvSpPr>
          <p:cNvPr id="6" name="Text Placeholder 5"/>
          <p:cNvSpPr>
            <a:spLocks noGrp="1"/>
          </p:cNvSpPr>
          <p:nvPr>
            <p:ph type="body" sz="quarter" idx="11" hasCustomPrompt="1"/>
          </p:nvPr>
        </p:nvSpPr>
        <p:spPr>
          <a:xfrm>
            <a:off x="618067" y="3118591"/>
            <a:ext cx="1725084" cy="752475"/>
          </a:xfrm>
        </p:spPr>
        <p:txBody>
          <a:bodyPr lIns="0" tIns="0" rIns="0" bIns="0">
            <a:normAutofit/>
          </a:bodyPr>
          <a:lstStyle>
            <a:lvl1pPr algn="l">
              <a:defRPr sz="1800" b="1">
                <a:solidFill>
                  <a:schemeClr val="accent1"/>
                </a:solidFill>
              </a:defRPr>
            </a:lvl1pPr>
          </a:lstStyle>
          <a:p>
            <a:pPr lvl="0"/>
            <a:r>
              <a:rPr lang="en-US" dirty="0"/>
              <a:t>Regional Unit</a:t>
            </a:r>
          </a:p>
        </p:txBody>
      </p:sp>
      <p:sp>
        <p:nvSpPr>
          <p:cNvPr id="8" name="Text Placeholder 7"/>
          <p:cNvSpPr>
            <a:spLocks noGrp="1"/>
          </p:cNvSpPr>
          <p:nvPr>
            <p:ph type="body" sz="quarter" idx="12" hasCustomPrompt="1"/>
          </p:nvPr>
        </p:nvSpPr>
        <p:spPr>
          <a:xfrm>
            <a:off x="4269317" y="4282303"/>
            <a:ext cx="7313083" cy="577850"/>
          </a:xfrm>
        </p:spPr>
        <p:txBody>
          <a:bodyPr>
            <a:normAutofit/>
          </a:bodyPr>
          <a:lstStyle>
            <a:lvl1pPr>
              <a:defRPr sz="1800"/>
            </a:lvl1pPr>
          </a:lstStyle>
          <a:p>
            <a:pPr lvl="0"/>
            <a:r>
              <a:rPr lang="en-US" dirty="0"/>
              <a:t>July 19, 2012</a:t>
            </a:r>
          </a:p>
        </p:txBody>
      </p:sp>
    </p:spTree>
    <p:extLst>
      <p:ext uri="{BB962C8B-B14F-4D97-AF65-F5344CB8AC3E}">
        <p14:creationId xmlns:p14="http://schemas.microsoft.com/office/powerpoint/2010/main" val="27118053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 Boats">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4269317" y="2707458"/>
            <a:ext cx="7313083" cy="1224439"/>
          </a:xfrm>
        </p:spPr>
        <p:txBody>
          <a:bodyPr/>
          <a:lstStyle/>
          <a:p>
            <a:pPr lvl="0"/>
            <a:r>
              <a:rPr lang="en-US"/>
              <a:t>Edit Master text styles</a:t>
            </a:r>
          </a:p>
        </p:txBody>
      </p:sp>
      <p:sp>
        <p:nvSpPr>
          <p:cNvPr id="6" name="Text Placeholder 5"/>
          <p:cNvSpPr>
            <a:spLocks noGrp="1"/>
          </p:cNvSpPr>
          <p:nvPr>
            <p:ph type="body" sz="quarter" idx="11" hasCustomPrompt="1"/>
          </p:nvPr>
        </p:nvSpPr>
        <p:spPr>
          <a:xfrm>
            <a:off x="618067" y="3118591"/>
            <a:ext cx="1725084" cy="752475"/>
          </a:xfrm>
        </p:spPr>
        <p:txBody>
          <a:bodyPr lIns="0" tIns="0" rIns="0" bIns="0">
            <a:normAutofit/>
          </a:bodyPr>
          <a:lstStyle>
            <a:lvl1pPr algn="l">
              <a:defRPr sz="1800" b="1">
                <a:solidFill>
                  <a:schemeClr val="accent1"/>
                </a:solidFill>
              </a:defRPr>
            </a:lvl1pPr>
          </a:lstStyle>
          <a:p>
            <a:pPr lvl="0"/>
            <a:r>
              <a:rPr lang="en-US" dirty="0"/>
              <a:t>Regional Unit</a:t>
            </a:r>
          </a:p>
        </p:txBody>
      </p:sp>
      <p:sp>
        <p:nvSpPr>
          <p:cNvPr id="8" name="Text Placeholder 7"/>
          <p:cNvSpPr>
            <a:spLocks noGrp="1"/>
          </p:cNvSpPr>
          <p:nvPr>
            <p:ph type="body" sz="quarter" idx="12" hasCustomPrompt="1"/>
          </p:nvPr>
        </p:nvSpPr>
        <p:spPr>
          <a:xfrm>
            <a:off x="4269317" y="4282303"/>
            <a:ext cx="7313083" cy="577850"/>
          </a:xfrm>
        </p:spPr>
        <p:txBody>
          <a:bodyPr>
            <a:normAutofit/>
          </a:bodyPr>
          <a:lstStyle>
            <a:lvl1pPr>
              <a:defRPr sz="1800"/>
            </a:lvl1pPr>
          </a:lstStyle>
          <a:p>
            <a:pPr lvl="0"/>
            <a:r>
              <a:rPr lang="en-US" dirty="0"/>
              <a:t>July 19, 2012</a:t>
            </a:r>
          </a:p>
        </p:txBody>
      </p:sp>
    </p:spTree>
    <p:extLst>
      <p:ext uri="{BB962C8B-B14F-4D97-AF65-F5344CB8AC3E}">
        <p14:creationId xmlns:p14="http://schemas.microsoft.com/office/powerpoint/2010/main" val="32473672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 Turtle">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4269317" y="2707458"/>
            <a:ext cx="7313083" cy="1224439"/>
          </a:xfrm>
        </p:spPr>
        <p:txBody>
          <a:bodyPr/>
          <a:lstStyle/>
          <a:p>
            <a:pPr lvl="0"/>
            <a:r>
              <a:rPr lang="en-US"/>
              <a:t>Edit Master text styles</a:t>
            </a:r>
          </a:p>
        </p:txBody>
      </p:sp>
      <p:sp>
        <p:nvSpPr>
          <p:cNvPr id="6" name="Text Placeholder 5"/>
          <p:cNvSpPr>
            <a:spLocks noGrp="1"/>
          </p:cNvSpPr>
          <p:nvPr>
            <p:ph type="body" sz="quarter" idx="11" hasCustomPrompt="1"/>
          </p:nvPr>
        </p:nvSpPr>
        <p:spPr>
          <a:xfrm>
            <a:off x="618067" y="3118591"/>
            <a:ext cx="1725084" cy="752475"/>
          </a:xfrm>
        </p:spPr>
        <p:txBody>
          <a:bodyPr lIns="0" tIns="0" rIns="0" bIns="0">
            <a:normAutofit/>
          </a:bodyPr>
          <a:lstStyle>
            <a:lvl1pPr algn="l">
              <a:defRPr sz="1800" b="1">
                <a:solidFill>
                  <a:schemeClr val="accent1"/>
                </a:solidFill>
              </a:defRPr>
            </a:lvl1pPr>
          </a:lstStyle>
          <a:p>
            <a:pPr lvl="0"/>
            <a:r>
              <a:rPr lang="en-US" dirty="0"/>
              <a:t>Regional Unit</a:t>
            </a:r>
          </a:p>
        </p:txBody>
      </p:sp>
      <p:sp>
        <p:nvSpPr>
          <p:cNvPr id="8" name="Text Placeholder 7"/>
          <p:cNvSpPr>
            <a:spLocks noGrp="1"/>
          </p:cNvSpPr>
          <p:nvPr>
            <p:ph type="body" sz="quarter" idx="12" hasCustomPrompt="1"/>
          </p:nvPr>
        </p:nvSpPr>
        <p:spPr>
          <a:xfrm>
            <a:off x="4269317" y="4282303"/>
            <a:ext cx="7313083" cy="577850"/>
          </a:xfrm>
        </p:spPr>
        <p:txBody>
          <a:bodyPr>
            <a:normAutofit/>
          </a:bodyPr>
          <a:lstStyle>
            <a:lvl1pPr>
              <a:defRPr sz="1800"/>
            </a:lvl1pPr>
          </a:lstStyle>
          <a:p>
            <a:pPr lvl="0"/>
            <a:r>
              <a:rPr lang="en-US" dirty="0"/>
              <a:t>July 19, 2012</a:t>
            </a:r>
          </a:p>
        </p:txBody>
      </p:sp>
    </p:spTree>
    <p:extLst>
      <p:ext uri="{BB962C8B-B14F-4D97-AF65-F5344CB8AC3E}">
        <p14:creationId xmlns:p14="http://schemas.microsoft.com/office/powerpoint/2010/main" val="42412246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 Seafoo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4269317" y="2707458"/>
            <a:ext cx="7313083" cy="1224439"/>
          </a:xfrm>
        </p:spPr>
        <p:txBody>
          <a:bodyPr/>
          <a:lstStyle/>
          <a:p>
            <a:pPr lvl="0"/>
            <a:r>
              <a:rPr lang="en-US"/>
              <a:t>Edit Master text styles</a:t>
            </a:r>
          </a:p>
        </p:txBody>
      </p:sp>
      <p:sp>
        <p:nvSpPr>
          <p:cNvPr id="6" name="Text Placeholder 5"/>
          <p:cNvSpPr>
            <a:spLocks noGrp="1"/>
          </p:cNvSpPr>
          <p:nvPr>
            <p:ph type="body" sz="quarter" idx="11" hasCustomPrompt="1"/>
          </p:nvPr>
        </p:nvSpPr>
        <p:spPr>
          <a:xfrm>
            <a:off x="618067" y="3118591"/>
            <a:ext cx="1725084" cy="752475"/>
          </a:xfrm>
        </p:spPr>
        <p:txBody>
          <a:bodyPr lIns="0" tIns="0" rIns="0" bIns="0">
            <a:normAutofit/>
          </a:bodyPr>
          <a:lstStyle>
            <a:lvl1pPr algn="l">
              <a:defRPr sz="1800" b="1">
                <a:solidFill>
                  <a:schemeClr val="accent1"/>
                </a:solidFill>
              </a:defRPr>
            </a:lvl1pPr>
          </a:lstStyle>
          <a:p>
            <a:pPr lvl="0"/>
            <a:r>
              <a:rPr lang="en-US" dirty="0"/>
              <a:t>Regional Unit</a:t>
            </a:r>
          </a:p>
        </p:txBody>
      </p:sp>
      <p:sp>
        <p:nvSpPr>
          <p:cNvPr id="8" name="Text Placeholder 7"/>
          <p:cNvSpPr>
            <a:spLocks noGrp="1"/>
          </p:cNvSpPr>
          <p:nvPr>
            <p:ph type="body" sz="quarter" idx="12" hasCustomPrompt="1"/>
          </p:nvPr>
        </p:nvSpPr>
        <p:spPr>
          <a:xfrm>
            <a:off x="4269317" y="4282303"/>
            <a:ext cx="7313083" cy="577850"/>
          </a:xfrm>
        </p:spPr>
        <p:txBody>
          <a:bodyPr>
            <a:normAutofit/>
          </a:bodyPr>
          <a:lstStyle>
            <a:lvl1pPr>
              <a:defRPr sz="1800"/>
            </a:lvl1pPr>
          </a:lstStyle>
          <a:p>
            <a:pPr lvl="0"/>
            <a:r>
              <a:rPr lang="en-US" dirty="0"/>
              <a:t>July 19, 2012</a:t>
            </a:r>
          </a:p>
        </p:txBody>
      </p:sp>
    </p:spTree>
    <p:extLst>
      <p:ext uri="{BB962C8B-B14F-4D97-AF65-F5344CB8AC3E}">
        <p14:creationId xmlns:p14="http://schemas.microsoft.com/office/powerpoint/2010/main" val="268423388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 Fish">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4269317" y="2707458"/>
            <a:ext cx="7313083" cy="1224439"/>
          </a:xfrm>
        </p:spPr>
        <p:txBody>
          <a:bodyPr/>
          <a:lstStyle/>
          <a:p>
            <a:pPr lvl="0"/>
            <a:r>
              <a:rPr lang="en-US"/>
              <a:t>Edit Master text styles</a:t>
            </a:r>
          </a:p>
        </p:txBody>
      </p:sp>
      <p:sp>
        <p:nvSpPr>
          <p:cNvPr id="6" name="Text Placeholder 5"/>
          <p:cNvSpPr>
            <a:spLocks noGrp="1"/>
          </p:cNvSpPr>
          <p:nvPr>
            <p:ph type="body" sz="quarter" idx="11" hasCustomPrompt="1"/>
          </p:nvPr>
        </p:nvSpPr>
        <p:spPr>
          <a:xfrm>
            <a:off x="618067" y="3118591"/>
            <a:ext cx="1725084" cy="752475"/>
          </a:xfrm>
        </p:spPr>
        <p:txBody>
          <a:bodyPr lIns="0" tIns="0" rIns="0" bIns="0">
            <a:normAutofit/>
          </a:bodyPr>
          <a:lstStyle>
            <a:lvl1pPr algn="l">
              <a:defRPr sz="1800" b="1">
                <a:solidFill>
                  <a:schemeClr val="accent1"/>
                </a:solidFill>
              </a:defRPr>
            </a:lvl1pPr>
          </a:lstStyle>
          <a:p>
            <a:pPr lvl="0"/>
            <a:r>
              <a:rPr lang="en-US" dirty="0"/>
              <a:t>Regional Unit</a:t>
            </a:r>
          </a:p>
        </p:txBody>
      </p:sp>
      <p:sp>
        <p:nvSpPr>
          <p:cNvPr id="8" name="Text Placeholder 7"/>
          <p:cNvSpPr>
            <a:spLocks noGrp="1"/>
          </p:cNvSpPr>
          <p:nvPr>
            <p:ph type="body" sz="quarter" idx="12" hasCustomPrompt="1"/>
          </p:nvPr>
        </p:nvSpPr>
        <p:spPr>
          <a:xfrm>
            <a:off x="4269317" y="4282303"/>
            <a:ext cx="7313083" cy="577850"/>
          </a:xfrm>
        </p:spPr>
        <p:txBody>
          <a:bodyPr>
            <a:normAutofit/>
          </a:bodyPr>
          <a:lstStyle>
            <a:lvl1pPr>
              <a:defRPr sz="1800"/>
            </a:lvl1pPr>
          </a:lstStyle>
          <a:p>
            <a:pPr lvl="0"/>
            <a:r>
              <a:rPr lang="en-US" dirty="0"/>
              <a:t>July 19, 2012</a:t>
            </a:r>
          </a:p>
        </p:txBody>
      </p:sp>
    </p:spTree>
    <p:extLst>
      <p:ext uri="{BB962C8B-B14F-4D97-AF65-F5344CB8AC3E}">
        <p14:creationId xmlns:p14="http://schemas.microsoft.com/office/powerpoint/2010/main" val="109006263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 Dark">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FFFFFF"/>
                </a:solidFill>
              </a:defRPr>
            </a:lvl1pPr>
          </a:lstStyle>
          <a:p>
            <a:r>
              <a:rPr lang="en-US"/>
              <a:t>Click to edit Master title style</a:t>
            </a:r>
            <a:endParaRPr lang="en-US" dirty="0"/>
          </a:p>
        </p:txBody>
      </p:sp>
      <p:sp>
        <p:nvSpPr>
          <p:cNvPr id="4" name="Text Placeholder 3"/>
          <p:cNvSpPr>
            <a:spLocks noGrp="1"/>
          </p:cNvSpPr>
          <p:nvPr>
            <p:ph type="body" sz="quarter" idx="10"/>
          </p:nvPr>
        </p:nvSpPr>
        <p:spPr>
          <a:xfrm>
            <a:off x="4269317" y="2707458"/>
            <a:ext cx="7313083" cy="1224439"/>
          </a:xfrm>
        </p:spPr>
        <p:txBody>
          <a:bodyPr/>
          <a:lstStyle>
            <a:lvl1pPr>
              <a:defRPr>
                <a:solidFill>
                  <a:srgbClr val="FFFFFF"/>
                </a:solidFill>
              </a:defRPr>
            </a:lvl1pPr>
          </a:lstStyle>
          <a:p>
            <a:pPr lvl="0"/>
            <a:r>
              <a:rPr lang="en-US"/>
              <a:t>Edit Master text styles</a:t>
            </a:r>
          </a:p>
        </p:txBody>
      </p:sp>
      <p:sp>
        <p:nvSpPr>
          <p:cNvPr id="6" name="Text Placeholder 5"/>
          <p:cNvSpPr>
            <a:spLocks noGrp="1"/>
          </p:cNvSpPr>
          <p:nvPr>
            <p:ph type="body" sz="quarter" idx="11" hasCustomPrompt="1"/>
          </p:nvPr>
        </p:nvSpPr>
        <p:spPr>
          <a:xfrm>
            <a:off x="618067" y="3118591"/>
            <a:ext cx="1725084" cy="752475"/>
          </a:xfrm>
        </p:spPr>
        <p:txBody>
          <a:bodyPr lIns="0" tIns="0" rIns="0" bIns="0">
            <a:normAutofit/>
          </a:bodyPr>
          <a:lstStyle>
            <a:lvl1pPr algn="l">
              <a:defRPr sz="1800" b="1">
                <a:solidFill>
                  <a:schemeClr val="bg1"/>
                </a:solidFill>
              </a:defRPr>
            </a:lvl1pPr>
          </a:lstStyle>
          <a:p>
            <a:pPr lvl="0"/>
            <a:r>
              <a:rPr lang="en-US" dirty="0"/>
              <a:t>Regional Unit</a:t>
            </a:r>
          </a:p>
        </p:txBody>
      </p:sp>
      <p:sp>
        <p:nvSpPr>
          <p:cNvPr id="8" name="Text Placeholder 7"/>
          <p:cNvSpPr>
            <a:spLocks noGrp="1"/>
          </p:cNvSpPr>
          <p:nvPr>
            <p:ph type="body" sz="quarter" idx="12" hasCustomPrompt="1"/>
          </p:nvPr>
        </p:nvSpPr>
        <p:spPr>
          <a:xfrm>
            <a:off x="4269317" y="4282303"/>
            <a:ext cx="7313083" cy="577850"/>
          </a:xfrm>
        </p:spPr>
        <p:txBody>
          <a:bodyPr>
            <a:normAutofit/>
          </a:bodyPr>
          <a:lstStyle>
            <a:lvl1pPr>
              <a:defRPr sz="1800">
                <a:solidFill>
                  <a:srgbClr val="FFFFFF"/>
                </a:solidFill>
              </a:defRPr>
            </a:lvl1pPr>
          </a:lstStyle>
          <a:p>
            <a:pPr lvl="0"/>
            <a:r>
              <a:rPr lang="en-US" dirty="0"/>
              <a:t>July 19, 2012</a:t>
            </a:r>
          </a:p>
        </p:txBody>
      </p:sp>
      <p:sp>
        <p:nvSpPr>
          <p:cNvPr id="7" name="Freeform 6"/>
          <p:cNvSpPr/>
          <p:nvPr/>
        </p:nvSpPr>
        <p:spPr>
          <a:xfrm>
            <a:off x="-12253" y="4417161"/>
            <a:ext cx="12227564" cy="2457785"/>
          </a:xfrm>
          <a:custGeom>
            <a:avLst/>
            <a:gdLst>
              <a:gd name="connsiteX0" fmla="*/ 0 w 10289745"/>
              <a:gd name="connsiteY0" fmla="*/ 2348314 h 2694297"/>
              <a:gd name="connsiteX1" fmla="*/ 9145997 w 10289745"/>
              <a:gd name="connsiteY1" fmla="*/ 81 h 2694297"/>
              <a:gd name="connsiteX2" fmla="*/ 9145997 w 10289745"/>
              <a:gd name="connsiteY2" fmla="*/ 2436173 h 2694297"/>
              <a:gd name="connsiteX3" fmla="*/ 0 w 10289745"/>
              <a:gd name="connsiteY3" fmla="*/ 2348314 h 2694297"/>
              <a:gd name="connsiteX0" fmla="*/ 0 w 10289745"/>
              <a:gd name="connsiteY0" fmla="*/ 2348233 h 2694216"/>
              <a:gd name="connsiteX1" fmla="*/ 9145997 w 10289745"/>
              <a:gd name="connsiteY1" fmla="*/ 0 h 2694216"/>
              <a:gd name="connsiteX2" fmla="*/ 9145997 w 10289745"/>
              <a:gd name="connsiteY2" fmla="*/ 2436092 h 2694216"/>
              <a:gd name="connsiteX3" fmla="*/ 0 w 10289745"/>
              <a:gd name="connsiteY3" fmla="*/ 2348233 h 2694216"/>
              <a:gd name="connsiteX0" fmla="*/ 0 w 10289745"/>
              <a:gd name="connsiteY0" fmla="*/ 2348233 h 2694216"/>
              <a:gd name="connsiteX1" fmla="*/ 9145997 w 10289745"/>
              <a:gd name="connsiteY1" fmla="*/ 0 h 2694216"/>
              <a:gd name="connsiteX2" fmla="*/ 9145997 w 10289745"/>
              <a:gd name="connsiteY2" fmla="*/ 2436092 h 2694216"/>
              <a:gd name="connsiteX3" fmla="*/ 0 w 10289745"/>
              <a:gd name="connsiteY3" fmla="*/ 2348233 h 2694216"/>
              <a:gd name="connsiteX0" fmla="*/ 2 w 10271923"/>
              <a:gd name="connsiteY0" fmla="*/ 1961048 h 2259210"/>
              <a:gd name="connsiteX1" fmla="*/ 9115022 w 10271923"/>
              <a:gd name="connsiteY1" fmla="*/ 0 h 2259210"/>
              <a:gd name="connsiteX2" fmla="*/ 9145999 w 10271923"/>
              <a:gd name="connsiteY2" fmla="*/ 2048907 h 2259210"/>
              <a:gd name="connsiteX3" fmla="*/ 2 w 10271923"/>
              <a:gd name="connsiteY3" fmla="*/ 1961048 h 2259210"/>
              <a:gd name="connsiteX0" fmla="*/ 2 w 10302372"/>
              <a:gd name="connsiteY0" fmla="*/ 2355976 h 2702917"/>
              <a:gd name="connsiteX1" fmla="*/ 9169232 w 10302372"/>
              <a:gd name="connsiteY1" fmla="*/ 0 h 2702917"/>
              <a:gd name="connsiteX2" fmla="*/ 9145999 w 10302372"/>
              <a:gd name="connsiteY2" fmla="*/ 2443835 h 2702917"/>
              <a:gd name="connsiteX3" fmla="*/ 2 w 10302372"/>
              <a:gd name="connsiteY3" fmla="*/ 2355976 h 2702917"/>
              <a:gd name="connsiteX0" fmla="*/ 2 w 10302372"/>
              <a:gd name="connsiteY0" fmla="*/ 2355976 h 2702917"/>
              <a:gd name="connsiteX1" fmla="*/ 9169232 w 10302372"/>
              <a:gd name="connsiteY1" fmla="*/ 0 h 2702917"/>
              <a:gd name="connsiteX2" fmla="*/ 9145999 w 10302372"/>
              <a:gd name="connsiteY2" fmla="*/ 2443835 h 2702917"/>
              <a:gd name="connsiteX3" fmla="*/ 2 w 10302372"/>
              <a:gd name="connsiteY3" fmla="*/ 2355976 h 2702917"/>
              <a:gd name="connsiteX0" fmla="*/ 2 w 10302372"/>
              <a:gd name="connsiteY0" fmla="*/ 2355976 h 2702917"/>
              <a:gd name="connsiteX1" fmla="*/ 9169232 w 10302372"/>
              <a:gd name="connsiteY1" fmla="*/ 0 h 2702917"/>
              <a:gd name="connsiteX2" fmla="*/ 9145999 w 10302372"/>
              <a:gd name="connsiteY2" fmla="*/ 2443835 h 2702917"/>
              <a:gd name="connsiteX3" fmla="*/ 2 w 10302372"/>
              <a:gd name="connsiteY3" fmla="*/ 2355976 h 2702917"/>
              <a:gd name="connsiteX0" fmla="*/ 1 w 10359948"/>
              <a:gd name="connsiteY0" fmla="*/ 2534080 h 2803153"/>
              <a:gd name="connsiteX1" fmla="*/ 9223441 w 10359948"/>
              <a:gd name="connsiteY1" fmla="*/ 0 h 2803153"/>
              <a:gd name="connsiteX2" fmla="*/ 9200208 w 10359948"/>
              <a:gd name="connsiteY2" fmla="*/ 2443835 h 2803153"/>
              <a:gd name="connsiteX3" fmla="*/ 1 w 10359948"/>
              <a:gd name="connsiteY3" fmla="*/ 2534080 h 2803153"/>
              <a:gd name="connsiteX0" fmla="*/ 2 w 10302373"/>
              <a:gd name="connsiteY0" fmla="*/ 2371463 h 2710654"/>
              <a:gd name="connsiteX1" fmla="*/ 9169233 w 10302373"/>
              <a:gd name="connsiteY1" fmla="*/ 0 h 2710654"/>
              <a:gd name="connsiteX2" fmla="*/ 9146000 w 10302373"/>
              <a:gd name="connsiteY2" fmla="*/ 2443835 h 2710654"/>
              <a:gd name="connsiteX3" fmla="*/ 2 w 10302373"/>
              <a:gd name="connsiteY3" fmla="*/ 2371463 h 2710654"/>
              <a:gd name="connsiteX0" fmla="*/ 22101 w 10324472"/>
              <a:gd name="connsiteY0" fmla="*/ 2371463 h 2601940"/>
              <a:gd name="connsiteX1" fmla="*/ 9191332 w 10324472"/>
              <a:gd name="connsiteY1" fmla="*/ 0 h 2601940"/>
              <a:gd name="connsiteX2" fmla="*/ 9168099 w 10324472"/>
              <a:gd name="connsiteY2" fmla="*/ 2443835 h 2601940"/>
              <a:gd name="connsiteX3" fmla="*/ 22101 w 10324472"/>
              <a:gd name="connsiteY3" fmla="*/ 2371463 h 2601940"/>
              <a:gd name="connsiteX0" fmla="*/ 454248 w 10756619"/>
              <a:gd name="connsiteY0" fmla="*/ 2371463 h 2635640"/>
              <a:gd name="connsiteX1" fmla="*/ 9623479 w 10756619"/>
              <a:gd name="connsiteY1" fmla="*/ 0 h 2635640"/>
              <a:gd name="connsiteX2" fmla="*/ 9600246 w 10756619"/>
              <a:gd name="connsiteY2" fmla="*/ 2443835 h 2635640"/>
              <a:gd name="connsiteX3" fmla="*/ 2243166 w 10756619"/>
              <a:gd name="connsiteY3" fmla="*/ 2466974 h 2635640"/>
              <a:gd name="connsiteX4" fmla="*/ 454248 w 10756619"/>
              <a:gd name="connsiteY4" fmla="*/ 2371463 h 2635640"/>
              <a:gd name="connsiteX0" fmla="*/ 1153431 w 11456764"/>
              <a:gd name="connsiteY0" fmla="*/ 2371463 h 2641277"/>
              <a:gd name="connsiteX1" fmla="*/ 10322662 w 11456764"/>
              <a:gd name="connsiteY1" fmla="*/ 0 h 2641277"/>
              <a:gd name="connsiteX2" fmla="*/ 10299429 w 11456764"/>
              <a:gd name="connsiteY2" fmla="*/ 2443835 h 2641277"/>
              <a:gd name="connsiteX3" fmla="*/ 1137944 w 11456764"/>
              <a:gd name="connsiteY3" fmla="*/ 2482461 h 2641277"/>
              <a:gd name="connsiteX4" fmla="*/ 1153431 w 11456764"/>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482461"/>
              <a:gd name="connsiteX1" fmla="*/ 9184718 w 10318820"/>
              <a:gd name="connsiteY1" fmla="*/ 0 h 2482461"/>
              <a:gd name="connsiteX2" fmla="*/ 9161485 w 10318820"/>
              <a:gd name="connsiteY2" fmla="*/ 2443835 h 2482461"/>
              <a:gd name="connsiteX3" fmla="*/ 0 w 10318820"/>
              <a:gd name="connsiteY3" fmla="*/ 2482461 h 2482461"/>
              <a:gd name="connsiteX4" fmla="*/ 15487 w 10318820"/>
              <a:gd name="connsiteY4" fmla="*/ 2371463 h 2482461"/>
              <a:gd name="connsiteX0" fmla="*/ 15487 w 10252186"/>
              <a:gd name="connsiteY0" fmla="*/ 2371463 h 2482461"/>
              <a:gd name="connsiteX1" fmla="*/ 9184718 w 10252186"/>
              <a:gd name="connsiteY1" fmla="*/ 0 h 2482461"/>
              <a:gd name="connsiteX2" fmla="*/ 9022088 w 10252186"/>
              <a:gd name="connsiteY2" fmla="*/ 2242499 h 2482461"/>
              <a:gd name="connsiteX3" fmla="*/ 0 w 10252186"/>
              <a:gd name="connsiteY3" fmla="*/ 2482461 h 2482461"/>
              <a:gd name="connsiteX4" fmla="*/ 15487 w 10252186"/>
              <a:gd name="connsiteY4" fmla="*/ 2371463 h 2482461"/>
              <a:gd name="connsiteX0" fmla="*/ 15487 w 10311181"/>
              <a:gd name="connsiteY0" fmla="*/ 2371463 h 2482461"/>
              <a:gd name="connsiteX1" fmla="*/ 9184718 w 10311181"/>
              <a:gd name="connsiteY1" fmla="*/ 0 h 2482461"/>
              <a:gd name="connsiteX2" fmla="*/ 9145996 w 10311181"/>
              <a:gd name="connsiteY2" fmla="*/ 2443835 h 2482461"/>
              <a:gd name="connsiteX3" fmla="*/ 0 w 10311181"/>
              <a:gd name="connsiteY3" fmla="*/ 2482461 h 2482461"/>
              <a:gd name="connsiteX4" fmla="*/ 15487 w 10311181"/>
              <a:gd name="connsiteY4" fmla="*/ 2371463 h 2482461"/>
              <a:gd name="connsiteX0" fmla="*/ 15487 w 9184718"/>
              <a:gd name="connsiteY0" fmla="*/ 2371463 h 2482461"/>
              <a:gd name="connsiteX1" fmla="*/ 9184718 w 9184718"/>
              <a:gd name="connsiteY1" fmla="*/ 0 h 2482461"/>
              <a:gd name="connsiteX2" fmla="*/ 9145996 w 9184718"/>
              <a:gd name="connsiteY2" fmla="*/ 2443835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0 w 9215696"/>
              <a:gd name="connsiteY0" fmla="*/ 2371463 h 2482461"/>
              <a:gd name="connsiteX1" fmla="*/ 9215696 w 9215696"/>
              <a:gd name="connsiteY1" fmla="*/ 0 h 2482461"/>
              <a:gd name="connsiteX2" fmla="*/ 9207951 w 9215696"/>
              <a:gd name="connsiteY2" fmla="*/ 2459323 h 2482461"/>
              <a:gd name="connsiteX3" fmla="*/ 30978 w 9215696"/>
              <a:gd name="connsiteY3" fmla="*/ 2482461 h 2482461"/>
              <a:gd name="connsiteX4" fmla="*/ 0 w 9215696"/>
              <a:gd name="connsiteY4" fmla="*/ 2371463 h 2482461"/>
              <a:gd name="connsiteX0" fmla="*/ 0 w 9215696"/>
              <a:gd name="connsiteY0" fmla="*/ 2371463 h 2497949"/>
              <a:gd name="connsiteX1" fmla="*/ 9215696 w 9215696"/>
              <a:gd name="connsiteY1" fmla="*/ 0 h 2497949"/>
              <a:gd name="connsiteX2" fmla="*/ 9207951 w 9215696"/>
              <a:gd name="connsiteY2" fmla="*/ 2459323 h 2497949"/>
              <a:gd name="connsiteX3" fmla="*/ 2 w 9215696"/>
              <a:gd name="connsiteY3" fmla="*/ 2497949 h 2497949"/>
              <a:gd name="connsiteX4" fmla="*/ 0 w 9215696"/>
              <a:gd name="connsiteY4" fmla="*/ 2371463 h 2497949"/>
              <a:gd name="connsiteX0" fmla="*/ 0 w 9215696"/>
              <a:gd name="connsiteY0" fmla="*/ 2371463 h 2474718"/>
              <a:gd name="connsiteX1" fmla="*/ 9215696 w 9215696"/>
              <a:gd name="connsiteY1" fmla="*/ 0 h 2474718"/>
              <a:gd name="connsiteX2" fmla="*/ 9207951 w 9215696"/>
              <a:gd name="connsiteY2" fmla="*/ 2459323 h 2474718"/>
              <a:gd name="connsiteX3" fmla="*/ 30979 w 9215696"/>
              <a:gd name="connsiteY3" fmla="*/ 2474718 h 2474718"/>
              <a:gd name="connsiteX4" fmla="*/ 0 w 9215696"/>
              <a:gd name="connsiteY4" fmla="*/ 2371463 h 2474718"/>
              <a:gd name="connsiteX0" fmla="*/ 0 w 9208117"/>
              <a:gd name="connsiteY0" fmla="*/ 2371463 h 2474718"/>
              <a:gd name="connsiteX1" fmla="*/ 9184719 w 9208117"/>
              <a:gd name="connsiteY1" fmla="*/ 0 h 2474718"/>
              <a:gd name="connsiteX2" fmla="*/ 9207951 w 9208117"/>
              <a:gd name="connsiteY2" fmla="*/ 2459323 h 2474718"/>
              <a:gd name="connsiteX3" fmla="*/ 30979 w 9208117"/>
              <a:gd name="connsiteY3" fmla="*/ 2474718 h 2474718"/>
              <a:gd name="connsiteX4" fmla="*/ 0 w 9208117"/>
              <a:gd name="connsiteY4" fmla="*/ 2371463 h 2474718"/>
              <a:gd name="connsiteX0" fmla="*/ 0 w 9184719"/>
              <a:gd name="connsiteY0" fmla="*/ 2371463 h 2474718"/>
              <a:gd name="connsiteX1" fmla="*/ 9184719 w 9184719"/>
              <a:gd name="connsiteY1" fmla="*/ 0 h 2474718"/>
              <a:gd name="connsiteX2" fmla="*/ 9115020 w 9184719"/>
              <a:gd name="connsiteY2" fmla="*/ 2381886 h 2474718"/>
              <a:gd name="connsiteX3" fmla="*/ 30979 w 9184719"/>
              <a:gd name="connsiteY3" fmla="*/ 2474718 h 2474718"/>
              <a:gd name="connsiteX4" fmla="*/ 0 w 9184719"/>
              <a:gd name="connsiteY4" fmla="*/ 2371463 h 2474718"/>
              <a:gd name="connsiteX0" fmla="*/ 0 w 9184719"/>
              <a:gd name="connsiteY0" fmla="*/ 2371463 h 2474718"/>
              <a:gd name="connsiteX1" fmla="*/ 9184719 w 9184719"/>
              <a:gd name="connsiteY1" fmla="*/ 0 h 2474718"/>
              <a:gd name="connsiteX2" fmla="*/ 9169230 w 9184719"/>
              <a:gd name="connsiteY2" fmla="*/ 2451580 h 2474718"/>
              <a:gd name="connsiteX3" fmla="*/ 30979 w 9184719"/>
              <a:gd name="connsiteY3" fmla="*/ 2474718 h 2474718"/>
              <a:gd name="connsiteX4" fmla="*/ 0 w 9184719"/>
              <a:gd name="connsiteY4" fmla="*/ 2371463 h 2474718"/>
              <a:gd name="connsiteX0" fmla="*/ 0 w 9167786"/>
              <a:gd name="connsiteY0" fmla="*/ 2375696 h 2474718"/>
              <a:gd name="connsiteX1" fmla="*/ 9167786 w 9167786"/>
              <a:gd name="connsiteY1" fmla="*/ 0 h 2474718"/>
              <a:gd name="connsiteX2" fmla="*/ 9152297 w 9167786"/>
              <a:gd name="connsiteY2" fmla="*/ 2451580 h 2474718"/>
              <a:gd name="connsiteX3" fmla="*/ 14046 w 9167786"/>
              <a:gd name="connsiteY3" fmla="*/ 2474718 h 2474718"/>
              <a:gd name="connsiteX4" fmla="*/ 0 w 9167786"/>
              <a:gd name="connsiteY4" fmla="*/ 2375696 h 2474718"/>
              <a:gd name="connsiteX0" fmla="*/ 2887 w 9170673"/>
              <a:gd name="connsiteY0" fmla="*/ 2375696 h 2474718"/>
              <a:gd name="connsiteX1" fmla="*/ 9170673 w 9170673"/>
              <a:gd name="connsiteY1" fmla="*/ 0 h 2474718"/>
              <a:gd name="connsiteX2" fmla="*/ 9155184 w 9170673"/>
              <a:gd name="connsiteY2" fmla="*/ 2451580 h 2474718"/>
              <a:gd name="connsiteX3" fmla="*/ 0 w 9170673"/>
              <a:gd name="connsiteY3" fmla="*/ 2474718 h 2474718"/>
              <a:gd name="connsiteX4" fmla="*/ 2887 w 9170673"/>
              <a:gd name="connsiteY4" fmla="*/ 2375696 h 2474718"/>
              <a:gd name="connsiteX0" fmla="*/ 2887 w 9170673"/>
              <a:gd name="connsiteY0" fmla="*/ 2375696 h 2457785"/>
              <a:gd name="connsiteX1" fmla="*/ 9170673 w 9170673"/>
              <a:gd name="connsiteY1" fmla="*/ 0 h 2457785"/>
              <a:gd name="connsiteX2" fmla="*/ 9155184 w 9170673"/>
              <a:gd name="connsiteY2" fmla="*/ 2451580 h 2457785"/>
              <a:gd name="connsiteX3" fmla="*/ 0 w 9170673"/>
              <a:gd name="connsiteY3" fmla="*/ 2457785 h 2457785"/>
              <a:gd name="connsiteX4" fmla="*/ 2887 w 9170673"/>
              <a:gd name="connsiteY4" fmla="*/ 2375696 h 24577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0673" h="2457785">
                <a:moveTo>
                  <a:pt x="2887" y="2375696"/>
                </a:moveTo>
                <a:cubicBezTo>
                  <a:pt x="23548" y="2372367"/>
                  <a:pt x="7344315" y="2502055"/>
                  <a:pt x="9170673" y="0"/>
                </a:cubicBezTo>
                <a:cubicBezTo>
                  <a:pt x="9168091" y="819774"/>
                  <a:pt x="9157766" y="1631806"/>
                  <a:pt x="9155184" y="2451580"/>
                </a:cubicBezTo>
                <a:lnTo>
                  <a:pt x="0" y="2457785"/>
                </a:lnTo>
                <a:cubicBezTo>
                  <a:pt x="-1" y="2415623"/>
                  <a:pt x="2888" y="2417858"/>
                  <a:pt x="2887" y="2375696"/>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26800567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cSld name="Teal Title Slide">
    <p:bg>
      <p:bgPr>
        <a:solidFill>
          <a:srgbClr val="14B9C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133600" y="1796483"/>
            <a:ext cx="9434400" cy="1772793"/>
          </a:xfrm>
        </p:spPr>
        <p:txBody>
          <a:bodyPr lIns="0" tIns="0" rIns="0" bIns="0" anchor="b"/>
          <a:lstStyle>
            <a:lvl1pPr algn="l">
              <a:defRPr sz="7200"/>
            </a:lvl1pPr>
          </a:lstStyle>
          <a:p>
            <a:r>
              <a:rPr lang="en-US"/>
              <a:t>Click to edit Master title style</a:t>
            </a:r>
            <a:endParaRPr lang="en-US" dirty="0"/>
          </a:p>
        </p:txBody>
      </p:sp>
      <p:sp>
        <p:nvSpPr>
          <p:cNvPr id="3" name="Subtitle 2"/>
          <p:cNvSpPr>
            <a:spLocks noGrp="1"/>
          </p:cNvSpPr>
          <p:nvPr>
            <p:ph type="subTitle" idx="1"/>
          </p:nvPr>
        </p:nvSpPr>
        <p:spPr>
          <a:xfrm>
            <a:off x="2133600" y="3569273"/>
            <a:ext cx="9434400" cy="1655763"/>
          </a:xfrm>
        </p:spPr>
        <p:txBody>
          <a:bodyPr lIns="0" tIns="0" rIns="0" bIns="0">
            <a:noAutofit/>
          </a:bodyPr>
          <a:lstStyle>
            <a:lvl1pPr marL="0" indent="0" algn="l">
              <a:buNone/>
              <a:defRPr sz="36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783566592"/>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25A832-BDE2-4020-AF57-35165F1EE857}"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8D9158-033D-47BD-9CF9-E93D0154E243}" type="slidenum">
              <a:rPr lang="en-US" smtClean="0"/>
              <a:t>‹#›</a:t>
            </a:fld>
            <a:endParaRPr lang="en-US"/>
          </a:p>
        </p:txBody>
      </p:sp>
    </p:spTree>
    <p:extLst>
      <p:ext uri="{BB962C8B-B14F-4D97-AF65-F5344CB8AC3E}">
        <p14:creationId xmlns:p14="http://schemas.microsoft.com/office/powerpoint/2010/main" val="253316761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3"/>
          <p:cNvSpPr>
            <a:spLocks noGrp="1"/>
          </p:cNvSpPr>
          <p:nvPr>
            <p:ph type="sldNum" sz="quarter" idx="10"/>
          </p:nvPr>
        </p:nvSpPr>
        <p:spPr/>
        <p:txBody>
          <a:bodyPr/>
          <a:lstStyle/>
          <a:p>
            <a:r>
              <a:rPr lang="en-US"/>
              <a:t>U.S. Department of Commerce | National Oceanic and Atmospheric Administration | NOAA Fisheries | Page </a:t>
            </a:r>
            <a:fld id="{632D3AEB-7CBE-3049-91AC-335C6B4F5BF6}" type="slidenum">
              <a:rPr lang="en-US" smtClean="0"/>
              <a:pPr/>
              <a:t>‹#›</a:t>
            </a:fld>
            <a:endParaRPr lang="en-US" dirty="0"/>
          </a:p>
        </p:txBody>
      </p:sp>
    </p:spTree>
    <p:extLst>
      <p:ext uri="{BB962C8B-B14F-4D97-AF65-F5344CB8AC3E}">
        <p14:creationId xmlns:p14="http://schemas.microsoft.com/office/powerpoint/2010/main" val="30487462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cSld name="Teal Title Slide">
    <p:bg>
      <p:bgPr>
        <a:solidFill>
          <a:srgbClr val="14B9C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133600" y="1796483"/>
            <a:ext cx="9434400" cy="1772793"/>
          </a:xfrm>
        </p:spPr>
        <p:txBody>
          <a:bodyPr lIns="0" tIns="0" rIns="0" bIns="0" anchor="b"/>
          <a:lstStyle>
            <a:lvl1pPr algn="l">
              <a:defRPr sz="7200"/>
            </a:lvl1pPr>
          </a:lstStyle>
          <a:p>
            <a:r>
              <a:rPr lang="en-US"/>
              <a:t>Click to edit Master title style</a:t>
            </a:r>
            <a:endParaRPr lang="en-US" dirty="0"/>
          </a:p>
        </p:txBody>
      </p:sp>
      <p:sp>
        <p:nvSpPr>
          <p:cNvPr id="3" name="Subtitle 2"/>
          <p:cNvSpPr>
            <a:spLocks noGrp="1"/>
          </p:cNvSpPr>
          <p:nvPr>
            <p:ph type="subTitle" idx="1"/>
          </p:nvPr>
        </p:nvSpPr>
        <p:spPr>
          <a:xfrm>
            <a:off x="2133600" y="3569273"/>
            <a:ext cx="9434400" cy="1655763"/>
          </a:xfrm>
        </p:spPr>
        <p:txBody>
          <a:bodyPr lIns="0" tIns="0" rIns="0" bIns="0">
            <a:noAutofit/>
          </a:bodyPr>
          <a:lstStyle>
            <a:lvl1pPr marL="0" indent="0" algn="l">
              <a:buNone/>
              <a:defRPr sz="36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712813645"/>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vider">
    <p:bg>
      <p:bgPr>
        <a:solidFill>
          <a:srgbClr val="1E5C90"/>
        </a:solidFill>
        <a:effectLst/>
      </p:bgPr>
    </p:bg>
    <p:spTree>
      <p:nvGrpSpPr>
        <p:cNvPr id="1" name=""/>
        <p:cNvGrpSpPr/>
        <p:nvPr/>
      </p:nvGrpSpPr>
      <p:grpSpPr>
        <a:xfrm>
          <a:off x="0" y="0"/>
          <a:ext cx="0" cy="0"/>
          <a:chOff x="0" y="0"/>
          <a:chExt cx="0" cy="0"/>
        </a:xfrm>
      </p:grpSpPr>
      <p:sp>
        <p:nvSpPr>
          <p:cNvPr id="13" name="Freeform 12"/>
          <p:cNvSpPr/>
          <p:nvPr userDrawn="1"/>
        </p:nvSpPr>
        <p:spPr>
          <a:xfrm flipH="1" flipV="1">
            <a:off x="-1" y="-24487"/>
            <a:ext cx="12184781" cy="2515079"/>
          </a:xfrm>
          <a:custGeom>
            <a:avLst/>
            <a:gdLst>
              <a:gd name="connsiteX0" fmla="*/ 0 w 10289745"/>
              <a:gd name="connsiteY0" fmla="*/ 2348314 h 2694297"/>
              <a:gd name="connsiteX1" fmla="*/ 9145997 w 10289745"/>
              <a:gd name="connsiteY1" fmla="*/ 81 h 2694297"/>
              <a:gd name="connsiteX2" fmla="*/ 9145997 w 10289745"/>
              <a:gd name="connsiteY2" fmla="*/ 2436173 h 2694297"/>
              <a:gd name="connsiteX3" fmla="*/ 0 w 10289745"/>
              <a:gd name="connsiteY3" fmla="*/ 2348314 h 2694297"/>
              <a:gd name="connsiteX0" fmla="*/ 0 w 10289745"/>
              <a:gd name="connsiteY0" fmla="*/ 2348233 h 2694216"/>
              <a:gd name="connsiteX1" fmla="*/ 9145997 w 10289745"/>
              <a:gd name="connsiteY1" fmla="*/ 0 h 2694216"/>
              <a:gd name="connsiteX2" fmla="*/ 9145997 w 10289745"/>
              <a:gd name="connsiteY2" fmla="*/ 2436092 h 2694216"/>
              <a:gd name="connsiteX3" fmla="*/ 0 w 10289745"/>
              <a:gd name="connsiteY3" fmla="*/ 2348233 h 2694216"/>
              <a:gd name="connsiteX0" fmla="*/ 0 w 10289745"/>
              <a:gd name="connsiteY0" fmla="*/ 2348233 h 2694216"/>
              <a:gd name="connsiteX1" fmla="*/ 9145997 w 10289745"/>
              <a:gd name="connsiteY1" fmla="*/ 0 h 2694216"/>
              <a:gd name="connsiteX2" fmla="*/ 9145997 w 10289745"/>
              <a:gd name="connsiteY2" fmla="*/ 2436092 h 2694216"/>
              <a:gd name="connsiteX3" fmla="*/ 0 w 10289745"/>
              <a:gd name="connsiteY3" fmla="*/ 2348233 h 2694216"/>
              <a:gd name="connsiteX0" fmla="*/ 2 w 10271923"/>
              <a:gd name="connsiteY0" fmla="*/ 1961048 h 2259210"/>
              <a:gd name="connsiteX1" fmla="*/ 9115022 w 10271923"/>
              <a:gd name="connsiteY1" fmla="*/ 0 h 2259210"/>
              <a:gd name="connsiteX2" fmla="*/ 9145999 w 10271923"/>
              <a:gd name="connsiteY2" fmla="*/ 2048907 h 2259210"/>
              <a:gd name="connsiteX3" fmla="*/ 2 w 10271923"/>
              <a:gd name="connsiteY3" fmla="*/ 1961048 h 2259210"/>
              <a:gd name="connsiteX0" fmla="*/ 2 w 10302372"/>
              <a:gd name="connsiteY0" fmla="*/ 2355976 h 2702917"/>
              <a:gd name="connsiteX1" fmla="*/ 9169232 w 10302372"/>
              <a:gd name="connsiteY1" fmla="*/ 0 h 2702917"/>
              <a:gd name="connsiteX2" fmla="*/ 9145999 w 10302372"/>
              <a:gd name="connsiteY2" fmla="*/ 2443835 h 2702917"/>
              <a:gd name="connsiteX3" fmla="*/ 2 w 10302372"/>
              <a:gd name="connsiteY3" fmla="*/ 2355976 h 2702917"/>
              <a:gd name="connsiteX0" fmla="*/ 2 w 10302372"/>
              <a:gd name="connsiteY0" fmla="*/ 2355976 h 2702917"/>
              <a:gd name="connsiteX1" fmla="*/ 9169232 w 10302372"/>
              <a:gd name="connsiteY1" fmla="*/ 0 h 2702917"/>
              <a:gd name="connsiteX2" fmla="*/ 9145999 w 10302372"/>
              <a:gd name="connsiteY2" fmla="*/ 2443835 h 2702917"/>
              <a:gd name="connsiteX3" fmla="*/ 2 w 10302372"/>
              <a:gd name="connsiteY3" fmla="*/ 2355976 h 2702917"/>
              <a:gd name="connsiteX0" fmla="*/ 2 w 10302372"/>
              <a:gd name="connsiteY0" fmla="*/ 2355976 h 2702917"/>
              <a:gd name="connsiteX1" fmla="*/ 9169232 w 10302372"/>
              <a:gd name="connsiteY1" fmla="*/ 0 h 2702917"/>
              <a:gd name="connsiteX2" fmla="*/ 9145999 w 10302372"/>
              <a:gd name="connsiteY2" fmla="*/ 2443835 h 2702917"/>
              <a:gd name="connsiteX3" fmla="*/ 2 w 10302372"/>
              <a:gd name="connsiteY3" fmla="*/ 2355976 h 2702917"/>
              <a:gd name="connsiteX0" fmla="*/ 1 w 10359948"/>
              <a:gd name="connsiteY0" fmla="*/ 2534080 h 2803153"/>
              <a:gd name="connsiteX1" fmla="*/ 9223441 w 10359948"/>
              <a:gd name="connsiteY1" fmla="*/ 0 h 2803153"/>
              <a:gd name="connsiteX2" fmla="*/ 9200208 w 10359948"/>
              <a:gd name="connsiteY2" fmla="*/ 2443835 h 2803153"/>
              <a:gd name="connsiteX3" fmla="*/ 1 w 10359948"/>
              <a:gd name="connsiteY3" fmla="*/ 2534080 h 2803153"/>
              <a:gd name="connsiteX0" fmla="*/ 2 w 10302373"/>
              <a:gd name="connsiteY0" fmla="*/ 2371463 h 2710654"/>
              <a:gd name="connsiteX1" fmla="*/ 9169233 w 10302373"/>
              <a:gd name="connsiteY1" fmla="*/ 0 h 2710654"/>
              <a:gd name="connsiteX2" fmla="*/ 9146000 w 10302373"/>
              <a:gd name="connsiteY2" fmla="*/ 2443835 h 2710654"/>
              <a:gd name="connsiteX3" fmla="*/ 2 w 10302373"/>
              <a:gd name="connsiteY3" fmla="*/ 2371463 h 2710654"/>
              <a:gd name="connsiteX0" fmla="*/ 22101 w 10324472"/>
              <a:gd name="connsiteY0" fmla="*/ 2371463 h 2601940"/>
              <a:gd name="connsiteX1" fmla="*/ 9191332 w 10324472"/>
              <a:gd name="connsiteY1" fmla="*/ 0 h 2601940"/>
              <a:gd name="connsiteX2" fmla="*/ 9168099 w 10324472"/>
              <a:gd name="connsiteY2" fmla="*/ 2443835 h 2601940"/>
              <a:gd name="connsiteX3" fmla="*/ 22101 w 10324472"/>
              <a:gd name="connsiteY3" fmla="*/ 2371463 h 2601940"/>
              <a:gd name="connsiteX0" fmla="*/ 454248 w 10756619"/>
              <a:gd name="connsiteY0" fmla="*/ 2371463 h 2635640"/>
              <a:gd name="connsiteX1" fmla="*/ 9623479 w 10756619"/>
              <a:gd name="connsiteY1" fmla="*/ 0 h 2635640"/>
              <a:gd name="connsiteX2" fmla="*/ 9600246 w 10756619"/>
              <a:gd name="connsiteY2" fmla="*/ 2443835 h 2635640"/>
              <a:gd name="connsiteX3" fmla="*/ 2243166 w 10756619"/>
              <a:gd name="connsiteY3" fmla="*/ 2466974 h 2635640"/>
              <a:gd name="connsiteX4" fmla="*/ 454248 w 10756619"/>
              <a:gd name="connsiteY4" fmla="*/ 2371463 h 2635640"/>
              <a:gd name="connsiteX0" fmla="*/ 1153431 w 11456764"/>
              <a:gd name="connsiteY0" fmla="*/ 2371463 h 2641277"/>
              <a:gd name="connsiteX1" fmla="*/ 10322662 w 11456764"/>
              <a:gd name="connsiteY1" fmla="*/ 0 h 2641277"/>
              <a:gd name="connsiteX2" fmla="*/ 10299429 w 11456764"/>
              <a:gd name="connsiteY2" fmla="*/ 2443835 h 2641277"/>
              <a:gd name="connsiteX3" fmla="*/ 1137944 w 11456764"/>
              <a:gd name="connsiteY3" fmla="*/ 2482461 h 2641277"/>
              <a:gd name="connsiteX4" fmla="*/ 1153431 w 11456764"/>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482461"/>
              <a:gd name="connsiteX1" fmla="*/ 9184718 w 10318820"/>
              <a:gd name="connsiteY1" fmla="*/ 0 h 2482461"/>
              <a:gd name="connsiteX2" fmla="*/ 9161485 w 10318820"/>
              <a:gd name="connsiteY2" fmla="*/ 2443835 h 2482461"/>
              <a:gd name="connsiteX3" fmla="*/ 0 w 10318820"/>
              <a:gd name="connsiteY3" fmla="*/ 2482461 h 2482461"/>
              <a:gd name="connsiteX4" fmla="*/ 15487 w 10318820"/>
              <a:gd name="connsiteY4" fmla="*/ 2371463 h 2482461"/>
              <a:gd name="connsiteX0" fmla="*/ 15487 w 10252186"/>
              <a:gd name="connsiteY0" fmla="*/ 2371463 h 2482461"/>
              <a:gd name="connsiteX1" fmla="*/ 9184718 w 10252186"/>
              <a:gd name="connsiteY1" fmla="*/ 0 h 2482461"/>
              <a:gd name="connsiteX2" fmla="*/ 9022088 w 10252186"/>
              <a:gd name="connsiteY2" fmla="*/ 2242499 h 2482461"/>
              <a:gd name="connsiteX3" fmla="*/ 0 w 10252186"/>
              <a:gd name="connsiteY3" fmla="*/ 2482461 h 2482461"/>
              <a:gd name="connsiteX4" fmla="*/ 15487 w 10252186"/>
              <a:gd name="connsiteY4" fmla="*/ 2371463 h 2482461"/>
              <a:gd name="connsiteX0" fmla="*/ 15487 w 10311181"/>
              <a:gd name="connsiteY0" fmla="*/ 2371463 h 2482461"/>
              <a:gd name="connsiteX1" fmla="*/ 9184718 w 10311181"/>
              <a:gd name="connsiteY1" fmla="*/ 0 h 2482461"/>
              <a:gd name="connsiteX2" fmla="*/ 9145996 w 10311181"/>
              <a:gd name="connsiteY2" fmla="*/ 2443835 h 2482461"/>
              <a:gd name="connsiteX3" fmla="*/ 0 w 10311181"/>
              <a:gd name="connsiteY3" fmla="*/ 2482461 h 2482461"/>
              <a:gd name="connsiteX4" fmla="*/ 15487 w 10311181"/>
              <a:gd name="connsiteY4" fmla="*/ 2371463 h 2482461"/>
              <a:gd name="connsiteX0" fmla="*/ 15487 w 9184718"/>
              <a:gd name="connsiteY0" fmla="*/ 2371463 h 2482461"/>
              <a:gd name="connsiteX1" fmla="*/ 9184718 w 9184718"/>
              <a:gd name="connsiteY1" fmla="*/ 0 h 2482461"/>
              <a:gd name="connsiteX2" fmla="*/ 9145996 w 9184718"/>
              <a:gd name="connsiteY2" fmla="*/ 2443835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0 w 9215696"/>
              <a:gd name="connsiteY0" fmla="*/ 2371463 h 2482461"/>
              <a:gd name="connsiteX1" fmla="*/ 9215696 w 9215696"/>
              <a:gd name="connsiteY1" fmla="*/ 0 h 2482461"/>
              <a:gd name="connsiteX2" fmla="*/ 9207951 w 9215696"/>
              <a:gd name="connsiteY2" fmla="*/ 2459323 h 2482461"/>
              <a:gd name="connsiteX3" fmla="*/ 30978 w 9215696"/>
              <a:gd name="connsiteY3" fmla="*/ 2482461 h 2482461"/>
              <a:gd name="connsiteX4" fmla="*/ 0 w 9215696"/>
              <a:gd name="connsiteY4" fmla="*/ 2371463 h 2482461"/>
              <a:gd name="connsiteX0" fmla="*/ 0 w 9215696"/>
              <a:gd name="connsiteY0" fmla="*/ 2371463 h 2497949"/>
              <a:gd name="connsiteX1" fmla="*/ 9215696 w 9215696"/>
              <a:gd name="connsiteY1" fmla="*/ 0 h 2497949"/>
              <a:gd name="connsiteX2" fmla="*/ 9207951 w 9215696"/>
              <a:gd name="connsiteY2" fmla="*/ 2459323 h 2497949"/>
              <a:gd name="connsiteX3" fmla="*/ 2 w 9215696"/>
              <a:gd name="connsiteY3" fmla="*/ 2497949 h 2497949"/>
              <a:gd name="connsiteX4" fmla="*/ 0 w 9215696"/>
              <a:gd name="connsiteY4" fmla="*/ 2371463 h 2497949"/>
              <a:gd name="connsiteX0" fmla="*/ 0 w 9215696"/>
              <a:gd name="connsiteY0" fmla="*/ 2371463 h 2474718"/>
              <a:gd name="connsiteX1" fmla="*/ 9215696 w 9215696"/>
              <a:gd name="connsiteY1" fmla="*/ 0 h 2474718"/>
              <a:gd name="connsiteX2" fmla="*/ 9207951 w 9215696"/>
              <a:gd name="connsiteY2" fmla="*/ 2459323 h 2474718"/>
              <a:gd name="connsiteX3" fmla="*/ 30979 w 9215696"/>
              <a:gd name="connsiteY3" fmla="*/ 2474718 h 2474718"/>
              <a:gd name="connsiteX4" fmla="*/ 0 w 9215696"/>
              <a:gd name="connsiteY4" fmla="*/ 2371463 h 2474718"/>
              <a:gd name="connsiteX0" fmla="*/ 0 w 9208117"/>
              <a:gd name="connsiteY0" fmla="*/ 2371463 h 2474718"/>
              <a:gd name="connsiteX1" fmla="*/ 9184719 w 9208117"/>
              <a:gd name="connsiteY1" fmla="*/ 0 h 2474718"/>
              <a:gd name="connsiteX2" fmla="*/ 9207951 w 9208117"/>
              <a:gd name="connsiteY2" fmla="*/ 2459323 h 2474718"/>
              <a:gd name="connsiteX3" fmla="*/ 30979 w 9208117"/>
              <a:gd name="connsiteY3" fmla="*/ 2474718 h 2474718"/>
              <a:gd name="connsiteX4" fmla="*/ 0 w 9208117"/>
              <a:gd name="connsiteY4" fmla="*/ 2371463 h 2474718"/>
              <a:gd name="connsiteX0" fmla="*/ 0 w 9184719"/>
              <a:gd name="connsiteY0" fmla="*/ 2371463 h 2474718"/>
              <a:gd name="connsiteX1" fmla="*/ 9184719 w 9184719"/>
              <a:gd name="connsiteY1" fmla="*/ 0 h 2474718"/>
              <a:gd name="connsiteX2" fmla="*/ 9115020 w 9184719"/>
              <a:gd name="connsiteY2" fmla="*/ 2381886 h 2474718"/>
              <a:gd name="connsiteX3" fmla="*/ 30979 w 9184719"/>
              <a:gd name="connsiteY3" fmla="*/ 2474718 h 2474718"/>
              <a:gd name="connsiteX4" fmla="*/ 0 w 9184719"/>
              <a:gd name="connsiteY4" fmla="*/ 2371463 h 2474718"/>
              <a:gd name="connsiteX0" fmla="*/ 0 w 9184719"/>
              <a:gd name="connsiteY0" fmla="*/ 2371463 h 2474718"/>
              <a:gd name="connsiteX1" fmla="*/ 9184719 w 9184719"/>
              <a:gd name="connsiteY1" fmla="*/ 0 h 2474718"/>
              <a:gd name="connsiteX2" fmla="*/ 9169230 w 9184719"/>
              <a:gd name="connsiteY2" fmla="*/ 2451580 h 2474718"/>
              <a:gd name="connsiteX3" fmla="*/ 30979 w 9184719"/>
              <a:gd name="connsiteY3" fmla="*/ 2474718 h 2474718"/>
              <a:gd name="connsiteX4" fmla="*/ 0 w 9184719"/>
              <a:gd name="connsiteY4" fmla="*/ 2371463 h 2474718"/>
              <a:gd name="connsiteX0" fmla="*/ 0 w 9167786"/>
              <a:gd name="connsiteY0" fmla="*/ 2375696 h 2474718"/>
              <a:gd name="connsiteX1" fmla="*/ 9167786 w 9167786"/>
              <a:gd name="connsiteY1" fmla="*/ 0 h 2474718"/>
              <a:gd name="connsiteX2" fmla="*/ 9152297 w 9167786"/>
              <a:gd name="connsiteY2" fmla="*/ 2451580 h 2474718"/>
              <a:gd name="connsiteX3" fmla="*/ 14046 w 9167786"/>
              <a:gd name="connsiteY3" fmla="*/ 2474718 h 2474718"/>
              <a:gd name="connsiteX4" fmla="*/ 0 w 9167786"/>
              <a:gd name="connsiteY4" fmla="*/ 2375696 h 2474718"/>
              <a:gd name="connsiteX0" fmla="*/ 2887 w 9170673"/>
              <a:gd name="connsiteY0" fmla="*/ 2375696 h 2474718"/>
              <a:gd name="connsiteX1" fmla="*/ 9170673 w 9170673"/>
              <a:gd name="connsiteY1" fmla="*/ 0 h 2474718"/>
              <a:gd name="connsiteX2" fmla="*/ 9155184 w 9170673"/>
              <a:gd name="connsiteY2" fmla="*/ 2451580 h 2474718"/>
              <a:gd name="connsiteX3" fmla="*/ 0 w 9170673"/>
              <a:gd name="connsiteY3" fmla="*/ 2474718 h 2474718"/>
              <a:gd name="connsiteX4" fmla="*/ 2887 w 9170673"/>
              <a:gd name="connsiteY4" fmla="*/ 2375696 h 2474718"/>
              <a:gd name="connsiteX0" fmla="*/ 2887 w 9170673"/>
              <a:gd name="connsiteY0" fmla="*/ 2375696 h 2457785"/>
              <a:gd name="connsiteX1" fmla="*/ 9170673 w 9170673"/>
              <a:gd name="connsiteY1" fmla="*/ 0 h 2457785"/>
              <a:gd name="connsiteX2" fmla="*/ 9155184 w 9170673"/>
              <a:gd name="connsiteY2" fmla="*/ 2451580 h 2457785"/>
              <a:gd name="connsiteX3" fmla="*/ 0 w 9170673"/>
              <a:gd name="connsiteY3" fmla="*/ 2457785 h 2457785"/>
              <a:gd name="connsiteX4" fmla="*/ 2887 w 9170673"/>
              <a:gd name="connsiteY4" fmla="*/ 2375696 h 2457785"/>
              <a:gd name="connsiteX0" fmla="*/ 2887 w 9170673"/>
              <a:gd name="connsiteY0" fmla="*/ 2375696 h 2508024"/>
              <a:gd name="connsiteX1" fmla="*/ 9170673 w 9170673"/>
              <a:gd name="connsiteY1" fmla="*/ 0 h 2508024"/>
              <a:gd name="connsiteX2" fmla="*/ 9169295 w 9170673"/>
              <a:gd name="connsiteY2" fmla="*/ 2508024 h 2508024"/>
              <a:gd name="connsiteX3" fmla="*/ 0 w 9170673"/>
              <a:gd name="connsiteY3" fmla="*/ 2457785 h 2508024"/>
              <a:gd name="connsiteX4" fmla="*/ 2887 w 9170673"/>
              <a:gd name="connsiteY4" fmla="*/ 2375696 h 2508024"/>
              <a:gd name="connsiteX0" fmla="*/ 0 w 9167786"/>
              <a:gd name="connsiteY0" fmla="*/ 2375696 h 2508024"/>
              <a:gd name="connsiteX1" fmla="*/ 9167786 w 9167786"/>
              <a:gd name="connsiteY1" fmla="*/ 0 h 2508024"/>
              <a:gd name="connsiteX2" fmla="*/ 9166408 w 9167786"/>
              <a:gd name="connsiteY2" fmla="*/ 2508024 h 2508024"/>
              <a:gd name="connsiteX3" fmla="*/ 4169 w 9167786"/>
              <a:gd name="connsiteY3" fmla="*/ 2500118 h 2508024"/>
              <a:gd name="connsiteX4" fmla="*/ 0 w 9167786"/>
              <a:gd name="connsiteY4" fmla="*/ 2375696 h 2508024"/>
              <a:gd name="connsiteX0" fmla="*/ 0 w 9166452"/>
              <a:gd name="connsiteY0" fmla="*/ 2375696 h 2508024"/>
              <a:gd name="connsiteX1" fmla="*/ 9061952 w 9166452"/>
              <a:gd name="connsiteY1" fmla="*/ 0 h 2508024"/>
              <a:gd name="connsiteX2" fmla="*/ 9166408 w 9166452"/>
              <a:gd name="connsiteY2" fmla="*/ 2508024 h 2508024"/>
              <a:gd name="connsiteX3" fmla="*/ 4169 w 9166452"/>
              <a:gd name="connsiteY3" fmla="*/ 2500118 h 2508024"/>
              <a:gd name="connsiteX4" fmla="*/ 0 w 9166452"/>
              <a:gd name="connsiteY4" fmla="*/ 2375696 h 2508024"/>
              <a:gd name="connsiteX0" fmla="*/ 0 w 9166808"/>
              <a:gd name="connsiteY0" fmla="*/ 2382751 h 2515079"/>
              <a:gd name="connsiteX1" fmla="*/ 9160729 w 9166808"/>
              <a:gd name="connsiteY1" fmla="*/ 0 h 2515079"/>
              <a:gd name="connsiteX2" fmla="*/ 9166408 w 9166808"/>
              <a:gd name="connsiteY2" fmla="*/ 2515079 h 2515079"/>
              <a:gd name="connsiteX3" fmla="*/ 4169 w 9166808"/>
              <a:gd name="connsiteY3" fmla="*/ 2507173 h 2515079"/>
              <a:gd name="connsiteX4" fmla="*/ 0 w 9166808"/>
              <a:gd name="connsiteY4" fmla="*/ 2382751 h 2515079"/>
              <a:gd name="connsiteX0" fmla="*/ 9943 w 9162640"/>
              <a:gd name="connsiteY0" fmla="*/ 2382751 h 2515079"/>
              <a:gd name="connsiteX1" fmla="*/ 9156561 w 9162640"/>
              <a:gd name="connsiteY1" fmla="*/ 0 h 2515079"/>
              <a:gd name="connsiteX2" fmla="*/ 9162240 w 9162640"/>
              <a:gd name="connsiteY2" fmla="*/ 2515079 h 2515079"/>
              <a:gd name="connsiteX3" fmla="*/ 1 w 9162640"/>
              <a:gd name="connsiteY3" fmla="*/ 2507173 h 2515079"/>
              <a:gd name="connsiteX4" fmla="*/ 9943 w 9162640"/>
              <a:gd name="connsiteY4" fmla="*/ 2382751 h 2515079"/>
              <a:gd name="connsiteX0" fmla="*/ 0 w 9152697"/>
              <a:gd name="connsiteY0" fmla="*/ 2382751 h 2515079"/>
              <a:gd name="connsiteX1" fmla="*/ 9146618 w 9152697"/>
              <a:gd name="connsiteY1" fmla="*/ 0 h 2515079"/>
              <a:gd name="connsiteX2" fmla="*/ 9152297 w 9152697"/>
              <a:gd name="connsiteY2" fmla="*/ 2515079 h 2515079"/>
              <a:gd name="connsiteX3" fmla="*/ 187614 w 9152697"/>
              <a:gd name="connsiteY3" fmla="*/ 2507173 h 2515079"/>
              <a:gd name="connsiteX4" fmla="*/ 0 w 9152697"/>
              <a:gd name="connsiteY4" fmla="*/ 2382751 h 2515079"/>
              <a:gd name="connsiteX0" fmla="*/ 0 w 9068030"/>
              <a:gd name="connsiteY0" fmla="*/ 2382751 h 2515079"/>
              <a:gd name="connsiteX1" fmla="*/ 9061951 w 9068030"/>
              <a:gd name="connsiteY1" fmla="*/ 0 h 2515079"/>
              <a:gd name="connsiteX2" fmla="*/ 9067630 w 9068030"/>
              <a:gd name="connsiteY2" fmla="*/ 2515079 h 2515079"/>
              <a:gd name="connsiteX3" fmla="*/ 102947 w 9068030"/>
              <a:gd name="connsiteY3" fmla="*/ 2507173 h 2515079"/>
              <a:gd name="connsiteX4" fmla="*/ 0 w 9068030"/>
              <a:gd name="connsiteY4" fmla="*/ 2382751 h 2515079"/>
              <a:gd name="connsiteX0" fmla="*/ 0 w 9138586"/>
              <a:gd name="connsiteY0" fmla="*/ 2382751 h 2515079"/>
              <a:gd name="connsiteX1" fmla="*/ 9132507 w 9138586"/>
              <a:gd name="connsiteY1" fmla="*/ 0 h 2515079"/>
              <a:gd name="connsiteX2" fmla="*/ 9138186 w 9138586"/>
              <a:gd name="connsiteY2" fmla="*/ 2515079 h 2515079"/>
              <a:gd name="connsiteX3" fmla="*/ 173503 w 9138586"/>
              <a:gd name="connsiteY3" fmla="*/ 2507173 h 2515079"/>
              <a:gd name="connsiteX4" fmla="*/ 0 w 9138586"/>
              <a:gd name="connsiteY4" fmla="*/ 2382751 h 2515079"/>
              <a:gd name="connsiteX0" fmla="*/ 0 w 9138586"/>
              <a:gd name="connsiteY0" fmla="*/ 2382751 h 2515079"/>
              <a:gd name="connsiteX1" fmla="*/ 9132507 w 9138586"/>
              <a:gd name="connsiteY1" fmla="*/ 0 h 2515079"/>
              <a:gd name="connsiteX2" fmla="*/ 9138186 w 9138586"/>
              <a:gd name="connsiteY2" fmla="*/ 2515079 h 2515079"/>
              <a:gd name="connsiteX3" fmla="*/ 4170 w 9138586"/>
              <a:gd name="connsiteY3" fmla="*/ 2507173 h 2515079"/>
              <a:gd name="connsiteX4" fmla="*/ 0 w 9138586"/>
              <a:gd name="connsiteY4" fmla="*/ 2382751 h 25150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8586" h="2515079">
                <a:moveTo>
                  <a:pt x="0" y="2382751"/>
                </a:moveTo>
                <a:cubicBezTo>
                  <a:pt x="20661" y="2379422"/>
                  <a:pt x="7306149" y="2502055"/>
                  <a:pt x="9132507" y="0"/>
                </a:cubicBezTo>
                <a:cubicBezTo>
                  <a:pt x="9129925" y="819774"/>
                  <a:pt x="9140768" y="1695305"/>
                  <a:pt x="9138186" y="2515079"/>
                </a:cubicBezTo>
                <a:lnTo>
                  <a:pt x="4170" y="2507173"/>
                </a:lnTo>
                <a:cubicBezTo>
                  <a:pt x="4169" y="2465011"/>
                  <a:pt x="1" y="2424913"/>
                  <a:pt x="0" y="2382751"/>
                </a:cubicBezTo>
                <a:close/>
              </a:path>
            </a:pathLst>
          </a:cu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solidFill>
                <a:schemeClr val="bg1"/>
              </a:solidFill>
            </a:endParaRPr>
          </a:p>
        </p:txBody>
      </p:sp>
      <p:sp>
        <p:nvSpPr>
          <p:cNvPr id="2" name="Title 1"/>
          <p:cNvSpPr>
            <a:spLocks noGrp="1"/>
          </p:cNvSpPr>
          <p:nvPr>
            <p:ph type="title" hasCustomPrompt="1"/>
          </p:nvPr>
        </p:nvSpPr>
        <p:spPr>
          <a:xfrm>
            <a:off x="609599" y="457169"/>
            <a:ext cx="10972800" cy="772250"/>
          </a:xfrm>
        </p:spPr>
        <p:txBody>
          <a:bodyPr anchor="t"/>
          <a:lstStyle>
            <a:lvl1pPr algn="l">
              <a:defRPr sz="4000" b="1" cap="none">
                <a:solidFill>
                  <a:srgbClr val="FFFFFF"/>
                </a:solidFill>
              </a:defRPr>
            </a:lvl1pPr>
          </a:lstStyle>
          <a:p>
            <a:r>
              <a:rPr lang="en-US" dirty="0"/>
              <a:t>Click to edit master title style</a:t>
            </a:r>
          </a:p>
        </p:txBody>
      </p:sp>
      <p:sp>
        <p:nvSpPr>
          <p:cNvPr id="3" name="Text Placeholder 2"/>
          <p:cNvSpPr>
            <a:spLocks noGrp="1"/>
          </p:cNvSpPr>
          <p:nvPr>
            <p:ph type="body" idx="1"/>
          </p:nvPr>
        </p:nvSpPr>
        <p:spPr>
          <a:xfrm>
            <a:off x="609600" y="1415623"/>
            <a:ext cx="10972800" cy="1500187"/>
          </a:xfrm>
        </p:spPr>
        <p:txBody>
          <a:bodyPr anchor="t" anchorCtr="0"/>
          <a:lstStyle>
            <a:lvl1pPr marL="0" indent="0" algn="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Slide Number Placeholder 3"/>
          <p:cNvSpPr>
            <a:spLocks noGrp="1"/>
          </p:cNvSpPr>
          <p:nvPr>
            <p:ph type="sldNum" sz="quarter" idx="10"/>
          </p:nvPr>
        </p:nvSpPr>
        <p:spPr/>
        <p:txBody>
          <a:bodyPr/>
          <a:lstStyle>
            <a:lvl1pPr>
              <a:defRPr>
                <a:solidFill>
                  <a:srgbClr val="FFFFFF"/>
                </a:solidFill>
              </a:defRPr>
            </a:lvl1pPr>
          </a:lstStyle>
          <a:p>
            <a:r>
              <a:rPr lang="en-US" dirty="0"/>
              <a:t>U.S. Department of Commerce | National Oceanic and Atmospheric Administration | NOAA Fisheries | Page </a:t>
            </a:r>
            <a:fld id="{632D3AEB-7CBE-3049-91AC-335C6B4F5BF6}" type="slidenum">
              <a:rPr lang="en-US" smtClean="0"/>
              <a:pPr/>
              <a:t>‹#›</a:t>
            </a:fld>
            <a:endParaRPr lang="en-US" dirty="0"/>
          </a:p>
        </p:txBody>
      </p:sp>
    </p:spTree>
    <p:extLst>
      <p:ext uri="{BB962C8B-B14F-4D97-AF65-F5344CB8AC3E}">
        <p14:creationId xmlns:p14="http://schemas.microsoft.com/office/powerpoint/2010/main" val="185795852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hoto Divider">
    <p:spTree>
      <p:nvGrpSpPr>
        <p:cNvPr id="1" name=""/>
        <p:cNvGrpSpPr/>
        <p:nvPr/>
      </p:nvGrpSpPr>
      <p:grpSpPr>
        <a:xfrm>
          <a:off x="0" y="0"/>
          <a:ext cx="0" cy="0"/>
          <a:chOff x="0" y="0"/>
          <a:chExt cx="0" cy="0"/>
        </a:xfrm>
      </p:grpSpPr>
      <p:sp>
        <p:nvSpPr>
          <p:cNvPr id="13" name="Freeform 12"/>
          <p:cNvSpPr/>
          <p:nvPr userDrawn="1"/>
        </p:nvSpPr>
        <p:spPr>
          <a:xfrm flipH="1" flipV="1">
            <a:off x="-25423" y="-30696"/>
            <a:ext cx="12227564" cy="2457785"/>
          </a:xfrm>
          <a:custGeom>
            <a:avLst/>
            <a:gdLst>
              <a:gd name="connsiteX0" fmla="*/ 0 w 10289745"/>
              <a:gd name="connsiteY0" fmla="*/ 2348314 h 2694297"/>
              <a:gd name="connsiteX1" fmla="*/ 9145997 w 10289745"/>
              <a:gd name="connsiteY1" fmla="*/ 81 h 2694297"/>
              <a:gd name="connsiteX2" fmla="*/ 9145997 w 10289745"/>
              <a:gd name="connsiteY2" fmla="*/ 2436173 h 2694297"/>
              <a:gd name="connsiteX3" fmla="*/ 0 w 10289745"/>
              <a:gd name="connsiteY3" fmla="*/ 2348314 h 2694297"/>
              <a:gd name="connsiteX0" fmla="*/ 0 w 10289745"/>
              <a:gd name="connsiteY0" fmla="*/ 2348233 h 2694216"/>
              <a:gd name="connsiteX1" fmla="*/ 9145997 w 10289745"/>
              <a:gd name="connsiteY1" fmla="*/ 0 h 2694216"/>
              <a:gd name="connsiteX2" fmla="*/ 9145997 w 10289745"/>
              <a:gd name="connsiteY2" fmla="*/ 2436092 h 2694216"/>
              <a:gd name="connsiteX3" fmla="*/ 0 w 10289745"/>
              <a:gd name="connsiteY3" fmla="*/ 2348233 h 2694216"/>
              <a:gd name="connsiteX0" fmla="*/ 0 w 10289745"/>
              <a:gd name="connsiteY0" fmla="*/ 2348233 h 2694216"/>
              <a:gd name="connsiteX1" fmla="*/ 9145997 w 10289745"/>
              <a:gd name="connsiteY1" fmla="*/ 0 h 2694216"/>
              <a:gd name="connsiteX2" fmla="*/ 9145997 w 10289745"/>
              <a:gd name="connsiteY2" fmla="*/ 2436092 h 2694216"/>
              <a:gd name="connsiteX3" fmla="*/ 0 w 10289745"/>
              <a:gd name="connsiteY3" fmla="*/ 2348233 h 2694216"/>
              <a:gd name="connsiteX0" fmla="*/ 2 w 10271923"/>
              <a:gd name="connsiteY0" fmla="*/ 1961048 h 2259210"/>
              <a:gd name="connsiteX1" fmla="*/ 9115022 w 10271923"/>
              <a:gd name="connsiteY1" fmla="*/ 0 h 2259210"/>
              <a:gd name="connsiteX2" fmla="*/ 9145999 w 10271923"/>
              <a:gd name="connsiteY2" fmla="*/ 2048907 h 2259210"/>
              <a:gd name="connsiteX3" fmla="*/ 2 w 10271923"/>
              <a:gd name="connsiteY3" fmla="*/ 1961048 h 2259210"/>
              <a:gd name="connsiteX0" fmla="*/ 2 w 10302372"/>
              <a:gd name="connsiteY0" fmla="*/ 2355976 h 2702917"/>
              <a:gd name="connsiteX1" fmla="*/ 9169232 w 10302372"/>
              <a:gd name="connsiteY1" fmla="*/ 0 h 2702917"/>
              <a:gd name="connsiteX2" fmla="*/ 9145999 w 10302372"/>
              <a:gd name="connsiteY2" fmla="*/ 2443835 h 2702917"/>
              <a:gd name="connsiteX3" fmla="*/ 2 w 10302372"/>
              <a:gd name="connsiteY3" fmla="*/ 2355976 h 2702917"/>
              <a:gd name="connsiteX0" fmla="*/ 2 w 10302372"/>
              <a:gd name="connsiteY0" fmla="*/ 2355976 h 2702917"/>
              <a:gd name="connsiteX1" fmla="*/ 9169232 w 10302372"/>
              <a:gd name="connsiteY1" fmla="*/ 0 h 2702917"/>
              <a:gd name="connsiteX2" fmla="*/ 9145999 w 10302372"/>
              <a:gd name="connsiteY2" fmla="*/ 2443835 h 2702917"/>
              <a:gd name="connsiteX3" fmla="*/ 2 w 10302372"/>
              <a:gd name="connsiteY3" fmla="*/ 2355976 h 2702917"/>
              <a:gd name="connsiteX0" fmla="*/ 2 w 10302372"/>
              <a:gd name="connsiteY0" fmla="*/ 2355976 h 2702917"/>
              <a:gd name="connsiteX1" fmla="*/ 9169232 w 10302372"/>
              <a:gd name="connsiteY1" fmla="*/ 0 h 2702917"/>
              <a:gd name="connsiteX2" fmla="*/ 9145999 w 10302372"/>
              <a:gd name="connsiteY2" fmla="*/ 2443835 h 2702917"/>
              <a:gd name="connsiteX3" fmla="*/ 2 w 10302372"/>
              <a:gd name="connsiteY3" fmla="*/ 2355976 h 2702917"/>
              <a:gd name="connsiteX0" fmla="*/ 1 w 10359948"/>
              <a:gd name="connsiteY0" fmla="*/ 2534080 h 2803153"/>
              <a:gd name="connsiteX1" fmla="*/ 9223441 w 10359948"/>
              <a:gd name="connsiteY1" fmla="*/ 0 h 2803153"/>
              <a:gd name="connsiteX2" fmla="*/ 9200208 w 10359948"/>
              <a:gd name="connsiteY2" fmla="*/ 2443835 h 2803153"/>
              <a:gd name="connsiteX3" fmla="*/ 1 w 10359948"/>
              <a:gd name="connsiteY3" fmla="*/ 2534080 h 2803153"/>
              <a:gd name="connsiteX0" fmla="*/ 2 w 10302373"/>
              <a:gd name="connsiteY0" fmla="*/ 2371463 h 2710654"/>
              <a:gd name="connsiteX1" fmla="*/ 9169233 w 10302373"/>
              <a:gd name="connsiteY1" fmla="*/ 0 h 2710654"/>
              <a:gd name="connsiteX2" fmla="*/ 9146000 w 10302373"/>
              <a:gd name="connsiteY2" fmla="*/ 2443835 h 2710654"/>
              <a:gd name="connsiteX3" fmla="*/ 2 w 10302373"/>
              <a:gd name="connsiteY3" fmla="*/ 2371463 h 2710654"/>
              <a:gd name="connsiteX0" fmla="*/ 22101 w 10324472"/>
              <a:gd name="connsiteY0" fmla="*/ 2371463 h 2601940"/>
              <a:gd name="connsiteX1" fmla="*/ 9191332 w 10324472"/>
              <a:gd name="connsiteY1" fmla="*/ 0 h 2601940"/>
              <a:gd name="connsiteX2" fmla="*/ 9168099 w 10324472"/>
              <a:gd name="connsiteY2" fmla="*/ 2443835 h 2601940"/>
              <a:gd name="connsiteX3" fmla="*/ 22101 w 10324472"/>
              <a:gd name="connsiteY3" fmla="*/ 2371463 h 2601940"/>
              <a:gd name="connsiteX0" fmla="*/ 454248 w 10756619"/>
              <a:gd name="connsiteY0" fmla="*/ 2371463 h 2635640"/>
              <a:gd name="connsiteX1" fmla="*/ 9623479 w 10756619"/>
              <a:gd name="connsiteY1" fmla="*/ 0 h 2635640"/>
              <a:gd name="connsiteX2" fmla="*/ 9600246 w 10756619"/>
              <a:gd name="connsiteY2" fmla="*/ 2443835 h 2635640"/>
              <a:gd name="connsiteX3" fmla="*/ 2243166 w 10756619"/>
              <a:gd name="connsiteY3" fmla="*/ 2466974 h 2635640"/>
              <a:gd name="connsiteX4" fmla="*/ 454248 w 10756619"/>
              <a:gd name="connsiteY4" fmla="*/ 2371463 h 2635640"/>
              <a:gd name="connsiteX0" fmla="*/ 1153431 w 11456764"/>
              <a:gd name="connsiteY0" fmla="*/ 2371463 h 2641277"/>
              <a:gd name="connsiteX1" fmla="*/ 10322662 w 11456764"/>
              <a:gd name="connsiteY1" fmla="*/ 0 h 2641277"/>
              <a:gd name="connsiteX2" fmla="*/ 10299429 w 11456764"/>
              <a:gd name="connsiteY2" fmla="*/ 2443835 h 2641277"/>
              <a:gd name="connsiteX3" fmla="*/ 1137944 w 11456764"/>
              <a:gd name="connsiteY3" fmla="*/ 2482461 h 2641277"/>
              <a:gd name="connsiteX4" fmla="*/ 1153431 w 11456764"/>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482461"/>
              <a:gd name="connsiteX1" fmla="*/ 9184718 w 10318820"/>
              <a:gd name="connsiteY1" fmla="*/ 0 h 2482461"/>
              <a:gd name="connsiteX2" fmla="*/ 9161485 w 10318820"/>
              <a:gd name="connsiteY2" fmla="*/ 2443835 h 2482461"/>
              <a:gd name="connsiteX3" fmla="*/ 0 w 10318820"/>
              <a:gd name="connsiteY3" fmla="*/ 2482461 h 2482461"/>
              <a:gd name="connsiteX4" fmla="*/ 15487 w 10318820"/>
              <a:gd name="connsiteY4" fmla="*/ 2371463 h 2482461"/>
              <a:gd name="connsiteX0" fmla="*/ 15487 w 10252186"/>
              <a:gd name="connsiteY0" fmla="*/ 2371463 h 2482461"/>
              <a:gd name="connsiteX1" fmla="*/ 9184718 w 10252186"/>
              <a:gd name="connsiteY1" fmla="*/ 0 h 2482461"/>
              <a:gd name="connsiteX2" fmla="*/ 9022088 w 10252186"/>
              <a:gd name="connsiteY2" fmla="*/ 2242499 h 2482461"/>
              <a:gd name="connsiteX3" fmla="*/ 0 w 10252186"/>
              <a:gd name="connsiteY3" fmla="*/ 2482461 h 2482461"/>
              <a:gd name="connsiteX4" fmla="*/ 15487 w 10252186"/>
              <a:gd name="connsiteY4" fmla="*/ 2371463 h 2482461"/>
              <a:gd name="connsiteX0" fmla="*/ 15487 w 10311181"/>
              <a:gd name="connsiteY0" fmla="*/ 2371463 h 2482461"/>
              <a:gd name="connsiteX1" fmla="*/ 9184718 w 10311181"/>
              <a:gd name="connsiteY1" fmla="*/ 0 h 2482461"/>
              <a:gd name="connsiteX2" fmla="*/ 9145996 w 10311181"/>
              <a:gd name="connsiteY2" fmla="*/ 2443835 h 2482461"/>
              <a:gd name="connsiteX3" fmla="*/ 0 w 10311181"/>
              <a:gd name="connsiteY3" fmla="*/ 2482461 h 2482461"/>
              <a:gd name="connsiteX4" fmla="*/ 15487 w 10311181"/>
              <a:gd name="connsiteY4" fmla="*/ 2371463 h 2482461"/>
              <a:gd name="connsiteX0" fmla="*/ 15487 w 9184718"/>
              <a:gd name="connsiteY0" fmla="*/ 2371463 h 2482461"/>
              <a:gd name="connsiteX1" fmla="*/ 9184718 w 9184718"/>
              <a:gd name="connsiteY1" fmla="*/ 0 h 2482461"/>
              <a:gd name="connsiteX2" fmla="*/ 9145996 w 9184718"/>
              <a:gd name="connsiteY2" fmla="*/ 2443835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0 w 9215696"/>
              <a:gd name="connsiteY0" fmla="*/ 2371463 h 2482461"/>
              <a:gd name="connsiteX1" fmla="*/ 9215696 w 9215696"/>
              <a:gd name="connsiteY1" fmla="*/ 0 h 2482461"/>
              <a:gd name="connsiteX2" fmla="*/ 9207951 w 9215696"/>
              <a:gd name="connsiteY2" fmla="*/ 2459323 h 2482461"/>
              <a:gd name="connsiteX3" fmla="*/ 30978 w 9215696"/>
              <a:gd name="connsiteY3" fmla="*/ 2482461 h 2482461"/>
              <a:gd name="connsiteX4" fmla="*/ 0 w 9215696"/>
              <a:gd name="connsiteY4" fmla="*/ 2371463 h 2482461"/>
              <a:gd name="connsiteX0" fmla="*/ 0 w 9215696"/>
              <a:gd name="connsiteY0" fmla="*/ 2371463 h 2497949"/>
              <a:gd name="connsiteX1" fmla="*/ 9215696 w 9215696"/>
              <a:gd name="connsiteY1" fmla="*/ 0 h 2497949"/>
              <a:gd name="connsiteX2" fmla="*/ 9207951 w 9215696"/>
              <a:gd name="connsiteY2" fmla="*/ 2459323 h 2497949"/>
              <a:gd name="connsiteX3" fmla="*/ 2 w 9215696"/>
              <a:gd name="connsiteY3" fmla="*/ 2497949 h 2497949"/>
              <a:gd name="connsiteX4" fmla="*/ 0 w 9215696"/>
              <a:gd name="connsiteY4" fmla="*/ 2371463 h 2497949"/>
              <a:gd name="connsiteX0" fmla="*/ 0 w 9215696"/>
              <a:gd name="connsiteY0" fmla="*/ 2371463 h 2474718"/>
              <a:gd name="connsiteX1" fmla="*/ 9215696 w 9215696"/>
              <a:gd name="connsiteY1" fmla="*/ 0 h 2474718"/>
              <a:gd name="connsiteX2" fmla="*/ 9207951 w 9215696"/>
              <a:gd name="connsiteY2" fmla="*/ 2459323 h 2474718"/>
              <a:gd name="connsiteX3" fmla="*/ 30979 w 9215696"/>
              <a:gd name="connsiteY3" fmla="*/ 2474718 h 2474718"/>
              <a:gd name="connsiteX4" fmla="*/ 0 w 9215696"/>
              <a:gd name="connsiteY4" fmla="*/ 2371463 h 2474718"/>
              <a:gd name="connsiteX0" fmla="*/ 0 w 9208117"/>
              <a:gd name="connsiteY0" fmla="*/ 2371463 h 2474718"/>
              <a:gd name="connsiteX1" fmla="*/ 9184719 w 9208117"/>
              <a:gd name="connsiteY1" fmla="*/ 0 h 2474718"/>
              <a:gd name="connsiteX2" fmla="*/ 9207951 w 9208117"/>
              <a:gd name="connsiteY2" fmla="*/ 2459323 h 2474718"/>
              <a:gd name="connsiteX3" fmla="*/ 30979 w 9208117"/>
              <a:gd name="connsiteY3" fmla="*/ 2474718 h 2474718"/>
              <a:gd name="connsiteX4" fmla="*/ 0 w 9208117"/>
              <a:gd name="connsiteY4" fmla="*/ 2371463 h 2474718"/>
              <a:gd name="connsiteX0" fmla="*/ 0 w 9184719"/>
              <a:gd name="connsiteY0" fmla="*/ 2371463 h 2474718"/>
              <a:gd name="connsiteX1" fmla="*/ 9184719 w 9184719"/>
              <a:gd name="connsiteY1" fmla="*/ 0 h 2474718"/>
              <a:gd name="connsiteX2" fmla="*/ 9115020 w 9184719"/>
              <a:gd name="connsiteY2" fmla="*/ 2381886 h 2474718"/>
              <a:gd name="connsiteX3" fmla="*/ 30979 w 9184719"/>
              <a:gd name="connsiteY3" fmla="*/ 2474718 h 2474718"/>
              <a:gd name="connsiteX4" fmla="*/ 0 w 9184719"/>
              <a:gd name="connsiteY4" fmla="*/ 2371463 h 2474718"/>
              <a:gd name="connsiteX0" fmla="*/ 0 w 9184719"/>
              <a:gd name="connsiteY0" fmla="*/ 2371463 h 2474718"/>
              <a:gd name="connsiteX1" fmla="*/ 9184719 w 9184719"/>
              <a:gd name="connsiteY1" fmla="*/ 0 h 2474718"/>
              <a:gd name="connsiteX2" fmla="*/ 9169230 w 9184719"/>
              <a:gd name="connsiteY2" fmla="*/ 2451580 h 2474718"/>
              <a:gd name="connsiteX3" fmla="*/ 30979 w 9184719"/>
              <a:gd name="connsiteY3" fmla="*/ 2474718 h 2474718"/>
              <a:gd name="connsiteX4" fmla="*/ 0 w 9184719"/>
              <a:gd name="connsiteY4" fmla="*/ 2371463 h 2474718"/>
              <a:gd name="connsiteX0" fmla="*/ 0 w 9167786"/>
              <a:gd name="connsiteY0" fmla="*/ 2375696 h 2474718"/>
              <a:gd name="connsiteX1" fmla="*/ 9167786 w 9167786"/>
              <a:gd name="connsiteY1" fmla="*/ 0 h 2474718"/>
              <a:gd name="connsiteX2" fmla="*/ 9152297 w 9167786"/>
              <a:gd name="connsiteY2" fmla="*/ 2451580 h 2474718"/>
              <a:gd name="connsiteX3" fmla="*/ 14046 w 9167786"/>
              <a:gd name="connsiteY3" fmla="*/ 2474718 h 2474718"/>
              <a:gd name="connsiteX4" fmla="*/ 0 w 9167786"/>
              <a:gd name="connsiteY4" fmla="*/ 2375696 h 2474718"/>
              <a:gd name="connsiteX0" fmla="*/ 2887 w 9170673"/>
              <a:gd name="connsiteY0" fmla="*/ 2375696 h 2474718"/>
              <a:gd name="connsiteX1" fmla="*/ 9170673 w 9170673"/>
              <a:gd name="connsiteY1" fmla="*/ 0 h 2474718"/>
              <a:gd name="connsiteX2" fmla="*/ 9155184 w 9170673"/>
              <a:gd name="connsiteY2" fmla="*/ 2451580 h 2474718"/>
              <a:gd name="connsiteX3" fmla="*/ 0 w 9170673"/>
              <a:gd name="connsiteY3" fmla="*/ 2474718 h 2474718"/>
              <a:gd name="connsiteX4" fmla="*/ 2887 w 9170673"/>
              <a:gd name="connsiteY4" fmla="*/ 2375696 h 2474718"/>
              <a:gd name="connsiteX0" fmla="*/ 2887 w 9170673"/>
              <a:gd name="connsiteY0" fmla="*/ 2375696 h 2457785"/>
              <a:gd name="connsiteX1" fmla="*/ 9170673 w 9170673"/>
              <a:gd name="connsiteY1" fmla="*/ 0 h 2457785"/>
              <a:gd name="connsiteX2" fmla="*/ 9155184 w 9170673"/>
              <a:gd name="connsiteY2" fmla="*/ 2451580 h 2457785"/>
              <a:gd name="connsiteX3" fmla="*/ 0 w 9170673"/>
              <a:gd name="connsiteY3" fmla="*/ 2457785 h 2457785"/>
              <a:gd name="connsiteX4" fmla="*/ 2887 w 9170673"/>
              <a:gd name="connsiteY4" fmla="*/ 2375696 h 24577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0673" h="2457785">
                <a:moveTo>
                  <a:pt x="2887" y="2375696"/>
                </a:moveTo>
                <a:cubicBezTo>
                  <a:pt x="23548" y="2372367"/>
                  <a:pt x="7344315" y="2502055"/>
                  <a:pt x="9170673" y="0"/>
                </a:cubicBezTo>
                <a:cubicBezTo>
                  <a:pt x="9168091" y="819774"/>
                  <a:pt x="9157766" y="1631806"/>
                  <a:pt x="9155184" y="2451580"/>
                </a:cubicBezTo>
                <a:lnTo>
                  <a:pt x="0" y="2457785"/>
                </a:lnTo>
                <a:cubicBezTo>
                  <a:pt x="-1" y="2415623"/>
                  <a:pt x="2888" y="2417858"/>
                  <a:pt x="2887" y="2375696"/>
                </a:cubicBezTo>
                <a:close/>
              </a:path>
            </a:pathLst>
          </a:custGeom>
          <a:solidFill>
            <a:schemeClr val="bg1">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solidFill>
                <a:schemeClr val="bg1"/>
              </a:solidFill>
            </a:endParaRPr>
          </a:p>
        </p:txBody>
      </p:sp>
      <p:sp>
        <p:nvSpPr>
          <p:cNvPr id="2" name="Title 1"/>
          <p:cNvSpPr>
            <a:spLocks noGrp="1"/>
          </p:cNvSpPr>
          <p:nvPr>
            <p:ph type="title" hasCustomPrompt="1"/>
          </p:nvPr>
        </p:nvSpPr>
        <p:spPr>
          <a:xfrm>
            <a:off x="609599" y="457200"/>
            <a:ext cx="10972800" cy="772250"/>
          </a:xfrm>
          <a:effectLst>
            <a:outerShdw blurRad="50800" dist="38100" dir="2700000" algn="tl" rotWithShape="0">
              <a:prstClr val="black">
                <a:alpha val="40000"/>
              </a:prstClr>
            </a:outerShdw>
          </a:effectLst>
        </p:spPr>
        <p:txBody>
          <a:bodyPr anchor="t"/>
          <a:lstStyle>
            <a:lvl1pPr algn="l">
              <a:defRPr sz="4000" b="1" cap="none">
                <a:solidFill>
                  <a:srgbClr val="FFFFFF"/>
                </a:solidFill>
              </a:defRPr>
            </a:lvl1pPr>
          </a:lstStyle>
          <a:p>
            <a:r>
              <a:rPr lang="en-US" dirty="0"/>
              <a:t>Click to edit master title style</a:t>
            </a:r>
          </a:p>
        </p:txBody>
      </p:sp>
      <p:sp>
        <p:nvSpPr>
          <p:cNvPr id="3" name="Text Placeholder 2"/>
          <p:cNvSpPr>
            <a:spLocks noGrp="1"/>
          </p:cNvSpPr>
          <p:nvPr>
            <p:ph type="body" idx="1"/>
          </p:nvPr>
        </p:nvSpPr>
        <p:spPr>
          <a:xfrm>
            <a:off x="609600" y="1415654"/>
            <a:ext cx="10972800" cy="1500187"/>
          </a:xfrm>
          <a:effectLst>
            <a:outerShdw blurRad="50800" dist="38100" dir="2700000" algn="tl" rotWithShape="0">
              <a:prstClr val="black">
                <a:alpha val="40000"/>
              </a:prstClr>
            </a:outerShdw>
          </a:effectLst>
        </p:spPr>
        <p:txBody>
          <a:bodyPr anchor="t" anchorCtr="0"/>
          <a:lstStyle>
            <a:lvl1pPr marL="0" indent="0" algn="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Slide Number Placeholder 3"/>
          <p:cNvSpPr>
            <a:spLocks noGrp="1"/>
          </p:cNvSpPr>
          <p:nvPr>
            <p:ph type="sldNum" sz="quarter" idx="14"/>
          </p:nvPr>
        </p:nvSpPr>
        <p:spPr/>
        <p:txBody>
          <a:bodyPr/>
          <a:lstStyle>
            <a:lvl1pPr>
              <a:defRPr>
                <a:solidFill>
                  <a:schemeClr val="bg1"/>
                </a:solidFill>
              </a:defRPr>
            </a:lvl1pPr>
          </a:lstStyle>
          <a:p>
            <a:r>
              <a:rPr lang="en-US" dirty="0"/>
              <a:t>U.S. Department of Commerce | National Oceanic and Atmospheric Administration | NOAA Fisheries | Page </a:t>
            </a:r>
            <a:fld id="{632D3AEB-7CBE-3049-91AC-335C6B4F5BF6}" type="slidenum">
              <a:rPr lang="en-US" smtClean="0"/>
              <a:pPr/>
              <a:t>‹#›</a:t>
            </a:fld>
            <a:endParaRPr lang="en-US" dirty="0"/>
          </a:p>
        </p:txBody>
      </p:sp>
    </p:spTree>
    <p:extLst>
      <p:ext uri="{BB962C8B-B14F-4D97-AF65-F5344CB8AC3E}">
        <p14:creationId xmlns:p14="http://schemas.microsoft.com/office/powerpoint/2010/main" val="363581818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cSld name="Teal Title Slide">
    <p:bg>
      <p:bgPr>
        <a:solidFill>
          <a:srgbClr val="14B9C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133600" y="1796483"/>
            <a:ext cx="9434400" cy="1772793"/>
          </a:xfrm>
        </p:spPr>
        <p:txBody>
          <a:bodyPr lIns="0" tIns="0" rIns="0" bIns="0" anchor="b"/>
          <a:lstStyle>
            <a:lvl1pPr algn="l">
              <a:defRPr sz="7200"/>
            </a:lvl1pPr>
          </a:lstStyle>
          <a:p>
            <a:r>
              <a:rPr lang="en-US"/>
              <a:t>Click to edit Master title style</a:t>
            </a:r>
            <a:endParaRPr lang="en-US" dirty="0"/>
          </a:p>
        </p:txBody>
      </p:sp>
      <p:sp>
        <p:nvSpPr>
          <p:cNvPr id="3" name="Subtitle 2"/>
          <p:cNvSpPr>
            <a:spLocks noGrp="1"/>
          </p:cNvSpPr>
          <p:nvPr>
            <p:ph type="subTitle" idx="1"/>
          </p:nvPr>
        </p:nvSpPr>
        <p:spPr>
          <a:xfrm>
            <a:off x="2133600" y="3569273"/>
            <a:ext cx="9434400" cy="1655763"/>
          </a:xfrm>
        </p:spPr>
        <p:txBody>
          <a:bodyPr lIns="0" tIns="0" rIns="0" bIns="0">
            <a:noAutofit/>
          </a:bodyPr>
          <a:lstStyle>
            <a:lvl1pPr marL="0" indent="0" algn="l">
              <a:buNone/>
              <a:defRPr sz="36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417125365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obj">
  <p:cSld nam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3"/>
          <p:cNvSpPr>
            <a:spLocks noGrp="1"/>
          </p:cNvSpPr>
          <p:nvPr>
            <p:ph type="sldNum" sz="quarter" idx="10"/>
          </p:nvPr>
        </p:nvSpPr>
        <p:spPr/>
        <p:txBody>
          <a:bodyPr/>
          <a:lstStyle/>
          <a:p>
            <a:r>
              <a:rPr lang="en-US"/>
              <a:t>U.S. Department of Commerce | National Oceanic and Atmospheric Administration | NOAA Fisheries | Page </a:t>
            </a:r>
            <a:fld id="{632D3AEB-7CBE-3049-91AC-335C6B4F5BF6}" type="slidenum">
              <a:rPr lang="en-US" smtClean="0"/>
              <a:pPr/>
              <a:t>‹#›</a:t>
            </a:fld>
            <a:endParaRPr lang="en-US" dirty="0"/>
          </a:p>
        </p:txBody>
      </p:sp>
    </p:spTree>
    <p:extLst>
      <p:ext uri="{BB962C8B-B14F-4D97-AF65-F5344CB8AC3E}">
        <p14:creationId xmlns:p14="http://schemas.microsoft.com/office/powerpoint/2010/main" val="76394441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avy footer 1">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891AA944-878A-9A48-8554-84EFA0C90489}"/>
              </a:ext>
            </a:extLst>
          </p:cNvPr>
          <p:cNvSpPr/>
          <p:nvPr userDrawn="1"/>
        </p:nvSpPr>
        <p:spPr>
          <a:xfrm>
            <a:off x="9230627" y="1116530"/>
            <a:ext cx="2964432" cy="5741469"/>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gradFill>
            <a:gsLst>
              <a:gs pos="99000">
                <a:schemeClr val="bg2">
                  <a:lumMod val="75000"/>
                </a:schemeClr>
              </a:gs>
              <a:gs pos="0">
                <a:schemeClr val="bg2">
                  <a:lumMod val="75000"/>
                  <a:alpha val="0"/>
                </a:scheme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Rectangle 8">
            <a:extLst>
              <a:ext uri="{FF2B5EF4-FFF2-40B4-BE49-F238E27FC236}">
                <a16:creationId xmlns:a16="http://schemas.microsoft.com/office/drawing/2014/main" id="{3B90BEAA-AF94-DC47-9758-2DCCD94F335B}"/>
              </a:ext>
            </a:extLst>
          </p:cNvPr>
          <p:cNvSpPr/>
          <p:nvPr userDrawn="1"/>
        </p:nvSpPr>
        <p:spPr>
          <a:xfrm>
            <a:off x="1" y="6391374"/>
            <a:ext cx="11145212" cy="466627"/>
          </a:xfrm>
          <a:prstGeom prst="rect">
            <a:avLst/>
          </a:prstGeom>
          <a:gradFill flip="none" rotWithShape="1">
            <a:gsLst>
              <a:gs pos="45000">
                <a:schemeClr val="tx2">
                  <a:alpha val="83000"/>
                </a:schemeClr>
              </a:gs>
              <a:gs pos="100000">
                <a:schemeClr val="tx2"/>
              </a:gs>
              <a:gs pos="0">
                <a:schemeClr val="tx2">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Slide Number Placeholder 5">
            <a:extLst>
              <a:ext uri="{FF2B5EF4-FFF2-40B4-BE49-F238E27FC236}">
                <a16:creationId xmlns:a16="http://schemas.microsoft.com/office/drawing/2014/main" id="{93875E4F-3818-A540-AB42-4BE244E003AC}"/>
              </a:ext>
            </a:extLst>
          </p:cNvPr>
          <p:cNvSpPr txBox="1">
            <a:spLocks/>
          </p:cNvSpPr>
          <p:nvPr userDrawn="1"/>
        </p:nvSpPr>
        <p:spPr>
          <a:xfrm>
            <a:off x="914402" y="6370518"/>
            <a:ext cx="8930391" cy="540383"/>
          </a:xfrm>
          <a:prstGeom prst="rect">
            <a:avLst/>
          </a:prstGeom>
          <a:ln>
            <a:noFill/>
          </a:ln>
          <a:effectLst/>
        </p:spPr>
        <p:txBody>
          <a:bodyPr vert="horz" lIns="0" tIns="45720" rIns="0" bIns="45720" rtlCol="0" anchor="ctr"/>
          <a:lstStyle>
            <a:defPPr>
              <a:defRPr lang="en-US"/>
            </a:defPPr>
            <a:lvl1pPr marL="0" algn="r" defTabSz="914400" rtl="0" eaLnBrk="1" latinLnBrk="0" hangingPunct="1">
              <a:defRPr sz="1100" kern="1200">
                <a:solidFill>
                  <a:schemeClr val="bg1"/>
                </a:solidFill>
                <a:latin typeface="Arial Narrow" charset="0"/>
                <a:ea typeface="Arial Narrow" charset="0"/>
                <a:cs typeface="Arial Narrow"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900" dirty="0">
                <a:solidFill>
                  <a:schemeClr val="accent1">
                    <a:lumMod val="20000"/>
                    <a:lumOff val="80000"/>
                  </a:schemeClr>
                </a:solidFill>
              </a:rPr>
              <a:t>U.S. Department of Commerce | National Oceanic and Atmospheric Administration | National Marine Fisheries Service</a:t>
            </a:r>
          </a:p>
        </p:txBody>
      </p:sp>
      <p:sp>
        <p:nvSpPr>
          <p:cNvPr id="15" name="TextBox 14">
            <a:extLst>
              <a:ext uri="{FF2B5EF4-FFF2-40B4-BE49-F238E27FC236}">
                <a16:creationId xmlns:a16="http://schemas.microsoft.com/office/drawing/2014/main" id="{D118633E-F7EB-5542-818F-D77C9806BBA9}"/>
              </a:ext>
            </a:extLst>
          </p:cNvPr>
          <p:cNvSpPr txBox="1"/>
          <p:nvPr userDrawn="1"/>
        </p:nvSpPr>
        <p:spPr>
          <a:xfrm>
            <a:off x="168165" y="6357030"/>
            <a:ext cx="746235" cy="553871"/>
          </a:xfrm>
          <a:prstGeom prst="rect">
            <a:avLst/>
          </a:prstGeom>
          <a:noFill/>
        </p:spPr>
        <p:txBody>
          <a:bodyPr wrap="square" lIns="0" tIns="0" rIns="0" bIns="0" rtlCol="0" anchor="ctr" anchorCtr="0">
            <a:no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1050" b="1" i="0" dirty="0">
                <a:solidFill>
                  <a:schemeClr val="bg1"/>
                </a:solidFill>
                <a:latin typeface="Arial Narrow" charset="0"/>
                <a:ea typeface="Arial Narrow" charset="0"/>
                <a:cs typeface="Arial Narrow" charset="0"/>
              </a:rPr>
              <a:t>Page </a:t>
            </a:r>
            <a:fld id="{632D3AEB-7CBE-3049-91AC-335C6B4F5BF6}" type="slidenum">
              <a:rPr lang="en-US" sz="1050" b="1" i="0" smtClean="0">
                <a:solidFill>
                  <a:schemeClr val="bg1"/>
                </a:solidFill>
                <a:latin typeface="Arial Narrow" charset="0"/>
                <a:ea typeface="Arial Narrow" charset="0"/>
                <a:cs typeface="Arial Narrow" charset="0"/>
              </a:rPr>
              <a:pPr marL="0" marR="0" indent="0" algn="l" defTabSz="914377" rtl="0" eaLnBrk="1" fontAlgn="auto" latinLnBrk="0" hangingPunct="1">
                <a:lnSpc>
                  <a:spcPct val="100000"/>
                </a:lnSpc>
                <a:spcBef>
                  <a:spcPts val="0"/>
                </a:spcBef>
                <a:spcAft>
                  <a:spcPts val="0"/>
                </a:spcAft>
                <a:buClrTx/>
                <a:buSzTx/>
                <a:buFontTx/>
                <a:buNone/>
                <a:tabLst/>
                <a:defRPr/>
              </a:pPr>
              <a:t>‹#›</a:t>
            </a:fld>
            <a:endParaRPr lang="en-US" sz="1050" b="1" i="0" dirty="0">
              <a:solidFill>
                <a:schemeClr val="bg1"/>
              </a:solidFill>
              <a:latin typeface="Arial Narrow" charset="0"/>
              <a:ea typeface="Arial Narrow" charset="0"/>
              <a:cs typeface="Arial Narrow" charset="0"/>
            </a:endParaRPr>
          </a:p>
        </p:txBody>
      </p:sp>
      <p:sp>
        <p:nvSpPr>
          <p:cNvPr id="18" name="Freeform 17">
            <a:extLst>
              <a:ext uri="{FF2B5EF4-FFF2-40B4-BE49-F238E27FC236}">
                <a16:creationId xmlns:a16="http://schemas.microsoft.com/office/drawing/2014/main" id="{FF8916F3-4265-4546-9E9A-A97962815CA5}"/>
              </a:ext>
            </a:extLst>
          </p:cNvPr>
          <p:cNvSpPr/>
          <p:nvPr userDrawn="1"/>
        </p:nvSpPr>
        <p:spPr>
          <a:xfrm>
            <a:off x="10395285" y="996095"/>
            <a:ext cx="1796716" cy="5861906"/>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NOAA Fisheries logo">
            <a:extLst>
              <a:ext uri="{FF2B5EF4-FFF2-40B4-BE49-F238E27FC236}">
                <a16:creationId xmlns:a16="http://schemas.microsoft.com/office/drawing/2014/main" id="{D3E3EDC6-407C-0E4F-96D7-DE134E67A0D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44812" y="6075805"/>
            <a:ext cx="1497659" cy="682267"/>
          </a:xfrm>
          <a:prstGeom prst="rect">
            <a:avLst/>
          </a:prstGeom>
          <a:noFill/>
          <a:ln>
            <a:noFill/>
          </a:ln>
        </p:spPr>
      </p:pic>
    </p:spTree>
    <p:extLst>
      <p:ext uri="{BB962C8B-B14F-4D97-AF65-F5344CB8AC3E}">
        <p14:creationId xmlns:p14="http://schemas.microsoft.com/office/powerpoint/2010/main" val="4277524762"/>
      </p:ext>
    </p:extLst>
  </p:cSld>
  <p:clrMapOvr>
    <a:masterClrMapping/>
  </p:clrMapOvr>
  <mc:AlternateContent xmlns:mc="http://schemas.openxmlformats.org/markup-compatibility/2006" xmlns:p14="http://schemas.microsoft.com/office/powerpoint/2010/main">
    <mc:Choice Requires="p14">
      <p:transition spd="slow" p14:dur="1500" advClick="0" advTm="5000">
        <p:push dir="u"/>
      </p:transition>
    </mc:Choice>
    <mc:Fallback xmlns="">
      <p:transition spd="slow" advClick="0" advTm="5000">
        <p:push dir="u"/>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Aqua footer 1">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F89FDCE-4A12-854A-8643-B00BEEE4D471}"/>
              </a:ext>
            </a:extLst>
          </p:cNvPr>
          <p:cNvSpPr/>
          <p:nvPr userDrawn="1"/>
        </p:nvSpPr>
        <p:spPr>
          <a:xfrm>
            <a:off x="0" y="6391374"/>
            <a:ext cx="12192000" cy="466627"/>
          </a:xfrm>
          <a:prstGeom prst="rect">
            <a:avLst/>
          </a:prstGeom>
          <a:gradFill flip="none" rotWithShape="1">
            <a:gsLst>
              <a:gs pos="100000">
                <a:schemeClr val="bg2">
                  <a:lumMod val="90000"/>
                </a:schemeClr>
              </a:gs>
              <a:gs pos="8000">
                <a:schemeClr val="bg2">
                  <a:lumMod val="75000"/>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Freeform 7">
            <a:extLst>
              <a:ext uri="{FF2B5EF4-FFF2-40B4-BE49-F238E27FC236}">
                <a16:creationId xmlns:a16="http://schemas.microsoft.com/office/drawing/2014/main" id="{891AA944-878A-9A48-8554-84EFA0C90489}"/>
              </a:ext>
            </a:extLst>
          </p:cNvPr>
          <p:cNvSpPr/>
          <p:nvPr userDrawn="1"/>
        </p:nvSpPr>
        <p:spPr>
          <a:xfrm>
            <a:off x="9230627" y="1116530"/>
            <a:ext cx="2964432" cy="5741469"/>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gradFill>
            <a:gsLst>
              <a:gs pos="99000">
                <a:schemeClr val="tx2"/>
              </a:gs>
              <a:gs pos="0">
                <a:schemeClr val="tx2">
                  <a:alpha val="0"/>
                </a:scheme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Slide Number Placeholder 5">
            <a:extLst>
              <a:ext uri="{FF2B5EF4-FFF2-40B4-BE49-F238E27FC236}">
                <a16:creationId xmlns:a16="http://schemas.microsoft.com/office/drawing/2014/main" id="{2719834A-6841-384B-AE22-4DDBF00C023A}"/>
              </a:ext>
            </a:extLst>
          </p:cNvPr>
          <p:cNvSpPr txBox="1">
            <a:spLocks/>
          </p:cNvSpPr>
          <p:nvPr userDrawn="1"/>
        </p:nvSpPr>
        <p:spPr>
          <a:xfrm>
            <a:off x="914402" y="6370518"/>
            <a:ext cx="8930391" cy="540383"/>
          </a:xfrm>
          <a:prstGeom prst="rect">
            <a:avLst/>
          </a:prstGeom>
          <a:ln>
            <a:noFill/>
          </a:ln>
          <a:effectLst/>
        </p:spPr>
        <p:txBody>
          <a:bodyPr vert="horz" lIns="0" tIns="45720" rIns="0" bIns="45720" rtlCol="0" anchor="ctr"/>
          <a:lstStyle>
            <a:defPPr>
              <a:defRPr lang="en-US"/>
            </a:defPPr>
            <a:lvl1pPr marL="0" algn="r" defTabSz="914400" rtl="0" eaLnBrk="1" latinLnBrk="0" hangingPunct="1">
              <a:defRPr sz="1100" kern="1200">
                <a:solidFill>
                  <a:schemeClr val="bg1"/>
                </a:solidFill>
                <a:latin typeface="Arial Narrow" charset="0"/>
                <a:ea typeface="Arial Narrow" charset="0"/>
                <a:cs typeface="Arial Narrow"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900" dirty="0">
                <a:solidFill>
                  <a:schemeClr val="accent1"/>
                </a:solidFill>
              </a:rPr>
              <a:t>U.S. Department of Commerce | National Oceanic and Atmospheric Administration | National Marine Fisheries Service</a:t>
            </a:r>
          </a:p>
        </p:txBody>
      </p:sp>
      <p:sp>
        <p:nvSpPr>
          <p:cNvPr id="16" name="TextBox 15">
            <a:extLst>
              <a:ext uri="{FF2B5EF4-FFF2-40B4-BE49-F238E27FC236}">
                <a16:creationId xmlns:a16="http://schemas.microsoft.com/office/drawing/2014/main" id="{D7E67B4F-7490-8F42-BA4D-C7C60C716D45}"/>
              </a:ext>
            </a:extLst>
          </p:cNvPr>
          <p:cNvSpPr txBox="1"/>
          <p:nvPr userDrawn="1"/>
        </p:nvSpPr>
        <p:spPr>
          <a:xfrm>
            <a:off x="168165" y="6357030"/>
            <a:ext cx="746235" cy="553871"/>
          </a:xfrm>
          <a:prstGeom prst="rect">
            <a:avLst/>
          </a:prstGeom>
          <a:noFill/>
        </p:spPr>
        <p:txBody>
          <a:bodyPr wrap="square" lIns="0" tIns="0" rIns="0" bIns="0" rtlCol="0" anchor="ctr" anchorCtr="0">
            <a:no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1050" b="1" i="0" dirty="0">
                <a:solidFill>
                  <a:schemeClr val="tx2"/>
                </a:solidFill>
                <a:latin typeface="Arial Narrow" charset="0"/>
                <a:ea typeface="Arial Narrow" charset="0"/>
                <a:cs typeface="Arial Narrow" charset="0"/>
              </a:rPr>
              <a:t>Page </a:t>
            </a:r>
            <a:fld id="{632D3AEB-7CBE-3049-91AC-335C6B4F5BF6}" type="slidenum">
              <a:rPr lang="en-US" sz="1050" b="1" i="0" smtClean="0">
                <a:solidFill>
                  <a:schemeClr val="tx2"/>
                </a:solidFill>
                <a:latin typeface="Arial Narrow" charset="0"/>
                <a:ea typeface="Arial Narrow" charset="0"/>
                <a:cs typeface="Arial Narrow" charset="0"/>
              </a:rPr>
              <a:pPr marL="0" marR="0" indent="0" algn="l" defTabSz="914377" rtl="0" eaLnBrk="1" fontAlgn="auto" latinLnBrk="0" hangingPunct="1">
                <a:lnSpc>
                  <a:spcPct val="100000"/>
                </a:lnSpc>
                <a:spcBef>
                  <a:spcPts val="0"/>
                </a:spcBef>
                <a:spcAft>
                  <a:spcPts val="0"/>
                </a:spcAft>
                <a:buClrTx/>
                <a:buSzTx/>
                <a:buFontTx/>
                <a:buNone/>
                <a:tabLst/>
                <a:defRPr/>
              </a:pPr>
              <a:t>‹#›</a:t>
            </a:fld>
            <a:endParaRPr lang="en-US" sz="1050" b="1" i="0" dirty="0">
              <a:solidFill>
                <a:schemeClr val="tx2"/>
              </a:solidFill>
              <a:latin typeface="Arial Narrow" charset="0"/>
              <a:ea typeface="Arial Narrow" charset="0"/>
              <a:cs typeface="Arial Narrow" charset="0"/>
            </a:endParaRPr>
          </a:p>
        </p:txBody>
      </p:sp>
      <p:sp>
        <p:nvSpPr>
          <p:cNvPr id="17" name="Freeform 16">
            <a:extLst>
              <a:ext uri="{FF2B5EF4-FFF2-40B4-BE49-F238E27FC236}">
                <a16:creationId xmlns:a16="http://schemas.microsoft.com/office/drawing/2014/main" id="{7BEB0FDE-1CCC-354B-AB98-8BE3477EEF1C}"/>
              </a:ext>
            </a:extLst>
          </p:cNvPr>
          <p:cNvSpPr/>
          <p:nvPr userDrawn="1"/>
        </p:nvSpPr>
        <p:spPr>
          <a:xfrm>
            <a:off x="10395285" y="996095"/>
            <a:ext cx="1796716" cy="5861906"/>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NOAA Fisheries logo">
            <a:extLst>
              <a:ext uri="{FF2B5EF4-FFF2-40B4-BE49-F238E27FC236}">
                <a16:creationId xmlns:a16="http://schemas.microsoft.com/office/drawing/2014/main" id="{4A46996E-75AA-CD40-BEAE-E4AD38F2988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44812" y="6075805"/>
            <a:ext cx="1497659" cy="682267"/>
          </a:xfrm>
          <a:prstGeom prst="rect">
            <a:avLst/>
          </a:prstGeom>
          <a:noFill/>
          <a:ln>
            <a:noFill/>
          </a:ln>
        </p:spPr>
      </p:pic>
    </p:spTree>
    <p:extLst>
      <p:ext uri="{BB962C8B-B14F-4D97-AF65-F5344CB8AC3E}">
        <p14:creationId xmlns:p14="http://schemas.microsoft.com/office/powerpoint/2010/main" val="1109178164"/>
      </p:ext>
    </p:extLst>
  </p:cSld>
  <p:clrMapOvr>
    <a:masterClrMapping/>
  </p:clrMapOvr>
  <mc:AlternateContent xmlns:mc="http://schemas.openxmlformats.org/markup-compatibility/2006" xmlns:p14="http://schemas.microsoft.com/office/powerpoint/2010/main">
    <mc:Choice Requires="p14">
      <p:transition spd="slow" p14:dur="1500" advClick="0" advTm="5000">
        <p:push dir="u"/>
      </p:transition>
    </mc:Choice>
    <mc:Fallback xmlns="">
      <p:transition spd="slow" advClick="0" advTm="5000">
        <p:push dir="u"/>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avy footer 2">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7F73F8E5-8E34-424B-9469-B2E86C5C5041}"/>
              </a:ext>
            </a:extLst>
          </p:cNvPr>
          <p:cNvSpPr/>
          <p:nvPr userDrawn="1"/>
        </p:nvSpPr>
        <p:spPr>
          <a:xfrm rot="10800000" flipH="1" flipV="1">
            <a:off x="9707592" y="-11455"/>
            <a:ext cx="2484408" cy="6857415"/>
          </a:xfrm>
          <a:custGeom>
            <a:avLst/>
            <a:gdLst>
              <a:gd name="connsiteX0" fmla="*/ 999997 w 1016530"/>
              <a:gd name="connsiteY0" fmla="*/ 5463677 h 5463677"/>
              <a:gd name="connsiteX1" fmla="*/ 0 w 1016530"/>
              <a:gd name="connsiteY1" fmla="*/ 5463677 h 5463677"/>
              <a:gd name="connsiteX2" fmla="*/ 16577 w 1016530"/>
              <a:gd name="connsiteY2" fmla="*/ 0 h 5463677"/>
              <a:gd name="connsiteX3" fmla="*/ 1016530 w 1016530"/>
              <a:gd name="connsiteY3" fmla="*/ 14211 h 5463677"/>
              <a:gd name="connsiteX4" fmla="*/ 999997 w 1016530"/>
              <a:gd name="connsiteY4" fmla="*/ 5463677 h 5463677"/>
              <a:gd name="connsiteX0" fmla="*/ 999997 w 1042361"/>
              <a:gd name="connsiteY0" fmla="*/ 5463677 h 5463677"/>
              <a:gd name="connsiteX1" fmla="*/ 0 w 1042361"/>
              <a:gd name="connsiteY1" fmla="*/ 5463677 h 5463677"/>
              <a:gd name="connsiteX2" fmla="*/ 16577 w 1042361"/>
              <a:gd name="connsiteY2" fmla="*/ 0 h 5463677"/>
              <a:gd name="connsiteX3" fmla="*/ 1042361 w 1042361"/>
              <a:gd name="connsiteY3" fmla="*/ 4620 h 5463677"/>
              <a:gd name="connsiteX4" fmla="*/ 999997 w 1042361"/>
              <a:gd name="connsiteY4" fmla="*/ 5463677 h 5463677"/>
              <a:gd name="connsiteX0" fmla="*/ 1654379 w 1696743"/>
              <a:gd name="connsiteY0" fmla="*/ 5463677 h 5463677"/>
              <a:gd name="connsiteX1" fmla="*/ 0 w 1696743"/>
              <a:gd name="connsiteY1" fmla="*/ 5434903 h 5463677"/>
              <a:gd name="connsiteX2" fmla="*/ 670959 w 1696743"/>
              <a:gd name="connsiteY2" fmla="*/ 0 h 5463677"/>
              <a:gd name="connsiteX3" fmla="*/ 1696743 w 1696743"/>
              <a:gd name="connsiteY3" fmla="*/ 4620 h 5463677"/>
              <a:gd name="connsiteX4" fmla="*/ 1654379 w 1696743"/>
              <a:gd name="connsiteY4" fmla="*/ 5463677 h 5463677"/>
              <a:gd name="connsiteX0" fmla="*/ 1654379 w 1696743"/>
              <a:gd name="connsiteY0" fmla="*/ 5463677 h 5463677"/>
              <a:gd name="connsiteX1" fmla="*/ 0 w 1696743"/>
              <a:gd name="connsiteY1" fmla="*/ 5434903 h 5463677"/>
              <a:gd name="connsiteX2" fmla="*/ 670959 w 1696743"/>
              <a:gd name="connsiteY2" fmla="*/ 0 h 5463677"/>
              <a:gd name="connsiteX3" fmla="*/ 1696743 w 1696743"/>
              <a:gd name="connsiteY3" fmla="*/ 4620 h 5463677"/>
              <a:gd name="connsiteX4" fmla="*/ 1654379 w 1696743"/>
              <a:gd name="connsiteY4" fmla="*/ 5463677 h 5463677"/>
              <a:gd name="connsiteX0" fmla="*/ 1654379 w 1696743"/>
              <a:gd name="connsiteY0" fmla="*/ 5463677 h 5463677"/>
              <a:gd name="connsiteX1" fmla="*/ 0 w 1696743"/>
              <a:gd name="connsiteY1" fmla="*/ 5434903 h 5463677"/>
              <a:gd name="connsiteX2" fmla="*/ 980930 w 1696743"/>
              <a:gd name="connsiteY2" fmla="*/ 0 h 5463677"/>
              <a:gd name="connsiteX3" fmla="*/ 1696743 w 1696743"/>
              <a:gd name="connsiteY3" fmla="*/ 4620 h 5463677"/>
              <a:gd name="connsiteX4" fmla="*/ 1654379 w 1696743"/>
              <a:gd name="connsiteY4" fmla="*/ 5463677 h 5463677"/>
              <a:gd name="connsiteX0" fmla="*/ 1654379 w 1696743"/>
              <a:gd name="connsiteY0" fmla="*/ 5463677 h 5463677"/>
              <a:gd name="connsiteX1" fmla="*/ 0 w 1696743"/>
              <a:gd name="connsiteY1" fmla="*/ 5454085 h 5463677"/>
              <a:gd name="connsiteX2" fmla="*/ 980930 w 1696743"/>
              <a:gd name="connsiteY2" fmla="*/ 0 h 5463677"/>
              <a:gd name="connsiteX3" fmla="*/ 1696743 w 1696743"/>
              <a:gd name="connsiteY3" fmla="*/ 4620 h 5463677"/>
              <a:gd name="connsiteX4" fmla="*/ 1654379 w 1696743"/>
              <a:gd name="connsiteY4" fmla="*/ 5463677 h 5463677"/>
              <a:gd name="connsiteX0" fmla="*/ 1709112 w 1709112"/>
              <a:gd name="connsiteY0" fmla="*/ 5436187 h 5454085"/>
              <a:gd name="connsiteX1" fmla="*/ 0 w 1709112"/>
              <a:gd name="connsiteY1" fmla="*/ 5454085 h 5454085"/>
              <a:gd name="connsiteX2" fmla="*/ 980930 w 1709112"/>
              <a:gd name="connsiteY2" fmla="*/ 0 h 5454085"/>
              <a:gd name="connsiteX3" fmla="*/ 1696743 w 1709112"/>
              <a:gd name="connsiteY3" fmla="*/ 4620 h 5454085"/>
              <a:gd name="connsiteX4" fmla="*/ 1709112 w 1709112"/>
              <a:gd name="connsiteY4" fmla="*/ 5436187 h 5454085"/>
              <a:gd name="connsiteX0" fmla="*/ 1722796 w 1722796"/>
              <a:gd name="connsiteY0" fmla="*/ 5449933 h 5454085"/>
              <a:gd name="connsiteX1" fmla="*/ 0 w 1722796"/>
              <a:gd name="connsiteY1" fmla="*/ 5454085 h 5454085"/>
              <a:gd name="connsiteX2" fmla="*/ 980930 w 1722796"/>
              <a:gd name="connsiteY2" fmla="*/ 0 h 5454085"/>
              <a:gd name="connsiteX3" fmla="*/ 1696743 w 1722796"/>
              <a:gd name="connsiteY3" fmla="*/ 4620 h 5454085"/>
              <a:gd name="connsiteX4" fmla="*/ 1722796 w 1722796"/>
              <a:gd name="connsiteY4" fmla="*/ 5449933 h 5454085"/>
              <a:gd name="connsiteX0" fmla="*/ 1722796 w 1722796"/>
              <a:gd name="connsiteY0" fmla="*/ 5449933 h 5454085"/>
              <a:gd name="connsiteX1" fmla="*/ 0 w 1722796"/>
              <a:gd name="connsiteY1" fmla="*/ 5454085 h 5454085"/>
              <a:gd name="connsiteX2" fmla="*/ 980930 w 1722796"/>
              <a:gd name="connsiteY2" fmla="*/ 0 h 5454085"/>
              <a:gd name="connsiteX3" fmla="*/ 1712358 w 1722796"/>
              <a:gd name="connsiteY3" fmla="*/ 18365 h 5454085"/>
              <a:gd name="connsiteX4" fmla="*/ 1722796 w 1722796"/>
              <a:gd name="connsiteY4" fmla="*/ 5449933 h 5454085"/>
              <a:gd name="connsiteX0" fmla="*/ 1722796 w 1728606"/>
              <a:gd name="connsiteY0" fmla="*/ 5459058 h 5463210"/>
              <a:gd name="connsiteX1" fmla="*/ 0 w 1728606"/>
              <a:gd name="connsiteY1" fmla="*/ 5463210 h 5463210"/>
              <a:gd name="connsiteX2" fmla="*/ 980930 w 1728606"/>
              <a:gd name="connsiteY2" fmla="*/ 9125 h 5463210"/>
              <a:gd name="connsiteX3" fmla="*/ 1727973 w 1728606"/>
              <a:gd name="connsiteY3" fmla="*/ 0 h 5463210"/>
              <a:gd name="connsiteX4" fmla="*/ 1722796 w 1728606"/>
              <a:gd name="connsiteY4" fmla="*/ 5459058 h 54632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8606" h="5463210">
                <a:moveTo>
                  <a:pt x="1722796" y="5459058"/>
                </a:moveTo>
                <a:lnTo>
                  <a:pt x="0" y="5463210"/>
                </a:lnTo>
                <a:lnTo>
                  <a:pt x="980930" y="9125"/>
                </a:lnTo>
                <a:lnTo>
                  <a:pt x="1727973" y="0"/>
                </a:lnTo>
                <a:cubicBezTo>
                  <a:pt x="1731452" y="1810523"/>
                  <a:pt x="1719317" y="3648535"/>
                  <a:pt x="1722796" y="5459058"/>
                </a:cubicBezTo>
                <a:close/>
              </a:path>
            </a:pathLst>
          </a:custGeom>
          <a:gradFill flip="none" rotWithShape="1">
            <a:gsLst>
              <a:gs pos="100000">
                <a:srgbClr val="07477D">
                  <a:alpha val="34000"/>
                </a:srgbClr>
              </a:gs>
              <a:gs pos="42000">
                <a:srgbClr val="07477D">
                  <a:alpha val="0"/>
                </a:srgbClr>
              </a:gs>
            </a:gsLst>
            <a:lin ang="720000" scaled="0"/>
            <a:tileRect/>
          </a:gradFill>
          <a:ln w="1397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dirty="0"/>
          </a:p>
        </p:txBody>
      </p:sp>
      <p:sp>
        <p:nvSpPr>
          <p:cNvPr id="14" name="Rectangle 13">
            <a:extLst>
              <a:ext uri="{FF2B5EF4-FFF2-40B4-BE49-F238E27FC236}">
                <a16:creationId xmlns:a16="http://schemas.microsoft.com/office/drawing/2014/main" id="{E1A06F2B-8E81-7F4F-B30B-DAB9DFCC7AA1}"/>
              </a:ext>
            </a:extLst>
          </p:cNvPr>
          <p:cNvSpPr/>
          <p:nvPr userDrawn="1"/>
        </p:nvSpPr>
        <p:spPr>
          <a:xfrm>
            <a:off x="0" y="6391374"/>
            <a:ext cx="12192000" cy="46662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 name="Slide Number Placeholder 5">
            <a:extLst>
              <a:ext uri="{FF2B5EF4-FFF2-40B4-BE49-F238E27FC236}">
                <a16:creationId xmlns:a16="http://schemas.microsoft.com/office/drawing/2014/main" id="{60664F76-C42F-AF43-8503-B59506A3F33F}"/>
              </a:ext>
            </a:extLst>
          </p:cNvPr>
          <p:cNvSpPr txBox="1">
            <a:spLocks/>
          </p:cNvSpPr>
          <p:nvPr userDrawn="1"/>
        </p:nvSpPr>
        <p:spPr>
          <a:xfrm>
            <a:off x="914402" y="6370518"/>
            <a:ext cx="8930391" cy="540383"/>
          </a:xfrm>
          <a:prstGeom prst="rect">
            <a:avLst/>
          </a:prstGeom>
          <a:ln>
            <a:noFill/>
          </a:ln>
          <a:effectLst/>
        </p:spPr>
        <p:txBody>
          <a:bodyPr vert="horz" lIns="0" tIns="45720" rIns="0" bIns="45720" rtlCol="0" anchor="ctr"/>
          <a:lstStyle>
            <a:defPPr>
              <a:defRPr lang="en-US"/>
            </a:defPPr>
            <a:lvl1pPr marL="0" algn="r" defTabSz="914400" rtl="0" eaLnBrk="1" latinLnBrk="0" hangingPunct="1">
              <a:defRPr sz="1100" kern="1200">
                <a:solidFill>
                  <a:schemeClr val="bg1"/>
                </a:solidFill>
                <a:latin typeface="Arial Narrow" charset="0"/>
                <a:ea typeface="Arial Narrow" charset="0"/>
                <a:cs typeface="Arial Narrow"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900" dirty="0">
                <a:solidFill>
                  <a:schemeClr val="accent1">
                    <a:lumMod val="20000"/>
                    <a:lumOff val="80000"/>
                  </a:schemeClr>
                </a:solidFill>
              </a:rPr>
              <a:t>U.S. Department of Commerce | National Oceanic and Atmospheric Administration | National Marine Fisheries Service</a:t>
            </a:r>
          </a:p>
        </p:txBody>
      </p:sp>
      <p:sp>
        <p:nvSpPr>
          <p:cNvPr id="19" name="TextBox 18">
            <a:extLst>
              <a:ext uri="{FF2B5EF4-FFF2-40B4-BE49-F238E27FC236}">
                <a16:creationId xmlns:a16="http://schemas.microsoft.com/office/drawing/2014/main" id="{650C3681-2CFF-5947-BAE0-FF53BCA5DD6D}"/>
              </a:ext>
            </a:extLst>
          </p:cNvPr>
          <p:cNvSpPr txBox="1"/>
          <p:nvPr userDrawn="1"/>
        </p:nvSpPr>
        <p:spPr>
          <a:xfrm>
            <a:off x="168165" y="6357030"/>
            <a:ext cx="746235" cy="553871"/>
          </a:xfrm>
          <a:prstGeom prst="rect">
            <a:avLst/>
          </a:prstGeom>
          <a:noFill/>
        </p:spPr>
        <p:txBody>
          <a:bodyPr wrap="square" lIns="0" tIns="0" rIns="0" bIns="0" rtlCol="0" anchor="ctr" anchorCtr="0">
            <a:no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1050" b="1" i="0" dirty="0">
                <a:solidFill>
                  <a:schemeClr val="bg1"/>
                </a:solidFill>
                <a:latin typeface="Arial Narrow" charset="0"/>
                <a:ea typeface="Arial Narrow" charset="0"/>
                <a:cs typeface="Arial Narrow" charset="0"/>
              </a:rPr>
              <a:t>Page </a:t>
            </a:r>
            <a:fld id="{632D3AEB-7CBE-3049-91AC-335C6B4F5BF6}" type="slidenum">
              <a:rPr lang="en-US" sz="1050" b="1" i="0" smtClean="0">
                <a:solidFill>
                  <a:schemeClr val="bg1"/>
                </a:solidFill>
                <a:latin typeface="Arial Narrow" charset="0"/>
                <a:ea typeface="Arial Narrow" charset="0"/>
                <a:cs typeface="Arial Narrow" charset="0"/>
              </a:rPr>
              <a:pPr marL="0" marR="0" indent="0" algn="l" defTabSz="914377" rtl="0" eaLnBrk="1" fontAlgn="auto" latinLnBrk="0" hangingPunct="1">
                <a:lnSpc>
                  <a:spcPct val="100000"/>
                </a:lnSpc>
                <a:spcBef>
                  <a:spcPts val="0"/>
                </a:spcBef>
                <a:spcAft>
                  <a:spcPts val="0"/>
                </a:spcAft>
                <a:buClrTx/>
                <a:buSzTx/>
                <a:buFontTx/>
                <a:buNone/>
                <a:tabLst/>
                <a:defRPr/>
              </a:pPr>
              <a:t>‹#›</a:t>
            </a:fld>
            <a:endParaRPr lang="en-US" sz="1050" b="1" i="0" dirty="0">
              <a:solidFill>
                <a:schemeClr val="bg1"/>
              </a:solidFill>
              <a:latin typeface="Arial Narrow" charset="0"/>
              <a:ea typeface="Arial Narrow" charset="0"/>
              <a:cs typeface="Arial Narrow" charset="0"/>
            </a:endParaRPr>
          </a:p>
        </p:txBody>
      </p:sp>
      <p:sp>
        <p:nvSpPr>
          <p:cNvPr id="20" name="Freeform 19">
            <a:extLst>
              <a:ext uri="{FF2B5EF4-FFF2-40B4-BE49-F238E27FC236}">
                <a16:creationId xmlns:a16="http://schemas.microsoft.com/office/drawing/2014/main" id="{ABBB4C42-3950-3B49-A3AD-4999C06DAC6E}"/>
              </a:ext>
            </a:extLst>
          </p:cNvPr>
          <p:cNvSpPr/>
          <p:nvPr userDrawn="1"/>
        </p:nvSpPr>
        <p:spPr>
          <a:xfrm>
            <a:off x="10395285" y="996095"/>
            <a:ext cx="1796716" cy="5861906"/>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descr="NOAA Fisheries logo">
            <a:extLst>
              <a:ext uri="{FF2B5EF4-FFF2-40B4-BE49-F238E27FC236}">
                <a16:creationId xmlns:a16="http://schemas.microsoft.com/office/drawing/2014/main" id="{29BE4E0F-24BD-A44C-969B-036BB242726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44812" y="6075805"/>
            <a:ext cx="1497659" cy="682267"/>
          </a:xfrm>
          <a:prstGeom prst="rect">
            <a:avLst/>
          </a:prstGeom>
          <a:noFill/>
          <a:ln>
            <a:noFill/>
          </a:ln>
        </p:spPr>
      </p:pic>
    </p:spTree>
    <p:extLst>
      <p:ext uri="{BB962C8B-B14F-4D97-AF65-F5344CB8AC3E}">
        <p14:creationId xmlns:p14="http://schemas.microsoft.com/office/powerpoint/2010/main" val="2126054320"/>
      </p:ext>
    </p:extLst>
  </p:cSld>
  <p:clrMapOvr>
    <a:masterClrMapping/>
  </p:clrMapOvr>
  <mc:AlternateContent xmlns:mc="http://schemas.openxmlformats.org/markup-compatibility/2006" xmlns:p14="http://schemas.microsoft.com/office/powerpoint/2010/main">
    <mc:Choice Requires="p14">
      <p:transition spd="slow" p14:dur="1500" advClick="0" advTm="5000">
        <p:push dir="u"/>
      </p:transition>
    </mc:Choice>
    <mc:Fallback xmlns="">
      <p:transition spd="slow" advClick="0" advTm="5000">
        <p:push dir="u"/>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Aqua footer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7844970-7F4A-D541-BB16-02D9FE93EFBA}"/>
              </a:ext>
            </a:extLst>
          </p:cNvPr>
          <p:cNvSpPr/>
          <p:nvPr userDrawn="1"/>
        </p:nvSpPr>
        <p:spPr>
          <a:xfrm>
            <a:off x="0" y="6391374"/>
            <a:ext cx="12192000" cy="466627"/>
          </a:xfrm>
          <a:prstGeom prst="rect">
            <a:avLst/>
          </a:prstGeom>
          <a:solidFill>
            <a:schemeClr val="bg2">
              <a:lumMod val="90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Slide Number Placeholder 5"/>
          <p:cNvSpPr txBox="1">
            <a:spLocks/>
          </p:cNvSpPr>
          <p:nvPr userDrawn="1"/>
        </p:nvSpPr>
        <p:spPr>
          <a:xfrm>
            <a:off x="914402" y="6370518"/>
            <a:ext cx="8930391" cy="540383"/>
          </a:xfrm>
          <a:prstGeom prst="rect">
            <a:avLst/>
          </a:prstGeom>
          <a:ln>
            <a:noFill/>
          </a:ln>
          <a:effectLst/>
        </p:spPr>
        <p:txBody>
          <a:bodyPr vert="horz" lIns="0" tIns="45720" rIns="0" bIns="45720" rtlCol="0" anchor="ctr"/>
          <a:lstStyle>
            <a:defPPr>
              <a:defRPr lang="en-US"/>
            </a:defPPr>
            <a:lvl1pPr marL="0" algn="r" defTabSz="914400" rtl="0" eaLnBrk="1" latinLnBrk="0" hangingPunct="1">
              <a:defRPr sz="1100" kern="1200">
                <a:solidFill>
                  <a:schemeClr val="bg1"/>
                </a:solidFill>
                <a:latin typeface="Arial Narrow" charset="0"/>
                <a:ea typeface="Arial Narrow" charset="0"/>
                <a:cs typeface="Arial Narrow"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900" dirty="0">
                <a:solidFill>
                  <a:schemeClr val="accent1"/>
                </a:solidFill>
              </a:rPr>
              <a:t>U.S. Department of Commerce | National Oceanic and Atmospheric Administration | National Marine Fisheries Service</a:t>
            </a:r>
          </a:p>
        </p:txBody>
      </p:sp>
      <p:sp>
        <p:nvSpPr>
          <p:cNvPr id="14" name="TextBox 13"/>
          <p:cNvSpPr txBox="1"/>
          <p:nvPr userDrawn="1"/>
        </p:nvSpPr>
        <p:spPr>
          <a:xfrm>
            <a:off x="168165" y="6357030"/>
            <a:ext cx="746235" cy="553871"/>
          </a:xfrm>
          <a:prstGeom prst="rect">
            <a:avLst/>
          </a:prstGeom>
          <a:noFill/>
        </p:spPr>
        <p:txBody>
          <a:bodyPr wrap="square" lIns="0" tIns="0" rIns="0" bIns="0" rtlCol="0" anchor="ctr" anchorCtr="0">
            <a:no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1050" b="1" i="0" dirty="0">
                <a:solidFill>
                  <a:schemeClr val="tx2"/>
                </a:solidFill>
                <a:latin typeface="Arial Narrow" charset="0"/>
                <a:ea typeface="Arial Narrow" charset="0"/>
                <a:cs typeface="Arial Narrow" charset="0"/>
              </a:rPr>
              <a:t>Page </a:t>
            </a:r>
            <a:fld id="{632D3AEB-7CBE-3049-91AC-335C6B4F5BF6}" type="slidenum">
              <a:rPr lang="en-US" sz="1050" b="1" i="0" smtClean="0">
                <a:solidFill>
                  <a:schemeClr val="tx2"/>
                </a:solidFill>
                <a:latin typeface="Arial Narrow" charset="0"/>
                <a:ea typeface="Arial Narrow" charset="0"/>
                <a:cs typeface="Arial Narrow" charset="0"/>
              </a:rPr>
              <a:pPr marL="0" marR="0" indent="0" algn="l" defTabSz="914377" rtl="0" eaLnBrk="1" fontAlgn="auto" latinLnBrk="0" hangingPunct="1">
                <a:lnSpc>
                  <a:spcPct val="100000"/>
                </a:lnSpc>
                <a:spcBef>
                  <a:spcPts val="0"/>
                </a:spcBef>
                <a:spcAft>
                  <a:spcPts val="0"/>
                </a:spcAft>
                <a:buClrTx/>
                <a:buSzTx/>
                <a:buFontTx/>
                <a:buNone/>
                <a:tabLst/>
                <a:defRPr/>
              </a:pPr>
              <a:t>‹#›</a:t>
            </a:fld>
            <a:endParaRPr lang="en-US" sz="1050" b="1" i="0" dirty="0">
              <a:solidFill>
                <a:schemeClr val="tx2"/>
              </a:solidFill>
              <a:latin typeface="Arial Narrow" charset="0"/>
              <a:ea typeface="Arial Narrow" charset="0"/>
              <a:cs typeface="Arial Narrow" charset="0"/>
            </a:endParaRPr>
          </a:p>
        </p:txBody>
      </p:sp>
      <p:sp>
        <p:nvSpPr>
          <p:cNvPr id="5" name="Freeform 4">
            <a:extLst>
              <a:ext uri="{FF2B5EF4-FFF2-40B4-BE49-F238E27FC236}">
                <a16:creationId xmlns:a16="http://schemas.microsoft.com/office/drawing/2014/main" id="{7D6243E8-9C72-4344-94EF-F60AFF95A6A6}"/>
              </a:ext>
            </a:extLst>
          </p:cNvPr>
          <p:cNvSpPr/>
          <p:nvPr userDrawn="1"/>
        </p:nvSpPr>
        <p:spPr>
          <a:xfrm rot="10800000" flipH="1" flipV="1">
            <a:off x="9707592" y="-11455"/>
            <a:ext cx="2484408" cy="6857415"/>
          </a:xfrm>
          <a:custGeom>
            <a:avLst/>
            <a:gdLst>
              <a:gd name="connsiteX0" fmla="*/ 999997 w 1016530"/>
              <a:gd name="connsiteY0" fmla="*/ 5463677 h 5463677"/>
              <a:gd name="connsiteX1" fmla="*/ 0 w 1016530"/>
              <a:gd name="connsiteY1" fmla="*/ 5463677 h 5463677"/>
              <a:gd name="connsiteX2" fmla="*/ 16577 w 1016530"/>
              <a:gd name="connsiteY2" fmla="*/ 0 h 5463677"/>
              <a:gd name="connsiteX3" fmla="*/ 1016530 w 1016530"/>
              <a:gd name="connsiteY3" fmla="*/ 14211 h 5463677"/>
              <a:gd name="connsiteX4" fmla="*/ 999997 w 1016530"/>
              <a:gd name="connsiteY4" fmla="*/ 5463677 h 5463677"/>
              <a:gd name="connsiteX0" fmla="*/ 999997 w 1042361"/>
              <a:gd name="connsiteY0" fmla="*/ 5463677 h 5463677"/>
              <a:gd name="connsiteX1" fmla="*/ 0 w 1042361"/>
              <a:gd name="connsiteY1" fmla="*/ 5463677 h 5463677"/>
              <a:gd name="connsiteX2" fmla="*/ 16577 w 1042361"/>
              <a:gd name="connsiteY2" fmla="*/ 0 h 5463677"/>
              <a:gd name="connsiteX3" fmla="*/ 1042361 w 1042361"/>
              <a:gd name="connsiteY3" fmla="*/ 4620 h 5463677"/>
              <a:gd name="connsiteX4" fmla="*/ 999997 w 1042361"/>
              <a:gd name="connsiteY4" fmla="*/ 5463677 h 5463677"/>
              <a:gd name="connsiteX0" fmla="*/ 1654379 w 1696743"/>
              <a:gd name="connsiteY0" fmla="*/ 5463677 h 5463677"/>
              <a:gd name="connsiteX1" fmla="*/ 0 w 1696743"/>
              <a:gd name="connsiteY1" fmla="*/ 5434903 h 5463677"/>
              <a:gd name="connsiteX2" fmla="*/ 670959 w 1696743"/>
              <a:gd name="connsiteY2" fmla="*/ 0 h 5463677"/>
              <a:gd name="connsiteX3" fmla="*/ 1696743 w 1696743"/>
              <a:gd name="connsiteY3" fmla="*/ 4620 h 5463677"/>
              <a:gd name="connsiteX4" fmla="*/ 1654379 w 1696743"/>
              <a:gd name="connsiteY4" fmla="*/ 5463677 h 5463677"/>
              <a:gd name="connsiteX0" fmla="*/ 1654379 w 1696743"/>
              <a:gd name="connsiteY0" fmla="*/ 5463677 h 5463677"/>
              <a:gd name="connsiteX1" fmla="*/ 0 w 1696743"/>
              <a:gd name="connsiteY1" fmla="*/ 5434903 h 5463677"/>
              <a:gd name="connsiteX2" fmla="*/ 670959 w 1696743"/>
              <a:gd name="connsiteY2" fmla="*/ 0 h 5463677"/>
              <a:gd name="connsiteX3" fmla="*/ 1696743 w 1696743"/>
              <a:gd name="connsiteY3" fmla="*/ 4620 h 5463677"/>
              <a:gd name="connsiteX4" fmla="*/ 1654379 w 1696743"/>
              <a:gd name="connsiteY4" fmla="*/ 5463677 h 5463677"/>
              <a:gd name="connsiteX0" fmla="*/ 1654379 w 1696743"/>
              <a:gd name="connsiteY0" fmla="*/ 5463677 h 5463677"/>
              <a:gd name="connsiteX1" fmla="*/ 0 w 1696743"/>
              <a:gd name="connsiteY1" fmla="*/ 5434903 h 5463677"/>
              <a:gd name="connsiteX2" fmla="*/ 980930 w 1696743"/>
              <a:gd name="connsiteY2" fmla="*/ 0 h 5463677"/>
              <a:gd name="connsiteX3" fmla="*/ 1696743 w 1696743"/>
              <a:gd name="connsiteY3" fmla="*/ 4620 h 5463677"/>
              <a:gd name="connsiteX4" fmla="*/ 1654379 w 1696743"/>
              <a:gd name="connsiteY4" fmla="*/ 5463677 h 5463677"/>
              <a:gd name="connsiteX0" fmla="*/ 1654379 w 1696743"/>
              <a:gd name="connsiteY0" fmla="*/ 5463677 h 5463677"/>
              <a:gd name="connsiteX1" fmla="*/ 0 w 1696743"/>
              <a:gd name="connsiteY1" fmla="*/ 5454085 h 5463677"/>
              <a:gd name="connsiteX2" fmla="*/ 980930 w 1696743"/>
              <a:gd name="connsiteY2" fmla="*/ 0 h 5463677"/>
              <a:gd name="connsiteX3" fmla="*/ 1696743 w 1696743"/>
              <a:gd name="connsiteY3" fmla="*/ 4620 h 5463677"/>
              <a:gd name="connsiteX4" fmla="*/ 1654379 w 1696743"/>
              <a:gd name="connsiteY4" fmla="*/ 5463677 h 5463677"/>
              <a:gd name="connsiteX0" fmla="*/ 1709112 w 1709112"/>
              <a:gd name="connsiteY0" fmla="*/ 5436187 h 5454085"/>
              <a:gd name="connsiteX1" fmla="*/ 0 w 1709112"/>
              <a:gd name="connsiteY1" fmla="*/ 5454085 h 5454085"/>
              <a:gd name="connsiteX2" fmla="*/ 980930 w 1709112"/>
              <a:gd name="connsiteY2" fmla="*/ 0 h 5454085"/>
              <a:gd name="connsiteX3" fmla="*/ 1696743 w 1709112"/>
              <a:gd name="connsiteY3" fmla="*/ 4620 h 5454085"/>
              <a:gd name="connsiteX4" fmla="*/ 1709112 w 1709112"/>
              <a:gd name="connsiteY4" fmla="*/ 5436187 h 5454085"/>
              <a:gd name="connsiteX0" fmla="*/ 1722796 w 1722796"/>
              <a:gd name="connsiteY0" fmla="*/ 5449933 h 5454085"/>
              <a:gd name="connsiteX1" fmla="*/ 0 w 1722796"/>
              <a:gd name="connsiteY1" fmla="*/ 5454085 h 5454085"/>
              <a:gd name="connsiteX2" fmla="*/ 980930 w 1722796"/>
              <a:gd name="connsiteY2" fmla="*/ 0 h 5454085"/>
              <a:gd name="connsiteX3" fmla="*/ 1696743 w 1722796"/>
              <a:gd name="connsiteY3" fmla="*/ 4620 h 5454085"/>
              <a:gd name="connsiteX4" fmla="*/ 1722796 w 1722796"/>
              <a:gd name="connsiteY4" fmla="*/ 5449933 h 5454085"/>
              <a:gd name="connsiteX0" fmla="*/ 1722796 w 1722796"/>
              <a:gd name="connsiteY0" fmla="*/ 5449933 h 5454085"/>
              <a:gd name="connsiteX1" fmla="*/ 0 w 1722796"/>
              <a:gd name="connsiteY1" fmla="*/ 5454085 h 5454085"/>
              <a:gd name="connsiteX2" fmla="*/ 980930 w 1722796"/>
              <a:gd name="connsiteY2" fmla="*/ 0 h 5454085"/>
              <a:gd name="connsiteX3" fmla="*/ 1712358 w 1722796"/>
              <a:gd name="connsiteY3" fmla="*/ 18365 h 5454085"/>
              <a:gd name="connsiteX4" fmla="*/ 1722796 w 1722796"/>
              <a:gd name="connsiteY4" fmla="*/ 5449933 h 5454085"/>
              <a:gd name="connsiteX0" fmla="*/ 1722796 w 1728606"/>
              <a:gd name="connsiteY0" fmla="*/ 5459058 h 5463210"/>
              <a:gd name="connsiteX1" fmla="*/ 0 w 1728606"/>
              <a:gd name="connsiteY1" fmla="*/ 5463210 h 5463210"/>
              <a:gd name="connsiteX2" fmla="*/ 980930 w 1728606"/>
              <a:gd name="connsiteY2" fmla="*/ 9125 h 5463210"/>
              <a:gd name="connsiteX3" fmla="*/ 1727973 w 1728606"/>
              <a:gd name="connsiteY3" fmla="*/ 0 h 5463210"/>
              <a:gd name="connsiteX4" fmla="*/ 1722796 w 1728606"/>
              <a:gd name="connsiteY4" fmla="*/ 5459058 h 54632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8606" h="5463210">
                <a:moveTo>
                  <a:pt x="1722796" y="5459058"/>
                </a:moveTo>
                <a:lnTo>
                  <a:pt x="0" y="5463210"/>
                </a:lnTo>
                <a:lnTo>
                  <a:pt x="980930" y="9125"/>
                </a:lnTo>
                <a:lnTo>
                  <a:pt x="1727973" y="0"/>
                </a:lnTo>
                <a:cubicBezTo>
                  <a:pt x="1731452" y="1810523"/>
                  <a:pt x="1719317" y="3648535"/>
                  <a:pt x="1722796" y="5459058"/>
                </a:cubicBezTo>
                <a:close/>
              </a:path>
            </a:pathLst>
          </a:custGeom>
          <a:gradFill flip="none" rotWithShape="1">
            <a:gsLst>
              <a:gs pos="100000">
                <a:schemeClr val="bg2">
                  <a:lumMod val="90000"/>
                </a:schemeClr>
              </a:gs>
              <a:gs pos="50000">
                <a:schemeClr val="bg2">
                  <a:alpha val="0"/>
                </a:schemeClr>
              </a:gs>
            </a:gsLst>
            <a:lin ang="720000" scaled="0"/>
            <a:tileRect/>
          </a:gradFill>
          <a:ln w="1397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dirty="0"/>
          </a:p>
        </p:txBody>
      </p:sp>
      <p:sp>
        <p:nvSpPr>
          <p:cNvPr id="8" name="Freeform 7">
            <a:extLst>
              <a:ext uri="{FF2B5EF4-FFF2-40B4-BE49-F238E27FC236}">
                <a16:creationId xmlns:a16="http://schemas.microsoft.com/office/drawing/2014/main" id="{151910D7-953F-564B-97DB-5473B1EB0B95}"/>
              </a:ext>
            </a:extLst>
          </p:cNvPr>
          <p:cNvSpPr/>
          <p:nvPr userDrawn="1"/>
        </p:nvSpPr>
        <p:spPr>
          <a:xfrm>
            <a:off x="10395285" y="996095"/>
            <a:ext cx="1796716" cy="5861906"/>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NOAA Fisheries logo">
            <a:extLst>
              <a:ext uri="{FF2B5EF4-FFF2-40B4-BE49-F238E27FC236}">
                <a16:creationId xmlns:a16="http://schemas.microsoft.com/office/drawing/2014/main" id="{9381F619-72DF-984A-8E74-FE1830BBA6B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44812" y="6075805"/>
            <a:ext cx="1497659" cy="682267"/>
          </a:xfrm>
          <a:prstGeom prst="rect">
            <a:avLst/>
          </a:prstGeom>
          <a:noFill/>
          <a:ln>
            <a:noFill/>
          </a:ln>
        </p:spPr>
      </p:pic>
    </p:spTree>
    <p:extLst>
      <p:ext uri="{BB962C8B-B14F-4D97-AF65-F5344CB8AC3E}">
        <p14:creationId xmlns:p14="http://schemas.microsoft.com/office/powerpoint/2010/main" val="3266026776"/>
      </p:ext>
    </p:extLst>
  </p:cSld>
  <p:clrMapOvr>
    <a:masterClrMapping/>
  </p:clrMapOvr>
  <mc:AlternateContent xmlns:mc="http://schemas.openxmlformats.org/markup-compatibility/2006" xmlns:p14="http://schemas.microsoft.com/office/powerpoint/2010/main">
    <mc:Choice Requires="p14">
      <p:transition spd="slow" p14:dur="1500" advClick="0" advTm="5000">
        <p:push dir="u"/>
      </p:transition>
    </mc:Choice>
    <mc:Fallback xmlns="">
      <p:transition spd="slow" advClick="0" advTm="5000">
        <p:push dir="u"/>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Aqua footer sm">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15E8329F-D41A-9149-BC0A-1D46AD80AAFD}"/>
              </a:ext>
            </a:extLst>
          </p:cNvPr>
          <p:cNvSpPr/>
          <p:nvPr userDrawn="1"/>
        </p:nvSpPr>
        <p:spPr>
          <a:xfrm rot="5400000" flipV="1">
            <a:off x="8567307" y="3252524"/>
            <a:ext cx="2026084" cy="5223308"/>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gradFill flip="none" rotWithShape="1">
            <a:gsLst>
              <a:gs pos="99000">
                <a:schemeClr val="bg2">
                  <a:lumMod val="75000"/>
                </a:schemeClr>
              </a:gs>
              <a:gs pos="0">
                <a:schemeClr val="bg2">
                  <a:lumMod val="75000"/>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 name="Freeform 3">
            <a:extLst>
              <a:ext uri="{FF2B5EF4-FFF2-40B4-BE49-F238E27FC236}">
                <a16:creationId xmlns:a16="http://schemas.microsoft.com/office/drawing/2014/main" id="{D37BE76C-8200-0840-8FDE-341E7DC53ED4}"/>
              </a:ext>
            </a:extLst>
          </p:cNvPr>
          <p:cNvSpPr/>
          <p:nvPr userDrawn="1"/>
        </p:nvSpPr>
        <p:spPr>
          <a:xfrm rot="16200000" flipH="1">
            <a:off x="9813760" y="4479761"/>
            <a:ext cx="1833614" cy="2922873"/>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Slide Number Placeholder 5">
            <a:extLst>
              <a:ext uri="{FF2B5EF4-FFF2-40B4-BE49-F238E27FC236}">
                <a16:creationId xmlns:a16="http://schemas.microsoft.com/office/drawing/2014/main" id="{0B63F7BF-CE1E-4443-9159-743E539A49FA}"/>
              </a:ext>
            </a:extLst>
          </p:cNvPr>
          <p:cNvSpPr txBox="1">
            <a:spLocks/>
          </p:cNvSpPr>
          <p:nvPr userDrawn="1"/>
        </p:nvSpPr>
        <p:spPr>
          <a:xfrm>
            <a:off x="914402" y="6370518"/>
            <a:ext cx="8930391" cy="540383"/>
          </a:xfrm>
          <a:prstGeom prst="rect">
            <a:avLst/>
          </a:prstGeom>
          <a:ln>
            <a:noFill/>
          </a:ln>
          <a:effectLst/>
        </p:spPr>
        <p:txBody>
          <a:bodyPr vert="horz" lIns="0" tIns="45720" rIns="0" bIns="45720" rtlCol="0" anchor="ctr"/>
          <a:lstStyle>
            <a:defPPr>
              <a:defRPr lang="en-US"/>
            </a:defPPr>
            <a:lvl1pPr marL="0" algn="r" defTabSz="914400" rtl="0" eaLnBrk="1" latinLnBrk="0" hangingPunct="1">
              <a:defRPr sz="1100" kern="1200">
                <a:solidFill>
                  <a:schemeClr val="bg1"/>
                </a:solidFill>
                <a:latin typeface="Arial Narrow" charset="0"/>
                <a:ea typeface="Arial Narrow" charset="0"/>
                <a:cs typeface="Arial Narrow"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900" dirty="0">
                <a:solidFill>
                  <a:schemeClr val="accent1"/>
                </a:solidFill>
              </a:rPr>
              <a:t>U.S. Department of Commerce | National Oceanic and Atmospheric Administration | National Marine Fisheries Service</a:t>
            </a:r>
          </a:p>
        </p:txBody>
      </p:sp>
      <p:sp>
        <p:nvSpPr>
          <p:cNvPr id="7" name="TextBox 6">
            <a:extLst>
              <a:ext uri="{FF2B5EF4-FFF2-40B4-BE49-F238E27FC236}">
                <a16:creationId xmlns:a16="http://schemas.microsoft.com/office/drawing/2014/main" id="{F862C621-20CB-994A-864D-5CA183C42E98}"/>
              </a:ext>
            </a:extLst>
          </p:cNvPr>
          <p:cNvSpPr txBox="1"/>
          <p:nvPr userDrawn="1"/>
        </p:nvSpPr>
        <p:spPr>
          <a:xfrm>
            <a:off x="168165" y="6357030"/>
            <a:ext cx="746235" cy="553871"/>
          </a:xfrm>
          <a:prstGeom prst="rect">
            <a:avLst/>
          </a:prstGeom>
          <a:noFill/>
        </p:spPr>
        <p:txBody>
          <a:bodyPr wrap="square" lIns="0" tIns="0" rIns="0" bIns="0" rtlCol="0" anchor="ctr" anchorCtr="0">
            <a:no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1050" b="1" i="0" dirty="0">
                <a:solidFill>
                  <a:schemeClr val="tx2"/>
                </a:solidFill>
                <a:latin typeface="Arial Narrow" charset="0"/>
                <a:ea typeface="Arial Narrow" charset="0"/>
                <a:cs typeface="Arial Narrow" charset="0"/>
              </a:rPr>
              <a:t>Page </a:t>
            </a:r>
            <a:fld id="{632D3AEB-7CBE-3049-91AC-335C6B4F5BF6}" type="slidenum">
              <a:rPr lang="en-US" sz="1050" b="1" i="0" smtClean="0">
                <a:solidFill>
                  <a:schemeClr val="tx2"/>
                </a:solidFill>
                <a:latin typeface="Arial Narrow" charset="0"/>
                <a:ea typeface="Arial Narrow" charset="0"/>
                <a:cs typeface="Arial Narrow" charset="0"/>
              </a:rPr>
              <a:pPr marL="0" marR="0" indent="0" algn="l" defTabSz="914377" rtl="0" eaLnBrk="1" fontAlgn="auto" latinLnBrk="0" hangingPunct="1">
                <a:lnSpc>
                  <a:spcPct val="100000"/>
                </a:lnSpc>
                <a:spcBef>
                  <a:spcPts val="0"/>
                </a:spcBef>
                <a:spcAft>
                  <a:spcPts val="0"/>
                </a:spcAft>
                <a:buClrTx/>
                <a:buSzTx/>
                <a:buFontTx/>
                <a:buNone/>
                <a:tabLst/>
                <a:defRPr/>
              </a:pPr>
              <a:t>‹#›</a:t>
            </a:fld>
            <a:endParaRPr lang="en-US" sz="1050" b="1" i="0" dirty="0">
              <a:solidFill>
                <a:schemeClr val="tx2"/>
              </a:solidFill>
              <a:latin typeface="Arial Narrow" charset="0"/>
              <a:ea typeface="Arial Narrow" charset="0"/>
              <a:cs typeface="Arial Narrow" charset="0"/>
            </a:endParaRPr>
          </a:p>
        </p:txBody>
      </p:sp>
      <p:pic>
        <p:nvPicPr>
          <p:cNvPr id="9" name="Picture 8" descr="NOAA Fisheries logo">
            <a:extLst>
              <a:ext uri="{FF2B5EF4-FFF2-40B4-BE49-F238E27FC236}">
                <a16:creationId xmlns:a16="http://schemas.microsoft.com/office/drawing/2014/main" id="{A93BF77C-916C-304D-BF99-4C278AFE17F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44812" y="6075805"/>
            <a:ext cx="1497659" cy="682267"/>
          </a:xfrm>
          <a:prstGeom prst="rect">
            <a:avLst/>
          </a:prstGeom>
          <a:noFill/>
          <a:ln>
            <a:noFill/>
          </a:ln>
        </p:spPr>
      </p:pic>
    </p:spTree>
    <p:extLst>
      <p:ext uri="{BB962C8B-B14F-4D97-AF65-F5344CB8AC3E}">
        <p14:creationId xmlns:p14="http://schemas.microsoft.com/office/powerpoint/2010/main" val="1889143451"/>
      </p:ext>
    </p:extLst>
  </p:cSld>
  <p:clrMapOvr>
    <a:masterClrMapping/>
  </p:clrMapOvr>
  <mc:AlternateContent xmlns:mc="http://schemas.openxmlformats.org/markup-compatibility/2006" xmlns:p14="http://schemas.microsoft.com/office/powerpoint/2010/main">
    <mc:Choice Requires="p14">
      <p:transition spd="slow" p14:dur="1500" advClick="0" advTm="5000">
        <p:push dir="u"/>
      </p:transition>
    </mc:Choice>
    <mc:Fallback xmlns="">
      <p:transition spd="slow" advClick="0" advTm="5000">
        <p:push dir="u"/>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cSld name="Teal Title Slide">
    <p:bg>
      <p:bgPr>
        <a:solidFill>
          <a:srgbClr val="14B9C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133600" y="1796483"/>
            <a:ext cx="9434400" cy="1772793"/>
          </a:xfrm>
        </p:spPr>
        <p:txBody>
          <a:bodyPr lIns="0" tIns="0" rIns="0" bIns="0" anchor="b"/>
          <a:lstStyle>
            <a:lvl1pPr algn="l">
              <a:defRPr sz="7200"/>
            </a:lvl1pPr>
          </a:lstStyle>
          <a:p>
            <a:r>
              <a:rPr lang="en-US"/>
              <a:t>Click to edit Master title style</a:t>
            </a:r>
            <a:endParaRPr lang="en-US" dirty="0"/>
          </a:p>
        </p:txBody>
      </p:sp>
      <p:sp>
        <p:nvSpPr>
          <p:cNvPr id="3" name="Subtitle 2"/>
          <p:cNvSpPr>
            <a:spLocks noGrp="1"/>
          </p:cNvSpPr>
          <p:nvPr>
            <p:ph type="subTitle" idx="1"/>
          </p:nvPr>
        </p:nvSpPr>
        <p:spPr>
          <a:xfrm>
            <a:off x="2133600" y="3569273"/>
            <a:ext cx="9434400" cy="1655763"/>
          </a:xfrm>
        </p:spPr>
        <p:txBody>
          <a:bodyPr lIns="0" tIns="0" rIns="0" bIns="0">
            <a:noAutofit/>
          </a:bodyPr>
          <a:lstStyle>
            <a:lvl1pPr marL="0" indent="0" algn="l">
              <a:buNone/>
              <a:defRPr sz="36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219320173"/>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obj">
  <p:cSld nam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3"/>
          <p:cNvSpPr>
            <a:spLocks noGrp="1"/>
          </p:cNvSpPr>
          <p:nvPr>
            <p:ph type="sldNum" sz="quarter" idx="10"/>
          </p:nvPr>
        </p:nvSpPr>
        <p:spPr/>
        <p:txBody>
          <a:bodyPr/>
          <a:lstStyle/>
          <a:p>
            <a:r>
              <a:rPr lang="en-US"/>
              <a:t>U.S. Department of Commerce | National Oceanic and Atmospheric Administration | NOAA Fisheries | Page </a:t>
            </a:r>
            <a:fld id="{632D3AEB-7CBE-3049-91AC-335C6B4F5BF6}" type="slidenum">
              <a:rPr lang="en-US" smtClean="0"/>
              <a:pPr/>
              <a:t>‹#›</a:t>
            </a:fld>
            <a:endParaRPr lang="en-US" dirty="0"/>
          </a:p>
        </p:txBody>
      </p:sp>
    </p:spTree>
    <p:extLst>
      <p:ext uri="{BB962C8B-B14F-4D97-AF65-F5344CB8AC3E}">
        <p14:creationId xmlns:p14="http://schemas.microsoft.com/office/powerpoint/2010/main" val="52652461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inimal Swoosh">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5187C988-18CB-EA44-9F9E-B67E21717891}"/>
              </a:ext>
            </a:extLst>
          </p:cNvPr>
          <p:cNvSpPr txBox="1">
            <a:spLocks/>
          </p:cNvSpPr>
          <p:nvPr userDrawn="1"/>
        </p:nvSpPr>
        <p:spPr>
          <a:xfrm>
            <a:off x="914402" y="6370518"/>
            <a:ext cx="8930391" cy="540383"/>
          </a:xfrm>
          <a:prstGeom prst="rect">
            <a:avLst/>
          </a:prstGeom>
          <a:ln>
            <a:noFill/>
          </a:ln>
          <a:effectLst/>
        </p:spPr>
        <p:txBody>
          <a:bodyPr vert="horz" lIns="0" tIns="45720" rIns="0" bIns="45720" rtlCol="0" anchor="ctr"/>
          <a:lstStyle>
            <a:defPPr>
              <a:defRPr lang="en-US"/>
            </a:defPPr>
            <a:lvl1pPr marL="0" algn="r" defTabSz="914400" rtl="0" eaLnBrk="1" latinLnBrk="0" hangingPunct="1">
              <a:defRPr sz="1100" kern="1200">
                <a:solidFill>
                  <a:schemeClr val="bg1"/>
                </a:solidFill>
                <a:latin typeface="Arial Narrow" charset="0"/>
                <a:ea typeface="Arial Narrow" charset="0"/>
                <a:cs typeface="Arial Narrow"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900" dirty="0">
                <a:solidFill>
                  <a:schemeClr val="accent1"/>
                </a:solidFill>
              </a:rPr>
              <a:t>U.S. Department of Commerce | National Oceanic and Atmospheric Administration | National Marine Fisheries Service</a:t>
            </a:r>
          </a:p>
        </p:txBody>
      </p:sp>
      <p:sp>
        <p:nvSpPr>
          <p:cNvPr id="5" name="TextBox 4">
            <a:extLst>
              <a:ext uri="{FF2B5EF4-FFF2-40B4-BE49-F238E27FC236}">
                <a16:creationId xmlns:a16="http://schemas.microsoft.com/office/drawing/2014/main" id="{FEE73040-B389-EF4E-9D11-3B151971C1A5}"/>
              </a:ext>
            </a:extLst>
          </p:cNvPr>
          <p:cNvSpPr txBox="1"/>
          <p:nvPr userDrawn="1"/>
        </p:nvSpPr>
        <p:spPr>
          <a:xfrm>
            <a:off x="168165" y="6357030"/>
            <a:ext cx="746235" cy="553871"/>
          </a:xfrm>
          <a:prstGeom prst="rect">
            <a:avLst/>
          </a:prstGeom>
          <a:noFill/>
        </p:spPr>
        <p:txBody>
          <a:bodyPr wrap="square" lIns="0" tIns="0" rIns="0" bIns="0" rtlCol="0" anchor="ctr" anchorCtr="0">
            <a:no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1050" b="1" i="0" dirty="0">
                <a:solidFill>
                  <a:schemeClr val="tx2"/>
                </a:solidFill>
                <a:latin typeface="Arial Narrow" charset="0"/>
                <a:ea typeface="Arial Narrow" charset="0"/>
                <a:cs typeface="Arial Narrow" charset="0"/>
              </a:rPr>
              <a:t>Page </a:t>
            </a:r>
            <a:fld id="{632D3AEB-7CBE-3049-91AC-335C6B4F5BF6}" type="slidenum">
              <a:rPr lang="en-US" sz="1050" b="1" i="0" smtClean="0">
                <a:solidFill>
                  <a:schemeClr val="tx2"/>
                </a:solidFill>
                <a:latin typeface="Arial Narrow" charset="0"/>
                <a:ea typeface="Arial Narrow" charset="0"/>
                <a:cs typeface="Arial Narrow" charset="0"/>
              </a:rPr>
              <a:pPr marL="0" marR="0" indent="0" algn="l" defTabSz="914377" rtl="0" eaLnBrk="1" fontAlgn="auto" latinLnBrk="0" hangingPunct="1">
                <a:lnSpc>
                  <a:spcPct val="100000"/>
                </a:lnSpc>
                <a:spcBef>
                  <a:spcPts val="0"/>
                </a:spcBef>
                <a:spcAft>
                  <a:spcPts val="0"/>
                </a:spcAft>
                <a:buClrTx/>
                <a:buSzTx/>
                <a:buFontTx/>
                <a:buNone/>
                <a:tabLst/>
                <a:defRPr/>
              </a:pPr>
              <a:t>‹#›</a:t>
            </a:fld>
            <a:endParaRPr lang="en-US" sz="1050" b="1" i="0" dirty="0">
              <a:solidFill>
                <a:schemeClr val="tx2"/>
              </a:solidFill>
              <a:latin typeface="Arial Narrow" charset="0"/>
              <a:ea typeface="Arial Narrow" charset="0"/>
              <a:cs typeface="Arial Narrow" charset="0"/>
            </a:endParaRPr>
          </a:p>
        </p:txBody>
      </p:sp>
      <p:sp>
        <p:nvSpPr>
          <p:cNvPr id="6" name="Freeform 5">
            <a:extLst>
              <a:ext uri="{FF2B5EF4-FFF2-40B4-BE49-F238E27FC236}">
                <a16:creationId xmlns:a16="http://schemas.microsoft.com/office/drawing/2014/main" id="{34BED8C5-FA7A-944D-9C00-5BBC0E72C442}"/>
              </a:ext>
            </a:extLst>
          </p:cNvPr>
          <p:cNvSpPr/>
          <p:nvPr userDrawn="1"/>
        </p:nvSpPr>
        <p:spPr>
          <a:xfrm rot="16200000" flipH="1">
            <a:off x="9882744" y="4548741"/>
            <a:ext cx="1217592" cy="3400925"/>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gradFill>
            <a:gsLst>
              <a:gs pos="99000">
                <a:schemeClr val="bg2">
                  <a:lumMod val="75000"/>
                </a:schemeClr>
              </a:gs>
              <a:gs pos="49500">
                <a:srgbClr val="84C4CC">
                  <a:alpha val="30000"/>
                </a:srgbClr>
              </a:gs>
              <a:gs pos="0">
                <a:schemeClr val="bg2">
                  <a:lumMod val="75000"/>
                  <a:alpha val="0"/>
                </a:scheme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3390340173"/>
      </p:ext>
    </p:extLst>
  </p:cSld>
  <p:clrMapOvr>
    <a:masterClrMapping/>
  </p:clrMapOvr>
  <mc:AlternateContent xmlns:mc="http://schemas.openxmlformats.org/markup-compatibility/2006" xmlns:p14="http://schemas.microsoft.com/office/powerpoint/2010/main">
    <mc:Choice Requires="p14">
      <p:transition spd="slow" p14:dur="1500" advClick="0" advTm="5000">
        <p:push dir="u"/>
      </p:transition>
    </mc:Choice>
    <mc:Fallback xmlns="">
      <p:transition spd="slow" advClick="0" advTm="5000">
        <p:push dir="u"/>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Minimal Swoosh_Teal Foot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C919294-428D-CA42-B3A7-CC09A6762897}"/>
              </a:ext>
            </a:extLst>
          </p:cNvPr>
          <p:cNvSpPr/>
          <p:nvPr userDrawn="1"/>
        </p:nvSpPr>
        <p:spPr>
          <a:xfrm>
            <a:off x="0" y="6391374"/>
            <a:ext cx="12192000" cy="466627"/>
          </a:xfrm>
          <a:prstGeom prst="rect">
            <a:avLst/>
          </a:prstGeom>
          <a:gradFill flip="none" rotWithShape="1">
            <a:gsLst>
              <a:gs pos="100000">
                <a:schemeClr val="bg2">
                  <a:lumMod val="90000"/>
                </a:schemeClr>
              </a:gs>
              <a:gs pos="8000">
                <a:schemeClr val="bg2">
                  <a:lumMod val="75000"/>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 name="Slide Number Placeholder 5">
            <a:extLst>
              <a:ext uri="{FF2B5EF4-FFF2-40B4-BE49-F238E27FC236}">
                <a16:creationId xmlns:a16="http://schemas.microsoft.com/office/drawing/2014/main" id="{5187C988-18CB-EA44-9F9E-B67E21717891}"/>
              </a:ext>
            </a:extLst>
          </p:cNvPr>
          <p:cNvSpPr txBox="1">
            <a:spLocks/>
          </p:cNvSpPr>
          <p:nvPr userDrawn="1"/>
        </p:nvSpPr>
        <p:spPr>
          <a:xfrm>
            <a:off x="914402" y="6370518"/>
            <a:ext cx="8930391" cy="540383"/>
          </a:xfrm>
          <a:prstGeom prst="rect">
            <a:avLst/>
          </a:prstGeom>
          <a:ln>
            <a:noFill/>
          </a:ln>
          <a:effectLst/>
        </p:spPr>
        <p:txBody>
          <a:bodyPr vert="horz" lIns="0" tIns="45720" rIns="0" bIns="45720" rtlCol="0" anchor="ctr"/>
          <a:lstStyle>
            <a:defPPr>
              <a:defRPr lang="en-US"/>
            </a:defPPr>
            <a:lvl1pPr marL="0" algn="r" defTabSz="914400" rtl="0" eaLnBrk="1" latinLnBrk="0" hangingPunct="1">
              <a:defRPr sz="1100" kern="1200">
                <a:solidFill>
                  <a:schemeClr val="bg1"/>
                </a:solidFill>
                <a:latin typeface="Arial Narrow" charset="0"/>
                <a:ea typeface="Arial Narrow" charset="0"/>
                <a:cs typeface="Arial Narrow"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900" dirty="0">
                <a:solidFill>
                  <a:schemeClr val="accent1"/>
                </a:solidFill>
              </a:rPr>
              <a:t>U.S. Department of Commerce | National Oceanic and Atmospheric Administration | National Marine Fisheries Service</a:t>
            </a:r>
          </a:p>
        </p:txBody>
      </p:sp>
      <p:sp>
        <p:nvSpPr>
          <p:cNvPr id="5" name="TextBox 4">
            <a:extLst>
              <a:ext uri="{FF2B5EF4-FFF2-40B4-BE49-F238E27FC236}">
                <a16:creationId xmlns:a16="http://schemas.microsoft.com/office/drawing/2014/main" id="{FEE73040-B389-EF4E-9D11-3B151971C1A5}"/>
              </a:ext>
            </a:extLst>
          </p:cNvPr>
          <p:cNvSpPr txBox="1"/>
          <p:nvPr userDrawn="1"/>
        </p:nvSpPr>
        <p:spPr>
          <a:xfrm>
            <a:off x="168165" y="6357030"/>
            <a:ext cx="746235" cy="553871"/>
          </a:xfrm>
          <a:prstGeom prst="rect">
            <a:avLst/>
          </a:prstGeom>
          <a:noFill/>
        </p:spPr>
        <p:txBody>
          <a:bodyPr wrap="square" lIns="0" tIns="0" rIns="0" bIns="0" rtlCol="0" anchor="ctr" anchorCtr="0">
            <a:no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1050" b="1" i="0" dirty="0">
                <a:solidFill>
                  <a:schemeClr val="tx2"/>
                </a:solidFill>
                <a:latin typeface="Arial Narrow" charset="0"/>
                <a:ea typeface="Arial Narrow" charset="0"/>
                <a:cs typeface="Arial Narrow" charset="0"/>
              </a:rPr>
              <a:t>Page </a:t>
            </a:r>
            <a:fld id="{632D3AEB-7CBE-3049-91AC-335C6B4F5BF6}" type="slidenum">
              <a:rPr lang="en-US" sz="1050" b="1" i="0" smtClean="0">
                <a:solidFill>
                  <a:schemeClr val="tx2"/>
                </a:solidFill>
                <a:latin typeface="Arial Narrow" charset="0"/>
                <a:ea typeface="Arial Narrow" charset="0"/>
                <a:cs typeface="Arial Narrow" charset="0"/>
              </a:rPr>
              <a:pPr marL="0" marR="0" indent="0" algn="l" defTabSz="914377" rtl="0" eaLnBrk="1" fontAlgn="auto" latinLnBrk="0" hangingPunct="1">
                <a:lnSpc>
                  <a:spcPct val="100000"/>
                </a:lnSpc>
                <a:spcBef>
                  <a:spcPts val="0"/>
                </a:spcBef>
                <a:spcAft>
                  <a:spcPts val="0"/>
                </a:spcAft>
                <a:buClrTx/>
                <a:buSzTx/>
                <a:buFontTx/>
                <a:buNone/>
                <a:tabLst/>
                <a:defRPr/>
              </a:pPr>
              <a:t>‹#›</a:t>
            </a:fld>
            <a:endParaRPr lang="en-US" sz="1050" b="1" i="0" dirty="0">
              <a:solidFill>
                <a:schemeClr val="tx2"/>
              </a:solidFill>
              <a:latin typeface="Arial Narrow" charset="0"/>
              <a:ea typeface="Arial Narrow" charset="0"/>
              <a:cs typeface="Arial Narrow" charset="0"/>
            </a:endParaRPr>
          </a:p>
        </p:txBody>
      </p:sp>
      <p:sp>
        <p:nvSpPr>
          <p:cNvPr id="6" name="Freeform 5">
            <a:extLst>
              <a:ext uri="{FF2B5EF4-FFF2-40B4-BE49-F238E27FC236}">
                <a16:creationId xmlns:a16="http://schemas.microsoft.com/office/drawing/2014/main" id="{34BED8C5-FA7A-944D-9C00-5BBC0E72C442}"/>
              </a:ext>
            </a:extLst>
          </p:cNvPr>
          <p:cNvSpPr/>
          <p:nvPr userDrawn="1"/>
        </p:nvSpPr>
        <p:spPr>
          <a:xfrm rot="16200000" flipH="1">
            <a:off x="9882744" y="4548741"/>
            <a:ext cx="1217592" cy="3400925"/>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gradFill>
            <a:gsLst>
              <a:gs pos="99000">
                <a:schemeClr val="bg2">
                  <a:lumMod val="75000"/>
                </a:schemeClr>
              </a:gs>
              <a:gs pos="49500">
                <a:srgbClr val="84C4CC">
                  <a:alpha val="30000"/>
                </a:srgbClr>
              </a:gs>
              <a:gs pos="0">
                <a:schemeClr val="bg2">
                  <a:lumMod val="75000"/>
                  <a:alpha val="0"/>
                </a:scheme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3977687766"/>
      </p:ext>
    </p:extLst>
  </p:cSld>
  <p:clrMapOvr>
    <a:masterClrMapping/>
  </p:clrMapOvr>
  <mc:AlternateContent xmlns:mc="http://schemas.openxmlformats.org/markup-compatibility/2006" xmlns:p14="http://schemas.microsoft.com/office/powerpoint/2010/main">
    <mc:Choice Requires="p14">
      <p:transition spd="slow" p14:dur="1500" advClick="0" advTm="5000">
        <p:push dir="u"/>
      </p:transition>
    </mc:Choice>
    <mc:Fallback xmlns="">
      <p:transition spd="slow" advClick="0" advTm="5000">
        <p:push dir="u"/>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Minimal Logo Swoosh ">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8E7EF6C5-83E4-9945-94D0-030B8BB2F605}"/>
              </a:ext>
            </a:extLst>
          </p:cNvPr>
          <p:cNvSpPr txBox="1">
            <a:spLocks/>
          </p:cNvSpPr>
          <p:nvPr userDrawn="1"/>
        </p:nvSpPr>
        <p:spPr>
          <a:xfrm>
            <a:off x="914402" y="6370518"/>
            <a:ext cx="8930391" cy="540383"/>
          </a:xfrm>
          <a:prstGeom prst="rect">
            <a:avLst/>
          </a:prstGeom>
          <a:ln>
            <a:noFill/>
          </a:ln>
          <a:effectLst/>
        </p:spPr>
        <p:txBody>
          <a:bodyPr vert="horz" lIns="0" tIns="45720" rIns="0" bIns="45720" rtlCol="0" anchor="ctr"/>
          <a:lstStyle>
            <a:defPPr>
              <a:defRPr lang="en-US"/>
            </a:defPPr>
            <a:lvl1pPr marL="0" algn="r" defTabSz="914400" rtl="0" eaLnBrk="1" latinLnBrk="0" hangingPunct="1">
              <a:defRPr sz="1100" kern="1200">
                <a:solidFill>
                  <a:schemeClr val="bg1"/>
                </a:solidFill>
                <a:latin typeface="Arial Narrow" charset="0"/>
                <a:ea typeface="Arial Narrow" charset="0"/>
                <a:cs typeface="Arial Narrow"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900" dirty="0">
                <a:solidFill>
                  <a:schemeClr val="accent1"/>
                </a:solidFill>
              </a:rPr>
              <a:t>U.S. Department of Commerce | National Oceanic and Atmospheric Administration | National Marine Fisheries Service</a:t>
            </a:r>
          </a:p>
        </p:txBody>
      </p:sp>
      <p:sp>
        <p:nvSpPr>
          <p:cNvPr id="6" name="TextBox 5">
            <a:extLst>
              <a:ext uri="{FF2B5EF4-FFF2-40B4-BE49-F238E27FC236}">
                <a16:creationId xmlns:a16="http://schemas.microsoft.com/office/drawing/2014/main" id="{DB07A6B5-BCC1-0347-89DE-D3D3FA3CC557}"/>
              </a:ext>
            </a:extLst>
          </p:cNvPr>
          <p:cNvSpPr txBox="1"/>
          <p:nvPr userDrawn="1"/>
        </p:nvSpPr>
        <p:spPr>
          <a:xfrm>
            <a:off x="168165" y="6357030"/>
            <a:ext cx="746235" cy="553871"/>
          </a:xfrm>
          <a:prstGeom prst="rect">
            <a:avLst/>
          </a:prstGeom>
          <a:noFill/>
        </p:spPr>
        <p:txBody>
          <a:bodyPr wrap="square" lIns="0" tIns="0" rIns="0" bIns="0" rtlCol="0" anchor="ctr" anchorCtr="0">
            <a:no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1050" b="1" i="0" dirty="0">
                <a:solidFill>
                  <a:schemeClr val="tx2"/>
                </a:solidFill>
                <a:latin typeface="Arial Narrow" charset="0"/>
                <a:ea typeface="Arial Narrow" charset="0"/>
                <a:cs typeface="Arial Narrow" charset="0"/>
              </a:rPr>
              <a:t>Page </a:t>
            </a:r>
            <a:fld id="{632D3AEB-7CBE-3049-91AC-335C6B4F5BF6}" type="slidenum">
              <a:rPr lang="en-US" sz="1050" b="1" i="0" smtClean="0">
                <a:solidFill>
                  <a:schemeClr val="tx2"/>
                </a:solidFill>
                <a:latin typeface="Arial Narrow" charset="0"/>
                <a:ea typeface="Arial Narrow" charset="0"/>
                <a:cs typeface="Arial Narrow" charset="0"/>
              </a:rPr>
              <a:pPr marL="0" marR="0" indent="0" algn="l" defTabSz="914377" rtl="0" eaLnBrk="1" fontAlgn="auto" latinLnBrk="0" hangingPunct="1">
                <a:lnSpc>
                  <a:spcPct val="100000"/>
                </a:lnSpc>
                <a:spcBef>
                  <a:spcPts val="0"/>
                </a:spcBef>
                <a:spcAft>
                  <a:spcPts val="0"/>
                </a:spcAft>
                <a:buClrTx/>
                <a:buSzTx/>
                <a:buFontTx/>
                <a:buNone/>
                <a:tabLst/>
                <a:defRPr/>
              </a:pPr>
              <a:t>‹#›</a:t>
            </a:fld>
            <a:endParaRPr lang="en-US" sz="1050" b="1" i="0" dirty="0">
              <a:solidFill>
                <a:schemeClr val="tx2"/>
              </a:solidFill>
              <a:latin typeface="Arial Narrow" charset="0"/>
              <a:ea typeface="Arial Narrow" charset="0"/>
              <a:cs typeface="Arial Narrow" charset="0"/>
            </a:endParaRPr>
          </a:p>
        </p:txBody>
      </p:sp>
      <p:sp>
        <p:nvSpPr>
          <p:cNvPr id="8" name="Freeform 7">
            <a:extLst>
              <a:ext uri="{FF2B5EF4-FFF2-40B4-BE49-F238E27FC236}">
                <a16:creationId xmlns:a16="http://schemas.microsoft.com/office/drawing/2014/main" id="{F1E1A45F-4BC2-0440-A866-C4D9C38FA67B}"/>
              </a:ext>
            </a:extLst>
          </p:cNvPr>
          <p:cNvSpPr/>
          <p:nvPr userDrawn="1"/>
        </p:nvSpPr>
        <p:spPr>
          <a:xfrm rot="5400000" flipV="1">
            <a:off x="8567307" y="3252524"/>
            <a:ext cx="2026084" cy="5223308"/>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gradFill flip="none" rotWithShape="1">
            <a:gsLst>
              <a:gs pos="99000">
                <a:schemeClr val="bg2">
                  <a:lumMod val="75000"/>
                  <a:alpha val="8785"/>
                </a:schemeClr>
              </a:gs>
              <a:gs pos="0">
                <a:schemeClr val="bg2">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Freeform 8">
            <a:extLst>
              <a:ext uri="{FF2B5EF4-FFF2-40B4-BE49-F238E27FC236}">
                <a16:creationId xmlns:a16="http://schemas.microsoft.com/office/drawing/2014/main" id="{B5BB2B7D-4FB9-694E-9AF9-881CD0EBB2BD}"/>
              </a:ext>
            </a:extLst>
          </p:cNvPr>
          <p:cNvSpPr/>
          <p:nvPr userDrawn="1"/>
        </p:nvSpPr>
        <p:spPr>
          <a:xfrm rot="16200000" flipH="1">
            <a:off x="9813760" y="4479761"/>
            <a:ext cx="1833614" cy="2922873"/>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0" name="Picture 9" descr="NOAA Fisheries logo">
            <a:extLst>
              <a:ext uri="{FF2B5EF4-FFF2-40B4-BE49-F238E27FC236}">
                <a16:creationId xmlns:a16="http://schemas.microsoft.com/office/drawing/2014/main" id="{42E22EE0-9C57-2547-9FA9-294C05E9F88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44812" y="6075805"/>
            <a:ext cx="1497659" cy="682267"/>
          </a:xfrm>
          <a:prstGeom prst="rect">
            <a:avLst/>
          </a:prstGeom>
          <a:noFill/>
          <a:ln>
            <a:noFill/>
          </a:ln>
        </p:spPr>
      </p:pic>
    </p:spTree>
    <p:extLst>
      <p:ext uri="{BB962C8B-B14F-4D97-AF65-F5344CB8AC3E}">
        <p14:creationId xmlns:p14="http://schemas.microsoft.com/office/powerpoint/2010/main" val="2202134886"/>
      </p:ext>
    </p:extLst>
  </p:cSld>
  <p:clrMapOvr>
    <a:masterClrMapping/>
  </p:clrMapOvr>
  <mc:AlternateContent xmlns:mc="http://schemas.openxmlformats.org/markup-compatibility/2006" xmlns:p14="http://schemas.microsoft.com/office/powerpoint/2010/main">
    <mc:Choice Requires="p14">
      <p:transition spd="slow" p14:dur="1500" advClick="0" advTm="5000">
        <p:push dir="u"/>
      </p:transition>
    </mc:Choice>
    <mc:Fallback xmlns="">
      <p:transition spd="slow" advClick="0" advTm="5000">
        <p:push dir="u"/>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Minimal Logo Swoosh_Teal Footer ">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F5DA40C-09A7-D442-B232-56243386A9D8}"/>
              </a:ext>
            </a:extLst>
          </p:cNvPr>
          <p:cNvSpPr/>
          <p:nvPr userDrawn="1"/>
        </p:nvSpPr>
        <p:spPr>
          <a:xfrm>
            <a:off x="0" y="6391374"/>
            <a:ext cx="12192000" cy="466627"/>
          </a:xfrm>
          <a:prstGeom prst="rect">
            <a:avLst/>
          </a:prstGeom>
          <a:gradFill flip="none" rotWithShape="1">
            <a:gsLst>
              <a:gs pos="100000">
                <a:schemeClr val="bg2">
                  <a:lumMod val="90000"/>
                </a:schemeClr>
              </a:gs>
              <a:gs pos="8000">
                <a:schemeClr val="bg2">
                  <a:lumMod val="75000"/>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 name="Slide Number Placeholder 5">
            <a:extLst>
              <a:ext uri="{FF2B5EF4-FFF2-40B4-BE49-F238E27FC236}">
                <a16:creationId xmlns:a16="http://schemas.microsoft.com/office/drawing/2014/main" id="{8E7EF6C5-83E4-9945-94D0-030B8BB2F605}"/>
              </a:ext>
            </a:extLst>
          </p:cNvPr>
          <p:cNvSpPr txBox="1">
            <a:spLocks/>
          </p:cNvSpPr>
          <p:nvPr userDrawn="1"/>
        </p:nvSpPr>
        <p:spPr>
          <a:xfrm>
            <a:off x="914402" y="6370518"/>
            <a:ext cx="8930391" cy="540383"/>
          </a:xfrm>
          <a:prstGeom prst="rect">
            <a:avLst/>
          </a:prstGeom>
          <a:ln>
            <a:noFill/>
          </a:ln>
          <a:effectLst/>
        </p:spPr>
        <p:txBody>
          <a:bodyPr vert="horz" lIns="0" tIns="45720" rIns="0" bIns="45720" rtlCol="0" anchor="ctr"/>
          <a:lstStyle>
            <a:defPPr>
              <a:defRPr lang="en-US"/>
            </a:defPPr>
            <a:lvl1pPr marL="0" algn="r" defTabSz="914400" rtl="0" eaLnBrk="1" latinLnBrk="0" hangingPunct="1">
              <a:defRPr sz="1100" kern="1200">
                <a:solidFill>
                  <a:schemeClr val="bg1"/>
                </a:solidFill>
                <a:latin typeface="Arial Narrow" charset="0"/>
                <a:ea typeface="Arial Narrow" charset="0"/>
                <a:cs typeface="Arial Narrow"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900" dirty="0">
                <a:solidFill>
                  <a:schemeClr val="accent1"/>
                </a:solidFill>
              </a:rPr>
              <a:t>U.S. Department of Commerce | National Oceanic and Atmospheric Administration | National Marine Fisheries Service</a:t>
            </a:r>
          </a:p>
        </p:txBody>
      </p:sp>
      <p:sp>
        <p:nvSpPr>
          <p:cNvPr id="6" name="TextBox 5">
            <a:extLst>
              <a:ext uri="{FF2B5EF4-FFF2-40B4-BE49-F238E27FC236}">
                <a16:creationId xmlns:a16="http://schemas.microsoft.com/office/drawing/2014/main" id="{DB07A6B5-BCC1-0347-89DE-D3D3FA3CC557}"/>
              </a:ext>
            </a:extLst>
          </p:cNvPr>
          <p:cNvSpPr txBox="1"/>
          <p:nvPr userDrawn="1"/>
        </p:nvSpPr>
        <p:spPr>
          <a:xfrm>
            <a:off x="168165" y="6357030"/>
            <a:ext cx="746235" cy="553871"/>
          </a:xfrm>
          <a:prstGeom prst="rect">
            <a:avLst/>
          </a:prstGeom>
          <a:noFill/>
        </p:spPr>
        <p:txBody>
          <a:bodyPr wrap="square" lIns="0" tIns="0" rIns="0" bIns="0" rtlCol="0" anchor="ctr" anchorCtr="0">
            <a:no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1050" b="1" i="0" dirty="0">
                <a:solidFill>
                  <a:schemeClr val="tx2"/>
                </a:solidFill>
                <a:latin typeface="Arial Narrow" charset="0"/>
                <a:ea typeface="Arial Narrow" charset="0"/>
                <a:cs typeface="Arial Narrow" charset="0"/>
              </a:rPr>
              <a:t>Page </a:t>
            </a:r>
            <a:fld id="{632D3AEB-7CBE-3049-91AC-335C6B4F5BF6}" type="slidenum">
              <a:rPr lang="en-US" sz="1050" b="1" i="0" smtClean="0">
                <a:solidFill>
                  <a:schemeClr val="tx2"/>
                </a:solidFill>
                <a:latin typeface="Arial Narrow" charset="0"/>
                <a:ea typeface="Arial Narrow" charset="0"/>
                <a:cs typeface="Arial Narrow" charset="0"/>
              </a:rPr>
              <a:pPr marL="0" marR="0" indent="0" algn="l" defTabSz="914377" rtl="0" eaLnBrk="1" fontAlgn="auto" latinLnBrk="0" hangingPunct="1">
                <a:lnSpc>
                  <a:spcPct val="100000"/>
                </a:lnSpc>
                <a:spcBef>
                  <a:spcPts val="0"/>
                </a:spcBef>
                <a:spcAft>
                  <a:spcPts val="0"/>
                </a:spcAft>
                <a:buClrTx/>
                <a:buSzTx/>
                <a:buFontTx/>
                <a:buNone/>
                <a:tabLst/>
                <a:defRPr/>
              </a:pPr>
              <a:t>‹#›</a:t>
            </a:fld>
            <a:endParaRPr lang="en-US" sz="1050" b="1" i="0" dirty="0">
              <a:solidFill>
                <a:schemeClr val="tx2"/>
              </a:solidFill>
              <a:latin typeface="Arial Narrow" charset="0"/>
              <a:ea typeface="Arial Narrow" charset="0"/>
              <a:cs typeface="Arial Narrow" charset="0"/>
            </a:endParaRPr>
          </a:p>
        </p:txBody>
      </p:sp>
      <p:sp>
        <p:nvSpPr>
          <p:cNvPr id="9" name="Freeform 8">
            <a:extLst>
              <a:ext uri="{FF2B5EF4-FFF2-40B4-BE49-F238E27FC236}">
                <a16:creationId xmlns:a16="http://schemas.microsoft.com/office/drawing/2014/main" id="{3DACC1A8-794B-A44F-A7AC-1F2EA724975A}"/>
              </a:ext>
            </a:extLst>
          </p:cNvPr>
          <p:cNvSpPr/>
          <p:nvPr userDrawn="1"/>
        </p:nvSpPr>
        <p:spPr>
          <a:xfrm rot="5400000" flipV="1">
            <a:off x="8567305" y="3233304"/>
            <a:ext cx="2026084" cy="5223308"/>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gradFill flip="none" rotWithShape="1">
            <a:gsLst>
              <a:gs pos="0">
                <a:schemeClr val="accent1"/>
              </a:gs>
              <a:gs pos="100000">
                <a:schemeClr val="accent1"/>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Freeform 9">
            <a:extLst>
              <a:ext uri="{FF2B5EF4-FFF2-40B4-BE49-F238E27FC236}">
                <a16:creationId xmlns:a16="http://schemas.microsoft.com/office/drawing/2014/main" id="{93B7B402-DA58-EB41-8E17-5B6ED2B5277B}"/>
              </a:ext>
            </a:extLst>
          </p:cNvPr>
          <p:cNvSpPr/>
          <p:nvPr userDrawn="1"/>
        </p:nvSpPr>
        <p:spPr>
          <a:xfrm rot="16200000" flipH="1">
            <a:off x="9813760" y="4479761"/>
            <a:ext cx="1833614" cy="2922873"/>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1" name="Picture 10" descr="NOAA Fisheries logo">
            <a:extLst>
              <a:ext uri="{FF2B5EF4-FFF2-40B4-BE49-F238E27FC236}">
                <a16:creationId xmlns:a16="http://schemas.microsoft.com/office/drawing/2014/main" id="{A46518CF-2A9A-BD49-8615-32EE10C1EBA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44812" y="6075805"/>
            <a:ext cx="1497659" cy="682267"/>
          </a:xfrm>
          <a:prstGeom prst="rect">
            <a:avLst/>
          </a:prstGeom>
          <a:noFill/>
          <a:ln>
            <a:noFill/>
          </a:ln>
        </p:spPr>
      </p:pic>
    </p:spTree>
    <p:extLst>
      <p:ext uri="{BB962C8B-B14F-4D97-AF65-F5344CB8AC3E}">
        <p14:creationId xmlns:p14="http://schemas.microsoft.com/office/powerpoint/2010/main" val="2514227634"/>
      </p:ext>
    </p:extLst>
  </p:cSld>
  <p:clrMapOvr>
    <a:masterClrMapping/>
  </p:clrMapOvr>
  <mc:AlternateContent xmlns:mc="http://schemas.openxmlformats.org/markup-compatibility/2006" xmlns:p14="http://schemas.microsoft.com/office/powerpoint/2010/main">
    <mc:Choice Requires="p14">
      <p:transition spd="slow" p14:dur="1500" advClick="0" advTm="5000">
        <p:push dir="u"/>
      </p:transition>
    </mc:Choice>
    <mc:Fallback xmlns="">
      <p:transition spd="slow" advClick="0" advTm="5000">
        <p:push dir="u"/>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cSld name="Teal Title Slide">
    <p:bg>
      <p:bgPr>
        <a:solidFill>
          <a:srgbClr val="14B9C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133600" y="1796483"/>
            <a:ext cx="9434400" cy="1772793"/>
          </a:xfrm>
        </p:spPr>
        <p:txBody>
          <a:bodyPr lIns="0" tIns="0" rIns="0" bIns="0" anchor="b"/>
          <a:lstStyle>
            <a:lvl1pPr algn="l">
              <a:defRPr sz="7200"/>
            </a:lvl1pPr>
          </a:lstStyle>
          <a:p>
            <a:r>
              <a:rPr lang="en-US"/>
              <a:t>Click to edit Master title style</a:t>
            </a:r>
            <a:endParaRPr lang="en-US" dirty="0"/>
          </a:p>
        </p:txBody>
      </p:sp>
      <p:sp>
        <p:nvSpPr>
          <p:cNvPr id="3" name="Subtitle 2"/>
          <p:cNvSpPr>
            <a:spLocks noGrp="1"/>
          </p:cNvSpPr>
          <p:nvPr>
            <p:ph type="subTitle" idx="1"/>
          </p:nvPr>
        </p:nvSpPr>
        <p:spPr>
          <a:xfrm>
            <a:off x="2133600" y="3569273"/>
            <a:ext cx="9434400" cy="1655763"/>
          </a:xfrm>
        </p:spPr>
        <p:txBody>
          <a:bodyPr lIns="0" tIns="0" rIns="0" bIns="0">
            <a:noAutofit/>
          </a:bodyPr>
          <a:lstStyle>
            <a:lvl1pPr marL="0" indent="0" algn="l">
              <a:buNone/>
              <a:defRPr sz="36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663864093"/>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type="obj">
  <p:cSld nam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3"/>
          <p:cNvSpPr>
            <a:spLocks noGrp="1"/>
          </p:cNvSpPr>
          <p:nvPr>
            <p:ph type="sldNum" sz="quarter" idx="10"/>
          </p:nvPr>
        </p:nvSpPr>
        <p:spPr/>
        <p:txBody>
          <a:bodyPr/>
          <a:lstStyle/>
          <a:p>
            <a:r>
              <a:rPr lang="en-US"/>
              <a:t>U.S. Department of Commerce | National Oceanic and Atmospheric Administration | NOAA Fisheries | Page </a:t>
            </a:r>
            <a:fld id="{632D3AEB-7CBE-3049-91AC-335C6B4F5BF6}" type="slidenum">
              <a:rPr lang="en-US" smtClean="0"/>
              <a:pPr/>
              <a:t>‹#›</a:t>
            </a:fld>
            <a:endParaRPr lang="en-US" dirty="0"/>
          </a:p>
        </p:txBody>
      </p:sp>
    </p:spTree>
    <p:extLst>
      <p:ext uri="{BB962C8B-B14F-4D97-AF65-F5344CB8AC3E}">
        <p14:creationId xmlns:p14="http://schemas.microsoft.com/office/powerpoint/2010/main" val="347748759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Navy footer 2">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7F73F8E5-8E34-424B-9469-B2E86C5C5041}"/>
              </a:ext>
            </a:extLst>
          </p:cNvPr>
          <p:cNvSpPr/>
          <p:nvPr userDrawn="1"/>
        </p:nvSpPr>
        <p:spPr>
          <a:xfrm rot="10800000" flipH="1" flipV="1">
            <a:off x="9707592" y="-11455"/>
            <a:ext cx="2484408" cy="6857415"/>
          </a:xfrm>
          <a:custGeom>
            <a:avLst/>
            <a:gdLst>
              <a:gd name="connsiteX0" fmla="*/ 999997 w 1016530"/>
              <a:gd name="connsiteY0" fmla="*/ 5463677 h 5463677"/>
              <a:gd name="connsiteX1" fmla="*/ 0 w 1016530"/>
              <a:gd name="connsiteY1" fmla="*/ 5463677 h 5463677"/>
              <a:gd name="connsiteX2" fmla="*/ 16577 w 1016530"/>
              <a:gd name="connsiteY2" fmla="*/ 0 h 5463677"/>
              <a:gd name="connsiteX3" fmla="*/ 1016530 w 1016530"/>
              <a:gd name="connsiteY3" fmla="*/ 14211 h 5463677"/>
              <a:gd name="connsiteX4" fmla="*/ 999997 w 1016530"/>
              <a:gd name="connsiteY4" fmla="*/ 5463677 h 5463677"/>
              <a:gd name="connsiteX0" fmla="*/ 999997 w 1042361"/>
              <a:gd name="connsiteY0" fmla="*/ 5463677 h 5463677"/>
              <a:gd name="connsiteX1" fmla="*/ 0 w 1042361"/>
              <a:gd name="connsiteY1" fmla="*/ 5463677 h 5463677"/>
              <a:gd name="connsiteX2" fmla="*/ 16577 w 1042361"/>
              <a:gd name="connsiteY2" fmla="*/ 0 h 5463677"/>
              <a:gd name="connsiteX3" fmla="*/ 1042361 w 1042361"/>
              <a:gd name="connsiteY3" fmla="*/ 4620 h 5463677"/>
              <a:gd name="connsiteX4" fmla="*/ 999997 w 1042361"/>
              <a:gd name="connsiteY4" fmla="*/ 5463677 h 5463677"/>
              <a:gd name="connsiteX0" fmla="*/ 1654379 w 1696743"/>
              <a:gd name="connsiteY0" fmla="*/ 5463677 h 5463677"/>
              <a:gd name="connsiteX1" fmla="*/ 0 w 1696743"/>
              <a:gd name="connsiteY1" fmla="*/ 5434903 h 5463677"/>
              <a:gd name="connsiteX2" fmla="*/ 670959 w 1696743"/>
              <a:gd name="connsiteY2" fmla="*/ 0 h 5463677"/>
              <a:gd name="connsiteX3" fmla="*/ 1696743 w 1696743"/>
              <a:gd name="connsiteY3" fmla="*/ 4620 h 5463677"/>
              <a:gd name="connsiteX4" fmla="*/ 1654379 w 1696743"/>
              <a:gd name="connsiteY4" fmla="*/ 5463677 h 5463677"/>
              <a:gd name="connsiteX0" fmla="*/ 1654379 w 1696743"/>
              <a:gd name="connsiteY0" fmla="*/ 5463677 h 5463677"/>
              <a:gd name="connsiteX1" fmla="*/ 0 w 1696743"/>
              <a:gd name="connsiteY1" fmla="*/ 5434903 h 5463677"/>
              <a:gd name="connsiteX2" fmla="*/ 670959 w 1696743"/>
              <a:gd name="connsiteY2" fmla="*/ 0 h 5463677"/>
              <a:gd name="connsiteX3" fmla="*/ 1696743 w 1696743"/>
              <a:gd name="connsiteY3" fmla="*/ 4620 h 5463677"/>
              <a:gd name="connsiteX4" fmla="*/ 1654379 w 1696743"/>
              <a:gd name="connsiteY4" fmla="*/ 5463677 h 5463677"/>
              <a:gd name="connsiteX0" fmla="*/ 1654379 w 1696743"/>
              <a:gd name="connsiteY0" fmla="*/ 5463677 h 5463677"/>
              <a:gd name="connsiteX1" fmla="*/ 0 w 1696743"/>
              <a:gd name="connsiteY1" fmla="*/ 5434903 h 5463677"/>
              <a:gd name="connsiteX2" fmla="*/ 980930 w 1696743"/>
              <a:gd name="connsiteY2" fmla="*/ 0 h 5463677"/>
              <a:gd name="connsiteX3" fmla="*/ 1696743 w 1696743"/>
              <a:gd name="connsiteY3" fmla="*/ 4620 h 5463677"/>
              <a:gd name="connsiteX4" fmla="*/ 1654379 w 1696743"/>
              <a:gd name="connsiteY4" fmla="*/ 5463677 h 5463677"/>
              <a:gd name="connsiteX0" fmla="*/ 1654379 w 1696743"/>
              <a:gd name="connsiteY0" fmla="*/ 5463677 h 5463677"/>
              <a:gd name="connsiteX1" fmla="*/ 0 w 1696743"/>
              <a:gd name="connsiteY1" fmla="*/ 5454085 h 5463677"/>
              <a:gd name="connsiteX2" fmla="*/ 980930 w 1696743"/>
              <a:gd name="connsiteY2" fmla="*/ 0 h 5463677"/>
              <a:gd name="connsiteX3" fmla="*/ 1696743 w 1696743"/>
              <a:gd name="connsiteY3" fmla="*/ 4620 h 5463677"/>
              <a:gd name="connsiteX4" fmla="*/ 1654379 w 1696743"/>
              <a:gd name="connsiteY4" fmla="*/ 5463677 h 5463677"/>
              <a:gd name="connsiteX0" fmla="*/ 1709112 w 1709112"/>
              <a:gd name="connsiteY0" fmla="*/ 5436187 h 5454085"/>
              <a:gd name="connsiteX1" fmla="*/ 0 w 1709112"/>
              <a:gd name="connsiteY1" fmla="*/ 5454085 h 5454085"/>
              <a:gd name="connsiteX2" fmla="*/ 980930 w 1709112"/>
              <a:gd name="connsiteY2" fmla="*/ 0 h 5454085"/>
              <a:gd name="connsiteX3" fmla="*/ 1696743 w 1709112"/>
              <a:gd name="connsiteY3" fmla="*/ 4620 h 5454085"/>
              <a:gd name="connsiteX4" fmla="*/ 1709112 w 1709112"/>
              <a:gd name="connsiteY4" fmla="*/ 5436187 h 5454085"/>
              <a:gd name="connsiteX0" fmla="*/ 1722796 w 1722796"/>
              <a:gd name="connsiteY0" fmla="*/ 5449933 h 5454085"/>
              <a:gd name="connsiteX1" fmla="*/ 0 w 1722796"/>
              <a:gd name="connsiteY1" fmla="*/ 5454085 h 5454085"/>
              <a:gd name="connsiteX2" fmla="*/ 980930 w 1722796"/>
              <a:gd name="connsiteY2" fmla="*/ 0 h 5454085"/>
              <a:gd name="connsiteX3" fmla="*/ 1696743 w 1722796"/>
              <a:gd name="connsiteY3" fmla="*/ 4620 h 5454085"/>
              <a:gd name="connsiteX4" fmla="*/ 1722796 w 1722796"/>
              <a:gd name="connsiteY4" fmla="*/ 5449933 h 5454085"/>
              <a:gd name="connsiteX0" fmla="*/ 1722796 w 1722796"/>
              <a:gd name="connsiteY0" fmla="*/ 5449933 h 5454085"/>
              <a:gd name="connsiteX1" fmla="*/ 0 w 1722796"/>
              <a:gd name="connsiteY1" fmla="*/ 5454085 h 5454085"/>
              <a:gd name="connsiteX2" fmla="*/ 980930 w 1722796"/>
              <a:gd name="connsiteY2" fmla="*/ 0 h 5454085"/>
              <a:gd name="connsiteX3" fmla="*/ 1712358 w 1722796"/>
              <a:gd name="connsiteY3" fmla="*/ 18365 h 5454085"/>
              <a:gd name="connsiteX4" fmla="*/ 1722796 w 1722796"/>
              <a:gd name="connsiteY4" fmla="*/ 5449933 h 5454085"/>
              <a:gd name="connsiteX0" fmla="*/ 1722796 w 1728606"/>
              <a:gd name="connsiteY0" fmla="*/ 5459058 h 5463210"/>
              <a:gd name="connsiteX1" fmla="*/ 0 w 1728606"/>
              <a:gd name="connsiteY1" fmla="*/ 5463210 h 5463210"/>
              <a:gd name="connsiteX2" fmla="*/ 980930 w 1728606"/>
              <a:gd name="connsiteY2" fmla="*/ 9125 h 5463210"/>
              <a:gd name="connsiteX3" fmla="*/ 1727973 w 1728606"/>
              <a:gd name="connsiteY3" fmla="*/ 0 h 5463210"/>
              <a:gd name="connsiteX4" fmla="*/ 1722796 w 1728606"/>
              <a:gd name="connsiteY4" fmla="*/ 5459058 h 54632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8606" h="5463210">
                <a:moveTo>
                  <a:pt x="1722796" y="5459058"/>
                </a:moveTo>
                <a:lnTo>
                  <a:pt x="0" y="5463210"/>
                </a:lnTo>
                <a:lnTo>
                  <a:pt x="980930" y="9125"/>
                </a:lnTo>
                <a:lnTo>
                  <a:pt x="1727973" y="0"/>
                </a:lnTo>
                <a:cubicBezTo>
                  <a:pt x="1731452" y="1810523"/>
                  <a:pt x="1719317" y="3648535"/>
                  <a:pt x="1722796" y="5459058"/>
                </a:cubicBezTo>
                <a:close/>
              </a:path>
            </a:pathLst>
          </a:custGeom>
          <a:gradFill flip="none" rotWithShape="1">
            <a:gsLst>
              <a:gs pos="100000">
                <a:srgbClr val="07477D">
                  <a:alpha val="34000"/>
                </a:srgbClr>
              </a:gs>
              <a:gs pos="42000">
                <a:srgbClr val="07477D">
                  <a:alpha val="0"/>
                </a:srgbClr>
              </a:gs>
            </a:gsLst>
            <a:lin ang="720000" scaled="0"/>
            <a:tileRect/>
          </a:gradFill>
          <a:ln w="1397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dirty="0"/>
          </a:p>
        </p:txBody>
      </p:sp>
      <p:sp>
        <p:nvSpPr>
          <p:cNvPr id="14" name="Rectangle 13">
            <a:extLst>
              <a:ext uri="{FF2B5EF4-FFF2-40B4-BE49-F238E27FC236}">
                <a16:creationId xmlns:a16="http://schemas.microsoft.com/office/drawing/2014/main" id="{E1A06F2B-8E81-7F4F-B30B-DAB9DFCC7AA1}"/>
              </a:ext>
            </a:extLst>
          </p:cNvPr>
          <p:cNvSpPr/>
          <p:nvPr userDrawn="1"/>
        </p:nvSpPr>
        <p:spPr>
          <a:xfrm>
            <a:off x="0" y="6391374"/>
            <a:ext cx="12192000" cy="46662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 name="Slide Number Placeholder 5">
            <a:extLst>
              <a:ext uri="{FF2B5EF4-FFF2-40B4-BE49-F238E27FC236}">
                <a16:creationId xmlns:a16="http://schemas.microsoft.com/office/drawing/2014/main" id="{60664F76-C42F-AF43-8503-B59506A3F33F}"/>
              </a:ext>
            </a:extLst>
          </p:cNvPr>
          <p:cNvSpPr txBox="1">
            <a:spLocks/>
          </p:cNvSpPr>
          <p:nvPr userDrawn="1"/>
        </p:nvSpPr>
        <p:spPr>
          <a:xfrm>
            <a:off x="914402" y="6370518"/>
            <a:ext cx="8930391" cy="540383"/>
          </a:xfrm>
          <a:prstGeom prst="rect">
            <a:avLst/>
          </a:prstGeom>
          <a:ln>
            <a:noFill/>
          </a:ln>
          <a:effectLst/>
        </p:spPr>
        <p:txBody>
          <a:bodyPr vert="horz" lIns="0" tIns="45720" rIns="0" bIns="45720" rtlCol="0" anchor="ctr"/>
          <a:lstStyle>
            <a:defPPr>
              <a:defRPr lang="en-US"/>
            </a:defPPr>
            <a:lvl1pPr marL="0" algn="r" defTabSz="914400" rtl="0" eaLnBrk="1" latinLnBrk="0" hangingPunct="1">
              <a:defRPr sz="1100" kern="1200">
                <a:solidFill>
                  <a:schemeClr val="bg1"/>
                </a:solidFill>
                <a:latin typeface="Arial Narrow" charset="0"/>
                <a:ea typeface="Arial Narrow" charset="0"/>
                <a:cs typeface="Arial Narrow"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900" dirty="0">
                <a:solidFill>
                  <a:schemeClr val="accent1">
                    <a:lumMod val="20000"/>
                    <a:lumOff val="80000"/>
                  </a:schemeClr>
                </a:solidFill>
              </a:rPr>
              <a:t>U.S. Department of Commerce | National Oceanic and Atmospheric Administration | National Marine Fisheries Service</a:t>
            </a:r>
          </a:p>
        </p:txBody>
      </p:sp>
      <p:sp>
        <p:nvSpPr>
          <p:cNvPr id="19" name="TextBox 18">
            <a:extLst>
              <a:ext uri="{FF2B5EF4-FFF2-40B4-BE49-F238E27FC236}">
                <a16:creationId xmlns:a16="http://schemas.microsoft.com/office/drawing/2014/main" id="{650C3681-2CFF-5947-BAE0-FF53BCA5DD6D}"/>
              </a:ext>
            </a:extLst>
          </p:cNvPr>
          <p:cNvSpPr txBox="1"/>
          <p:nvPr userDrawn="1"/>
        </p:nvSpPr>
        <p:spPr>
          <a:xfrm>
            <a:off x="168165" y="6357030"/>
            <a:ext cx="746235" cy="553871"/>
          </a:xfrm>
          <a:prstGeom prst="rect">
            <a:avLst/>
          </a:prstGeom>
          <a:noFill/>
        </p:spPr>
        <p:txBody>
          <a:bodyPr wrap="square" lIns="0" tIns="0" rIns="0" bIns="0" rtlCol="0" anchor="ctr" anchorCtr="0">
            <a:no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1050" b="1" i="0" dirty="0">
                <a:solidFill>
                  <a:schemeClr val="bg1"/>
                </a:solidFill>
                <a:latin typeface="Arial Narrow" charset="0"/>
                <a:ea typeface="Arial Narrow" charset="0"/>
                <a:cs typeface="Arial Narrow" charset="0"/>
              </a:rPr>
              <a:t>Page </a:t>
            </a:r>
            <a:fld id="{632D3AEB-7CBE-3049-91AC-335C6B4F5BF6}" type="slidenum">
              <a:rPr lang="en-US" sz="1050" b="1" i="0" smtClean="0">
                <a:solidFill>
                  <a:schemeClr val="bg1"/>
                </a:solidFill>
                <a:latin typeface="Arial Narrow" charset="0"/>
                <a:ea typeface="Arial Narrow" charset="0"/>
                <a:cs typeface="Arial Narrow" charset="0"/>
              </a:rPr>
              <a:pPr marL="0" marR="0" indent="0" algn="l" defTabSz="914377" rtl="0" eaLnBrk="1" fontAlgn="auto" latinLnBrk="0" hangingPunct="1">
                <a:lnSpc>
                  <a:spcPct val="100000"/>
                </a:lnSpc>
                <a:spcBef>
                  <a:spcPts val="0"/>
                </a:spcBef>
                <a:spcAft>
                  <a:spcPts val="0"/>
                </a:spcAft>
                <a:buClrTx/>
                <a:buSzTx/>
                <a:buFontTx/>
                <a:buNone/>
                <a:tabLst/>
                <a:defRPr/>
              </a:pPr>
              <a:t>‹#›</a:t>
            </a:fld>
            <a:endParaRPr lang="en-US" sz="1050" b="1" i="0" dirty="0">
              <a:solidFill>
                <a:schemeClr val="bg1"/>
              </a:solidFill>
              <a:latin typeface="Arial Narrow" charset="0"/>
              <a:ea typeface="Arial Narrow" charset="0"/>
              <a:cs typeface="Arial Narrow" charset="0"/>
            </a:endParaRPr>
          </a:p>
        </p:txBody>
      </p:sp>
      <p:sp>
        <p:nvSpPr>
          <p:cNvPr id="20" name="Freeform 19">
            <a:extLst>
              <a:ext uri="{FF2B5EF4-FFF2-40B4-BE49-F238E27FC236}">
                <a16:creationId xmlns:a16="http://schemas.microsoft.com/office/drawing/2014/main" id="{ABBB4C42-3950-3B49-A3AD-4999C06DAC6E}"/>
              </a:ext>
            </a:extLst>
          </p:cNvPr>
          <p:cNvSpPr/>
          <p:nvPr userDrawn="1"/>
        </p:nvSpPr>
        <p:spPr>
          <a:xfrm>
            <a:off x="10395285" y="996095"/>
            <a:ext cx="1796716" cy="5861906"/>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descr="NOAA Fisheries logo">
            <a:extLst>
              <a:ext uri="{FF2B5EF4-FFF2-40B4-BE49-F238E27FC236}">
                <a16:creationId xmlns:a16="http://schemas.microsoft.com/office/drawing/2014/main" id="{29BE4E0F-24BD-A44C-969B-036BB242726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44812" y="6075805"/>
            <a:ext cx="1497659" cy="682267"/>
          </a:xfrm>
          <a:prstGeom prst="rect">
            <a:avLst/>
          </a:prstGeom>
          <a:noFill/>
          <a:ln>
            <a:noFill/>
          </a:ln>
        </p:spPr>
      </p:pic>
    </p:spTree>
    <p:extLst>
      <p:ext uri="{BB962C8B-B14F-4D97-AF65-F5344CB8AC3E}">
        <p14:creationId xmlns:p14="http://schemas.microsoft.com/office/powerpoint/2010/main" val="3671681886"/>
      </p:ext>
    </p:extLst>
  </p:cSld>
  <p:clrMapOvr>
    <a:masterClrMapping/>
  </p:clrMapOvr>
  <mc:AlternateContent xmlns:mc="http://schemas.openxmlformats.org/markup-compatibility/2006" xmlns:p14="http://schemas.microsoft.com/office/powerpoint/2010/main">
    <mc:Choice Requires="p14">
      <p:transition spd="slow" p14:dur="1500" advClick="0" advTm="5000">
        <p:push dir="u"/>
      </p:transition>
    </mc:Choice>
    <mc:Fallback xmlns="">
      <p:transition spd="slow" advClick="0" advTm="5000">
        <p:push dir="u"/>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Image Divider">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957269" y="1796484"/>
            <a:ext cx="9610731" cy="1772793"/>
          </a:xfrm>
        </p:spPr>
        <p:txBody>
          <a:bodyPr lIns="0" tIns="0" rIns="0" bIns="0" anchor="b"/>
          <a:lstStyle>
            <a:lvl1pPr algn="l">
              <a:defRPr sz="7200"/>
            </a:lvl1pPr>
          </a:lstStyle>
          <a:p>
            <a:r>
              <a:rPr lang="en-US" dirty="0"/>
              <a:t>Click to edit Divider Page</a:t>
            </a:r>
          </a:p>
        </p:txBody>
      </p:sp>
      <p:sp>
        <p:nvSpPr>
          <p:cNvPr id="3" name="Subtitle 2"/>
          <p:cNvSpPr>
            <a:spLocks noGrp="1"/>
          </p:cNvSpPr>
          <p:nvPr>
            <p:ph type="subTitle" idx="1"/>
          </p:nvPr>
        </p:nvSpPr>
        <p:spPr>
          <a:xfrm>
            <a:off x="1957269" y="3569273"/>
            <a:ext cx="9610731" cy="1655763"/>
          </a:xfrm>
        </p:spPr>
        <p:txBody>
          <a:bodyPr lIns="0" tIns="0" rIns="0" bIns="0">
            <a:noAutofit/>
          </a:bodyPr>
          <a:lstStyle>
            <a:lvl1pPr marL="0" indent="0" algn="l">
              <a:buNone/>
              <a:defRPr sz="36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6" name="Freeform 5">
            <a:extLst>
              <a:ext uri="{FF2B5EF4-FFF2-40B4-BE49-F238E27FC236}">
                <a16:creationId xmlns:a16="http://schemas.microsoft.com/office/drawing/2014/main" id="{599C69EE-A4BD-6942-8D0F-E37726BE1E01}"/>
              </a:ext>
            </a:extLst>
          </p:cNvPr>
          <p:cNvSpPr/>
          <p:nvPr userDrawn="1"/>
        </p:nvSpPr>
        <p:spPr>
          <a:xfrm rot="10800000">
            <a:off x="-8" y="-3"/>
            <a:ext cx="2515205" cy="6758074"/>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rgbClr val="004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Freeform 9">
            <a:extLst>
              <a:ext uri="{FF2B5EF4-FFF2-40B4-BE49-F238E27FC236}">
                <a16:creationId xmlns:a16="http://schemas.microsoft.com/office/drawing/2014/main" id="{EA0FABCB-994C-B944-961D-2AA8FB46A111}"/>
              </a:ext>
            </a:extLst>
          </p:cNvPr>
          <p:cNvSpPr/>
          <p:nvPr userDrawn="1"/>
        </p:nvSpPr>
        <p:spPr>
          <a:xfrm>
            <a:off x="10395285" y="996095"/>
            <a:ext cx="1796716" cy="5861906"/>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NOAA Fisheries logo">
            <a:extLst>
              <a:ext uri="{FF2B5EF4-FFF2-40B4-BE49-F238E27FC236}">
                <a16:creationId xmlns:a16="http://schemas.microsoft.com/office/drawing/2014/main" id="{9D4331ED-C2B4-B94B-8F8B-227627C9A90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44812" y="6075805"/>
            <a:ext cx="1497659" cy="682267"/>
          </a:xfrm>
          <a:prstGeom prst="rect">
            <a:avLst/>
          </a:prstGeom>
          <a:noFill/>
          <a:ln>
            <a:noFill/>
          </a:ln>
        </p:spPr>
      </p:pic>
    </p:spTree>
    <p:extLst>
      <p:ext uri="{BB962C8B-B14F-4D97-AF65-F5344CB8AC3E}">
        <p14:creationId xmlns:p14="http://schemas.microsoft.com/office/powerpoint/2010/main" val="264269399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1_Teal Divider">
    <p:bg>
      <p:bgPr>
        <a:solidFill>
          <a:srgbClr val="14B9C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957269" y="1796484"/>
            <a:ext cx="9610731" cy="1772793"/>
          </a:xfrm>
        </p:spPr>
        <p:txBody>
          <a:bodyPr lIns="0" tIns="0" rIns="0" bIns="0" anchor="b"/>
          <a:lstStyle>
            <a:lvl1pPr algn="l">
              <a:defRPr sz="7200"/>
            </a:lvl1pPr>
          </a:lstStyle>
          <a:p>
            <a:r>
              <a:rPr lang="en-US" dirty="0"/>
              <a:t>Click to edit Divider Page</a:t>
            </a:r>
          </a:p>
        </p:txBody>
      </p:sp>
      <p:sp>
        <p:nvSpPr>
          <p:cNvPr id="3" name="Subtitle 2"/>
          <p:cNvSpPr>
            <a:spLocks noGrp="1"/>
          </p:cNvSpPr>
          <p:nvPr>
            <p:ph type="subTitle" idx="1"/>
          </p:nvPr>
        </p:nvSpPr>
        <p:spPr>
          <a:xfrm>
            <a:off x="1957269" y="3569273"/>
            <a:ext cx="9610731" cy="1655763"/>
          </a:xfrm>
        </p:spPr>
        <p:txBody>
          <a:bodyPr lIns="0" tIns="0" rIns="0" bIns="0">
            <a:noAutofit/>
          </a:bodyPr>
          <a:lstStyle>
            <a:lvl1pPr marL="0" indent="0" algn="l">
              <a:buNone/>
              <a:defRPr sz="36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6" name="Freeform 5">
            <a:extLst>
              <a:ext uri="{FF2B5EF4-FFF2-40B4-BE49-F238E27FC236}">
                <a16:creationId xmlns:a16="http://schemas.microsoft.com/office/drawing/2014/main" id="{599C69EE-A4BD-6942-8D0F-E37726BE1E01}"/>
              </a:ext>
            </a:extLst>
          </p:cNvPr>
          <p:cNvSpPr/>
          <p:nvPr userDrawn="1"/>
        </p:nvSpPr>
        <p:spPr>
          <a:xfrm rot="10800000">
            <a:off x="-8" y="-3"/>
            <a:ext cx="2515205" cy="6758074"/>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rgbClr val="004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Freeform 9">
            <a:extLst>
              <a:ext uri="{FF2B5EF4-FFF2-40B4-BE49-F238E27FC236}">
                <a16:creationId xmlns:a16="http://schemas.microsoft.com/office/drawing/2014/main" id="{EA0FABCB-994C-B944-961D-2AA8FB46A111}"/>
              </a:ext>
            </a:extLst>
          </p:cNvPr>
          <p:cNvSpPr/>
          <p:nvPr userDrawn="1"/>
        </p:nvSpPr>
        <p:spPr>
          <a:xfrm>
            <a:off x="10395285" y="996095"/>
            <a:ext cx="1796716" cy="5861906"/>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NOAA Fisheries logo">
            <a:extLst>
              <a:ext uri="{FF2B5EF4-FFF2-40B4-BE49-F238E27FC236}">
                <a16:creationId xmlns:a16="http://schemas.microsoft.com/office/drawing/2014/main" id="{9D4331ED-C2B4-B94B-8F8B-227627C9A90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44812" y="6075805"/>
            <a:ext cx="1497659" cy="682267"/>
          </a:xfrm>
          <a:prstGeom prst="rect">
            <a:avLst/>
          </a:prstGeom>
          <a:noFill/>
          <a:ln>
            <a:noFill/>
          </a:ln>
        </p:spPr>
      </p:pic>
    </p:spTree>
    <p:extLst>
      <p:ext uri="{BB962C8B-B14F-4D97-AF65-F5344CB8AC3E}">
        <p14:creationId xmlns:p14="http://schemas.microsoft.com/office/powerpoint/2010/main" val="34628375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Blue1 Divider">
    <p:bg>
      <p:bgPr>
        <a:solidFill>
          <a:srgbClr val="0055A4"/>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957269" y="1796484"/>
            <a:ext cx="9572331" cy="1772793"/>
          </a:xfrm>
        </p:spPr>
        <p:txBody>
          <a:bodyPr lIns="0" tIns="0" rIns="0" bIns="0" anchor="b"/>
          <a:lstStyle>
            <a:lvl1pPr algn="l">
              <a:defRPr sz="7200">
                <a:solidFill>
                  <a:schemeClr val="accent5"/>
                </a:solidFill>
              </a:defRPr>
            </a:lvl1pPr>
          </a:lstStyle>
          <a:p>
            <a:r>
              <a:rPr lang="en-US" dirty="0"/>
              <a:t>Click to edit Divider Page</a:t>
            </a:r>
          </a:p>
        </p:txBody>
      </p:sp>
      <p:sp>
        <p:nvSpPr>
          <p:cNvPr id="3" name="Subtitle 2"/>
          <p:cNvSpPr>
            <a:spLocks noGrp="1"/>
          </p:cNvSpPr>
          <p:nvPr>
            <p:ph type="subTitle" idx="1"/>
          </p:nvPr>
        </p:nvSpPr>
        <p:spPr>
          <a:xfrm>
            <a:off x="1957269" y="3569273"/>
            <a:ext cx="9572331" cy="1655763"/>
          </a:xfrm>
        </p:spPr>
        <p:txBody>
          <a:bodyPr lIns="0" tIns="0" rIns="0" bIns="0">
            <a:noAutofit/>
          </a:bodyPr>
          <a:lstStyle>
            <a:lvl1pPr marL="0" indent="0" algn="l">
              <a:buNone/>
              <a:defRPr sz="36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Freeform 6">
            <a:extLst>
              <a:ext uri="{FF2B5EF4-FFF2-40B4-BE49-F238E27FC236}">
                <a16:creationId xmlns:a16="http://schemas.microsoft.com/office/drawing/2014/main" id="{3162FB5A-ADBD-B14D-AF64-EB75451A148D}"/>
              </a:ext>
            </a:extLst>
          </p:cNvPr>
          <p:cNvSpPr/>
          <p:nvPr userDrawn="1"/>
        </p:nvSpPr>
        <p:spPr>
          <a:xfrm rot="10800000">
            <a:off x="-8" y="-3"/>
            <a:ext cx="2515205" cy="6758074"/>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rgbClr val="004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Freeform 10">
            <a:extLst>
              <a:ext uri="{FF2B5EF4-FFF2-40B4-BE49-F238E27FC236}">
                <a16:creationId xmlns:a16="http://schemas.microsoft.com/office/drawing/2014/main" id="{E85F2145-4063-AD49-9531-AF81FD280D48}"/>
              </a:ext>
            </a:extLst>
          </p:cNvPr>
          <p:cNvSpPr/>
          <p:nvPr userDrawn="1"/>
        </p:nvSpPr>
        <p:spPr>
          <a:xfrm>
            <a:off x="10395285" y="996095"/>
            <a:ext cx="1796716" cy="5861906"/>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NOAA Fisheries logo">
            <a:extLst>
              <a:ext uri="{FF2B5EF4-FFF2-40B4-BE49-F238E27FC236}">
                <a16:creationId xmlns:a16="http://schemas.microsoft.com/office/drawing/2014/main" id="{54FE8443-2032-754E-913B-6856C508055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44812" y="6075805"/>
            <a:ext cx="1497659" cy="682267"/>
          </a:xfrm>
          <a:prstGeom prst="rect">
            <a:avLst/>
          </a:prstGeom>
          <a:noFill/>
          <a:ln>
            <a:noFill/>
          </a:ln>
        </p:spPr>
      </p:pic>
    </p:spTree>
    <p:extLst>
      <p:ext uri="{BB962C8B-B14F-4D97-AF65-F5344CB8AC3E}">
        <p14:creationId xmlns:p14="http://schemas.microsoft.com/office/powerpoint/2010/main" val="234061970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Blue2 Divider">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957269" y="1796484"/>
            <a:ext cx="9610731" cy="1772793"/>
          </a:xfrm>
        </p:spPr>
        <p:txBody>
          <a:bodyPr lIns="0" tIns="0" rIns="0" bIns="0" anchor="b"/>
          <a:lstStyle>
            <a:lvl1pPr algn="l">
              <a:defRPr sz="7200">
                <a:solidFill>
                  <a:schemeClr val="accent1">
                    <a:lumMod val="40000"/>
                    <a:lumOff val="60000"/>
                  </a:schemeClr>
                </a:solidFill>
              </a:defRPr>
            </a:lvl1pPr>
          </a:lstStyle>
          <a:p>
            <a:r>
              <a:rPr lang="en-US" dirty="0"/>
              <a:t>Click to edit Divider Page</a:t>
            </a:r>
          </a:p>
        </p:txBody>
      </p:sp>
      <p:sp>
        <p:nvSpPr>
          <p:cNvPr id="3" name="Subtitle 2"/>
          <p:cNvSpPr>
            <a:spLocks noGrp="1"/>
          </p:cNvSpPr>
          <p:nvPr>
            <p:ph type="subTitle" idx="1"/>
          </p:nvPr>
        </p:nvSpPr>
        <p:spPr>
          <a:xfrm>
            <a:off x="1957269" y="3569273"/>
            <a:ext cx="9610731" cy="1655763"/>
          </a:xfrm>
        </p:spPr>
        <p:txBody>
          <a:bodyPr lIns="0" tIns="0" rIns="0" bIns="0">
            <a:noAutofit/>
          </a:bodyPr>
          <a:lstStyle>
            <a:lvl1pPr marL="0" indent="0" algn="l">
              <a:buNone/>
              <a:defRPr sz="36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8" name="Freeform 7">
            <a:extLst>
              <a:ext uri="{FF2B5EF4-FFF2-40B4-BE49-F238E27FC236}">
                <a16:creationId xmlns:a16="http://schemas.microsoft.com/office/drawing/2014/main" id="{77BB6727-CC3F-B844-9A16-D108E92D025C}"/>
              </a:ext>
            </a:extLst>
          </p:cNvPr>
          <p:cNvSpPr/>
          <p:nvPr userDrawn="1"/>
        </p:nvSpPr>
        <p:spPr>
          <a:xfrm rot="10800000">
            <a:off x="-9" y="-3"/>
            <a:ext cx="2515205" cy="6758075"/>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rgbClr val="004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Freeform 10">
            <a:extLst>
              <a:ext uri="{FF2B5EF4-FFF2-40B4-BE49-F238E27FC236}">
                <a16:creationId xmlns:a16="http://schemas.microsoft.com/office/drawing/2014/main" id="{9AC64324-5346-F24B-9A44-E82637EB58BB}"/>
              </a:ext>
            </a:extLst>
          </p:cNvPr>
          <p:cNvSpPr/>
          <p:nvPr userDrawn="1"/>
        </p:nvSpPr>
        <p:spPr>
          <a:xfrm>
            <a:off x="10395285" y="996095"/>
            <a:ext cx="1796716" cy="5861906"/>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NOAA Fisheries logo">
            <a:extLst>
              <a:ext uri="{FF2B5EF4-FFF2-40B4-BE49-F238E27FC236}">
                <a16:creationId xmlns:a16="http://schemas.microsoft.com/office/drawing/2014/main" id="{8AA09001-D767-5B40-950E-0181716110E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44812" y="6075805"/>
            <a:ext cx="1497659" cy="682267"/>
          </a:xfrm>
          <a:prstGeom prst="rect">
            <a:avLst/>
          </a:prstGeom>
          <a:noFill/>
          <a:ln>
            <a:noFill/>
          </a:ln>
        </p:spPr>
      </p:pic>
    </p:spTree>
    <p:extLst>
      <p:ext uri="{BB962C8B-B14F-4D97-AF65-F5344CB8AC3E}">
        <p14:creationId xmlns:p14="http://schemas.microsoft.com/office/powerpoint/2010/main" val="11513764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 Boats">
  <p:cSld name="Title - Boats">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30"/>
          <p:cNvSpPr txBox="1">
            <a:spLocks noGrp="1"/>
          </p:cNvSpPr>
          <p:nvPr>
            <p:ph type="title"/>
          </p:nvPr>
        </p:nvSpPr>
        <p:spPr>
          <a:xfrm>
            <a:off x="4268909" y="1141667"/>
            <a:ext cx="7313491" cy="1398472"/>
          </a:xfrm>
          <a:prstGeom prst="rect">
            <a:avLst/>
          </a:prstGeom>
          <a:noFill/>
          <a:ln>
            <a:noFill/>
          </a:ln>
        </p:spPr>
        <p:txBody>
          <a:bodyPr spcFirstLastPara="1" wrap="square" lIns="91425" tIns="45700" rIns="91425" bIns="45700" anchor="t" anchorCtr="0">
            <a:noAutofit/>
          </a:bodyPr>
          <a:lstStyle>
            <a:lvl1pPr lvl="0" algn="r">
              <a:lnSpc>
                <a:spcPct val="8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15" name="Google Shape;15;p30"/>
          <p:cNvSpPr txBox="1">
            <a:spLocks noGrp="1"/>
          </p:cNvSpPr>
          <p:nvPr>
            <p:ph type="body" idx="1"/>
          </p:nvPr>
        </p:nvSpPr>
        <p:spPr>
          <a:xfrm>
            <a:off x="4269317" y="2707459"/>
            <a:ext cx="7313083" cy="1224439"/>
          </a:xfrm>
          <a:prstGeom prst="rect">
            <a:avLst/>
          </a:prstGeom>
          <a:noFill/>
          <a:ln>
            <a:noFill/>
          </a:ln>
        </p:spPr>
        <p:txBody>
          <a:bodyPr spcFirstLastPara="1" wrap="square" lIns="91425" tIns="45700" rIns="91425" bIns="45700" anchor="t" anchorCtr="0">
            <a:normAutofit/>
          </a:bodyPr>
          <a:lstStyle>
            <a:lvl1pPr marL="609585" lvl="0" indent="-304792" algn="r">
              <a:lnSpc>
                <a:spcPct val="100000"/>
              </a:lnSpc>
              <a:spcBef>
                <a:spcPts val="480"/>
              </a:spcBef>
              <a:spcAft>
                <a:spcPts val="0"/>
              </a:spcAft>
              <a:buClr>
                <a:schemeClr val="dk2"/>
              </a:buClr>
              <a:buSzPts val="1800"/>
              <a:buNone/>
              <a:defRPr/>
            </a:lvl1pPr>
            <a:lvl2pPr marL="1219170" lvl="1" indent="-457189" algn="l">
              <a:lnSpc>
                <a:spcPct val="100000"/>
              </a:lnSpc>
              <a:spcBef>
                <a:spcPts val="480"/>
              </a:spcBef>
              <a:spcAft>
                <a:spcPts val="0"/>
              </a:spcAft>
              <a:buClr>
                <a:schemeClr val="dk2"/>
              </a:buClr>
              <a:buSzPts val="1800"/>
              <a:buChar char="•"/>
              <a:defRPr/>
            </a:lvl2pPr>
            <a:lvl3pPr marL="1828754" lvl="2" indent="-457189" algn="l">
              <a:lnSpc>
                <a:spcPct val="100000"/>
              </a:lnSpc>
              <a:spcBef>
                <a:spcPts val="480"/>
              </a:spcBef>
              <a:spcAft>
                <a:spcPts val="0"/>
              </a:spcAft>
              <a:buClr>
                <a:schemeClr val="dk2"/>
              </a:buClr>
              <a:buSzPts val="1800"/>
              <a:buChar char="•"/>
              <a:defRPr/>
            </a:lvl3pPr>
            <a:lvl4pPr marL="2438339" lvl="3" indent="-457189" algn="l">
              <a:lnSpc>
                <a:spcPct val="100000"/>
              </a:lnSpc>
              <a:spcBef>
                <a:spcPts val="480"/>
              </a:spcBef>
              <a:spcAft>
                <a:spcPts val="0"/>
              </a:spcAft>
              <a:buClr>
                <a:schemeClr val="dk2"/>
              </a:buClr>
              <a:buSzPts val="1800"/>
              <a:buChar char="•"/>
              <a:defRPr/>
            </a:lvl4pPr>
            <a:lvl5pPr marL="3047924" lvl="4" indent="-457189" algn="l">
              <a:lnSpc>
                <a:spcPct val="100000"/>
              </a:lnSpc>
              <a:spcBef>
                <a:spcPts val="480"/>
              </a:spcBef>
              <a:spcAft>
                <a:spcPts val="0"/>
              </a:spcAft>
              <a:buClr>
                <a:schemeClr val="dk2"/>
              </a:buClr>
              <a:buSzPts val="1800"/>
              <a:buChar char="•"/>
              <a:defRPr/>
            </a:lvl5pPr>
            <a:lvl6pPr marL="3657509" lvl="5" indent="-457189" algn="l">
              <a:lnSpc>
                <a:spcPct val="100000"/>
              </a:lnSpc>
              <a:spcBef>
                <a:spcPts val="480"/>
              </a:spcBef>
              <a:spcAft>
                <a:spcPts val="0"/>
              </a:spcAft>
              <a:buClr>
                <a:schemeClr val="dk1"/>
              </a:buClr>
              <a:buSzPts val="1800"/>
              <a:buChar char="•"/>
              <a:defRPr/>
            </a:lvl6pPr>
            <a:lvl7pPr marL="4267093" lvl="6" indent="-457189" algn="l">
              <a:lnSpc>
                <a:spcPct val="100000"/>
              </a:lnSpc>
              <a:spcBef>
                <a:spcPts val="480"/>
              </a:spcBef>
              <a:spcAft>
                <a:spcPts val="0"/>
              </a:spcAft>
              <a:buClr>
                <a:schemeClr val="dk1"/>
              </a:buClr>
              <a:buSzPts val="1800"/>
              <a:buChar char="•"/>
              <a:defRPr/>
            </a:lvl7pPr>
            <a:lvl8pPr marL="4876678" lvl="7" indent="-457189" algn="l">
              <a:lnSpc>
                <a:spcPct val="100000"/>
              </a:lnSpc>
              <a:spcBef>
                <a:spcPts val="480"/>
              </a:spcBef>
              <a:spcAft>
                <a:spcPts val="0"/>
              </a:spcAft>
              <a:buClr>
                <a:schemeClr val="dk1"/>
              </a:buClr>
              <a:buSzPts val="1800"/>
              <a:buChar char="•"/>
              <a:defRPr/>
            </a:lvl8pPr>
            <a:lvl9pPr marL="5486263" lvl="8" indent="-457189" algn="l">
              <a:lnSpc>
                <a:spcPct val="100000"/>
              </a:lnSpc>
              <a:spcBef>
                <a:spcPts val="480"/>
              </a:spcBef>
              <a:spcAft>
                <a:spcPts val="0"/>
              </a:spcAft>
              <a:buClr>
                <a:schemeClr val="dk1"/>
              </a:buClr>
              <a:buSzPts val="1800"/>
              <a:buChar char="•"/>
              <a:defRPr/>
            </a:lvl9pPr>
          </a:lstStyle>
          <a:p>
            <a:pPr lvl="0"/>
            <a:r>
              <a:rPr lang="en-US"/>
              <a:t>Edit Master text styles</a:t>
            </a:r>
          </a:p>
        </p:txBody>
      </p:sp>
      <p:sp>
        <p:nvSpPr>
          <p:cNvPr id="16" name="Google Shape;16;p30"/>
          <p:cNvSpPr txBox="1">
            <a:spLocks noGrp="1"/>
          </p:cNvSpPr>
          <p:nvPr>
            <p:ph type="body" idx="2"/>
          </p:nvPr>
        </p:nvSpPr>
        <p:spPr>
          <a:xfrm>
            <a:off x="584205" y="3881097"/>
            <a:ext cx="1725084" cy="752475"/>
          </a:xfrm>
          <a:prstGeom prst="rect">
            <a:avLst/>
          </a:prstGeom>
          <a:noFill/>
          <a:ln>
            <a:noFill/>
          </a:ln>
        </p:spPr>
        <p:txBody>
          <a:bodyPr spcFirstLastPara="1" wrap="square" lIns="0" tIns="0" rIns="0" bIns="0" anchor="t" anchorCtr="0">
            <a:normAutofit/>
          </a:bodyPr>
          <a:lstStyle>
            <a:lvl1pPr marL="609585" lvl="0" indent="-304792" algn="ctr">
              <a:lnSpc>
                <a:spcPct val="100000"/>
              </a:lnSpc>
              <a:spcBef>
                <a:spcPts val="480"/>
              </a:spcBef>
              <a:spcAft>
                <a:spcPts val="0"/>
              </a:spcAft>
              <a:buClr>
                <a:schemeClr val="accent1"/>
              </a:buClr>
              <a:buSzPts val="1800"/>
              <a:buNone/>
              <a:defRPr sz="2400" b="1">
                <a:solidFill>
                  <a:schemeClr val="accent1"/>
                </a:solidFill>
              </a:defRPr>
            </a:lvl1pPr>
            <a:lvl2pPr marL="1219170" lvl="1" indent="-457189" algn="l">
              <a:lnSpc>
                <a:spcPct val="100000"/>
              </a:lnSpc>
              <a:spcBef>
                <a:spcPts val="480"/>
              </a:spcBef>
              <a:spcAft>
                <a:spcPts val="0"/>
              </a:spcAft>
              <a:buClr>
                <a:schemeClr val="dk2"/>
              </a:buClr>
              <a:buSzPts val="1800"/>
              <a:buChar char="•"/>
              <a:defRPr/>
            </a:lvl2pPr>
            <a:lvl3pPr marL="1828754" lvl="2" indent="-457189" algn="l">
              <a:lnSpc>
                <a:spcPct val="100000"/>
              </a:lnSpc>
              <a:spcBef>
                <a:spcPts val="480"/>
              </a:spcBef>
              <a:spcAft>
                <a:spcPts val="0"/>
              </a:spcAft>
              <a:buClr>
                <a:schemeClr val="dk2"/>
              </a:buClr>
              <a:buSzPts val="1800"/>
              <a:buChar char="•"/>
              <a:defRPr/>
            </a:lvl3pPr>
            <a:lvl4pPr marL="2438339" lvl="3" indent="-457189" algn="l">
              <a:lnSpc>
                <a:spcPct val="100000"/>
              </a:lnSpc>
              <a:spcBef>
                <a:spcPts val="480"/>
              </a:spcBef>
              <a:spcAft>
                <a:spcPts val="0"/>
              </a:spcAft>
              <a:buClr>
                <a:schemeClr val="dk2"/>
              </a:buClr>
              <a:buSzPts val="1800"/>
              <a:buChar char="•"/>
              <a:defRPr/>
            </a:lvl4pPr>
            <a:lvl5pPr marL="3047924" lvl="4" indent="-457189" algn="l">
              <a:lnSpc>
                <a:spcPct val="100000"/>
              </a:lnSpc>
              <a:spcBef>
                <a:spcPts val="480"/>
              </a:spcBef>
              <a:spcAft>
                <a:spcPts val="0"/>
              </a:spcAft>
              <a:buClr>
                <a:schemeClr val="dk2"/>
              </a:buClr>
              <a:buSzPts val="1800"/>
              <a:buChar char="•"/>
              <a:defRPr/>
            </a:lvl5pPr>
            <a:lvl6pPr marL="3657509" lvl="5" indent="-457189" algn="l">
              <a:lnSpc>
                <a:spcPct val="100000"/>
              </a:lnSpc>
              <a:spcBef>
                <a:spcPts val="480"/>
              </a:spcBef>
              <a:spcAft>
                <a:spcPts val="0"/>
              </a:spcAft>
              <a:buClr>
                <a:schemeClr val="dk1"/>
              </a:buClr>
              <a:buSzPts val="1800"/>
              <a:buChar char="•"/>
              <a:defRPr/>
            </a:lvl6pPr>
            <a:lvl7pPr marL="4267093" lvl="6" indent="-457189" algn="l">
              <a:lnSpc>
                <a:spcPct val="100000"/>
              </a:lnSpc>
              <a:spcBef>
                <a:spcPts val="480"/>
              </a:spcBef>
              <a:spcAft>
                <a:spcPts val="0"/>
              </a:spcAft>
              <a:buClr>
                <a:schemeClr val="dk1"/>
              </a:buClr>
              <a:buSzPts val="1800"/>
              <a:buChar char="•"/>
              <a:defRPr/>
            </a:lvl7pPr>
            <a:lvl8pPr marL="4876678" lvl="7" indent="-457189" algn="l">
              <a:lnSpc>
                <a:spcPct val="100000"/>
              </a:lnSpc>
              <a:spcBef>
                <a:spcPts val="480"/>
              </a:spcBef>
              <a:spcAft>
                <a:spcPts val="0"/>
              </a:spcAft>
              <a:buClr>
                <a:schemeClr val="dk1"/>
              </a:buClr>
              <a:buSzPts val="1800"/>
              <a:buChar char="•"/>
              <a:defRPr/>
            </a:lvl8pPr>
            <a:lvl9pPr marL="5486263" lvl="8" indent="-457189" algn="l">
              <a:lnSpc>
                <a:spcPct val="100000"/>
              </a:lnSpc>
              <a:spcBef>
                <a:spcPts val="480"/>
              </a:spcBef>
              <a:spcAft>
                <a:spcPts val="0"/>
              </a:spcAft>
              <a:buClr>
                <a:schemeClr val="dk1"/>
              </a:buClr>
              <a:buSzPts val="1800"/>
              <a:buChar char="•"/>
              <a:defRPr/>
            </a:lvl9pPr>
          </a:lstStyle>
          <a:p>
            <a:pPr lvl="0"/>
            <a:r>
              <a:rPr lang="en-US"/>
              <a:t>Edit Master text styles</a:t>
            </a:r>
          </a:p>
        </p:txBody>
      </p:sp>
      <p:sp>
        <p:nvSpPr>
          <p:cNvPr id="17" name="Google Shape;17;p30"/>
          <p:cNvSpPr txBox="1">
            <a:spLocks noGrp="1"/>
          </p:cNvSpPr>
          <p:nvPr>
            <p:ph type="body" idx="3"/>
          </p:nvPr>
        </p:nvSpPr>
        <p:spPr>
          <a:xfrm>
            <a:off x="4269317" y="4282304"/>
            <a:ext cx="7313083" cy="577851"/>
          </a:xfrm>
          <a:prstGeom prst="rect">
            <a:avLst/>
          </a:prstGeom>
          <a:noFill/>
          <a:ln>
            <a:noFill/>
          </a:ln>
        </p:spPr>
        <p:txBody>
          <a:bodyPr spcFirstLastPara="1" wrap="square" lIns="91425" tIns="45700" rIns="91425" bIns="45700" anchor="t" anchorCtr="0">
            <a:normAutofit/>
          </a:bodyPr>
          <a:lstStyle>
            <a:lvl1pPr marL="609585" lvl="0" indent="-304792" algn="r">
              <a:lnSpc>
                <a:spcPct val="100000"/>
              </a:lnSpc>
              <a:spcBef>
                <a:spcPts val="480"/>
              </a:spcBef>
              <a:spcAft>
                <a:spcPts val="0"/>
              </a:spcAft>
              <a:buClr>
                <a:schemeClr val="dk2"/>
              </a:buClr>
              <a:buSzPts val="1800"/>
              <a:buNone/>
              <a:defRPr sz="2400"/>
            </a:lvl1pPr>
            <a:lvl2pPr marL="1219170" lvl="1" indent="-457189" algn="l">
              <a:lnSpc>
                <a:spcPct val="100000"/>
              </a:lnSpc>
              <a:spcBef>
                <a:spcPts val="480"/>
              </a:spcBef>
              <a:spcAft>
                <a:spcPts val="0"/>
              </a:spcAft>
              <a:buClr>
                <a:schemeClr val="dk2"/>
              </a:buClr>
              <a:buSzPts val="1800"/>
              <a:buChar char="•"/>
              <a:defRPr/>
            </a:lvl2pPr>
            <a:lvl3pPr marL="1828754" lvl="2" indent="-457189" algn="l">
              <a:lnSpc>
                <a:spcPct val="100000"/>
              </a:lnSpc>
              <a:spcBef>
                <a:spcPts val="480"/>
              </a:spcBef>
              <a:spcAft>
                <a:spcPts val="0"/>
              </a:spcAft>
              <a:buClr>
                <a:schemeClr val="dk2"/>
              </a:buClr>
              <a:buSzPts val="1800"/>
              <a:buChar char="•"/>
              <a:defRPr/>
            </a:lvl3pPr>
            <a:lvl4pPr marL="2438339" lvl="3" indent="-457189" algn="l">
              <a:lnSpc>
                <a:spcPct val="100000"/>
              </a:lnSpc>
              <a:spcBef>
                <a:spcPts val="480"/>
              </a:spcBef>
              <a:spcAft>
                <a:spcPts val="0"/>
              </a:spcAft>
              <a:buClr>
                <a:schemeClr val="dk2"/>
              </a:buClr>
              <a:buSzPts val="1800"/>
              <a:buChar char="•"/>
              <a:defRPr/>
            </a:lvl4pPr>
            <a:lvl5pPr marL="3047924" lvl="4" indent="-457189" algn="l">
              <a:lnSpc>
                <a:spcPct val="100000"/>
              </a:lnSpc>
              <a:spcBef>
                <a:spcPts val="480"/>
              </a:spcBef>
              <a:spcAft>
                <a:spcPts val="0"/>
              </a:spcAft>
              <a:buClr>
                <a:schemeClr val="dk2"/>
              </a:buClr>
              <a:buSzPts val="1800"/>
              <a:buChar char="•"/>
              <a:defRPr/>
            </a:lvl5pPr>
            <a:lvl6pPr marL="3657509" lvl="5" indent="-457189" algn="l">
              <a:lnSpc>
                <a:spcPct val="100000"/>
              </a:lnSpc>
              <a:spcBef>
                <a:spcPts val="480"/>
              </a:spcBef>
              <a:spcAft>
                <a:spcPts val="0"/>
              </a:spcAft>
              <a:buClr>
                <a:schemeClr val="dk1"/>
              </a:buClr>
              <a:buSzPts val="1800"/>
              <a:buChar char="•"/>
              <a:defRPr/>
            </a:lvl6pPr>
            <a:lvl7pPr marL="4267093" lvl="6" indent="-457189" algn="l">
              <a:lnSpc>
                <a:spcPct val="100000"/>
              </a:lnSpc>
              <a:spcBef>
                <a:spcPts val="480"/>
              </a:spcBef>
              <a:spcAft>
                <a:spcPts val="0"/>
              </a:spcAft>
              <a:buClr>
                <a:schemeClr val="dk1"/>
              </a:buClr>
              <a:buSzPts val="1800"/>
              <a:buChar char="•"/>
              <a:defRPr/>
            </a:lvl7pPr>
            <a:lvl8pPr marL="4876678" lvl="7" indent="-457189" algn="l">
              <a:lnSpc>
                <a:spcPct val="100000"/>
              </a:lnSpc>
              <a:spcBef>
                <a:spcPts val="480"/>
              </a:spcBef>
              <a:spcAft>
                <a:spcPts val="0"/>
              </a:spcAft>
              <a:buClr>
                <a:schemeClr val="dk1"/>
              </a:buClr>
              <a:buSzPts val="1800"/>
              <a:buChar char="•"/>
              <a:defRPr/>
            </a:lvl8pPr>
            <a:lvl9pPr marL="5486263" lvl="8" indent="-457189" algn="l">
              <a:lnSpc>
                <a:spcPct val="100000"/>
              </a:lnSpc>
              <a:spcBef>
                <a:spcPts val="480"/>
              </a:spcBef>
              <a:spcAft>
                <a:spcPts val="0"/>
              </a:spcAft>
              <a:buClr>
                <a:schemeClr val="dk1"/>
              </a:buClr>
              <a:buSzPts val="1800"/>
              <a:buChar char="•"/>
              <a:defRPr/>
            </a:lvl9pPr>
          </a:lstStyle>
          <a:p>
            <a:pPr lvl="0"/>
            <a:r>
              <a:rPr lang="en-US"/>
              <a:t>Edit Master text styles</a:t>
            </a:r>
          </a:p>
        </p:txBody>
      </p:sp>
    </p:spTree>
    <p:extLst>
      <p:ext uri="{BB962C8B-B14F-4D97-AF65-F5344CB8AC3E}">
        <p14:creationId xmlns:p14="http://schemas.microsoft.com/office/powerpoint/2010/main" val="164776769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 No photo">
  <p:cSld name="Title - No photo">
    <p:bg>
      <p:bgPr>
        <a:blipFill>
          <a:blip r:embed="rId2">
            <a:alphaModFix/>
          </a:blip>
          <a:stretch>
            <a:fillRect/>
          </a:stretch>
        </a:blipFill>
        <a:effectLst/>
      </p:bgPr>
    </p:bg>
    <p:spTree>
      <p:nvGrpSpPr>
        <p:cNvPr id="1" name="Shape 18"/>
        <p:cNvGrpSpPr/>
        <p:nvPr/>
      </p:nvGrpSpPr>
      <p:grpSpPr>
        <a:xfrm>
          <a:off x="0" y="0"/>
          <a:ext cx="0" cy="0"/>
          <a:chOff x="0" y="0"/>
          <a:chExt cx="0" cy="0"/>
        </a:xfrm>
      </p:grpSpPr>
      <p:sp>
        <p:nvSpPr>
          <p:cNvPr id="19" name="Google Shape;19;p33"/>
          <p:cNvSpPr txBox="1">
            <a:spLocks noGrp="1"/>
          </p:cNvSpPr>
          <p:nvPr>
            <p:ph type="title"/>
          </p:nvPr>
        </p:nvSpPr>
        <p:spPr>
          <a:xfrm>
            <a:off x="4268909" y="1141667"/>
            <a:ext cx="7313491" cy="1398472"/>
          </a:xfrm>
          <a:prstGeom prst="rect">
            <a:avLst/>
          </a:prstGeom>
          <a:noFill/>
          <a:ln>
            <a:noFill/>
          </a:ln>
        </p:spPr>
        <p:txBody>
          <a:bodyPr spcFirstLastPara="1" wrap="square" lIns="91425" tIns="45700" rIns="91425" bIns="45700" anchor="t" anchorCtr="0">
            <a:noAutofit/>
          </a:bodyPr>
          <a:lstStyle>
            <a:lvl1pPr lvl="0" algn="r">
              <a:lnSpc>
                <a:spcPct val="8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20" name="Google Shape;20;p33"/>
          <p:cNvSpPr txBox="1">
            <a:spLocks noGrp="1"/>
          </p:cNvSpPr>
          <p:nvPr>
            <p:ph type="body" idx="1"/>
          </p:nvPr>
        </p:nvSpPr>
        <p:spPr>
          <a:xfrm>
            <a:off x="4269317" y="2707459"/>
            <a:ext cx="7313083" cy="1224439"/>
          </a:xfrm>
          <a:prstGeom prst="rect">
            <a:avLst/>
          </a:prstGeom>
          <a:noFill/>
          <a:ln>
            <a:noFill/>
          </a:ln>
        </p:spPr>
        <p:txBody>
          <a:bodyPr spcFirstLastPara="1" wrap="square" lIns="91425" tIns="45700" rIns="91425" bIns="45700" anchor="t" anchorCtr="0">
            <a:normAutofit/>
          </a:bodyPr>
          <a:lstStyle>
            <a:lvl1pPr marL="609585" lvl="0" indent="-304792" algn="r">
              <a:lnSpc>
                <a:spcPct val="100000"/>
              </a:lnSpc>
              <a:spcBef>
                <a:spcPts val="480"/>
              </a:spcBef>
              <a:spcAft>
                <a:spcPts val="0"/>
              </a:spcAft>
              <a:buClr>
                <a:schemeClr val="dk2"/>
              </a:buClr>
              <a:buSzPts val="1800"/>
              <a:buNone/>
              <a:defRPr/>
            </a:lvl1pPr>
            <a:lvl2pPr marL="1219170" lvl="1" indent="-457189" algn="l">
              <a:lnSpc>
                <a:spcPct val="100000"/>
              </a:lnSpc>
              <a:spcBef>
                <a:spcPts val="480"/>
              </a:spcBef>
              <a:spcAft>
                <a:spcPts val="0"/>
              </a:spcAft>
              <a:buClr>
                <a:schemeClr val="dk2"/>
              </a:buClr>
              <a:buSzPts val="1800"/>
              <a:buChar char="•"/>
              <a:defRPr/>
            </a:lvl2pPr>
            <a:lvl3pPr marL="1828754" lvl="2" indent="-457189" algn="l">
              <a:lnSpc>
                <a:spcPct val="100000"/>
              </a:lnSpc>
              <a:spcBef>
                <a:spcPts val="480"/>
              </a:spcBef>
              <a:spcAft>
                <a:spcPts val="0"/>
              </a:spcAft>
              <a:buClr>
                <a:schemeClr val="dk2"/>
              </a:buClr>
              <a:buSzPts val="1800"/>
              <a:buChar char="•"/>
              <a:defRPr/>
            </a:lvl3pPr>
            <a:lvl4pPr marL="2438339" lvl="3" indent="-457189" algn="l">
              <a:lnSpc>
                <a:spcPct val="100000"/>
              </a:lnSpc>
              <a:spcBef>
                <a:spcPts val="480"/>
              </a:spcBef>
              <a:spcAft>
                <a:spcPts val="0"/>
              </a:spcAft>
              <a:buClr>
                <a:schemeClr val="dk2"/>
              </a:buClr>
              <a:buSzPts val="1800"/>
              <a:buChar char="•"/>
              <a:defRPr/>
            </a:lvl4pPr>
            <a:lvl5pPr marL="3047924" lvl="4" indent="-457189" algn="l">
              <a:lnSpc>
                <a:spcPct val="100000"/>
              </a:lnSpc>
              <a:spcBef>
                <a:spcPts val="480"/>
              </a:spcBef>
              <a:spcAft>
                <a:spcPts val="0"/>
              </a:spcAft>
              <a:buClr>
                <a:schemeClr val="dk2"/>
              </a:buClr>
              <a:buSzPts val="1800"/>
              <a:buChar char="•"/>
              <a:defRPr/>
            </a:lvl5pPr>
            <a:lvl6pPr marL="3657509" lvl="5" indent="-457189" algn="l">
              <a:lnSpc>
                <a:spcPct val="100000"/>
              </a:lnSpc>
              <a:spcBef>
                <a:spcPts val="480"/>
              </a:spcBef>
              <a:spcAft>
                <a:spcPts val="0"/>
              </a:spcAft>
              <a:buClr>
                <a:schemeClr val="dk1"/>
              </a:buClr>
              <a:buSzPts val="1800"/>
              <a:buChar char="•"/>
              <a:defRPr/>
            </a:lvl6pPr>
            <a:lvl7pPr marL="4267093" lvl="6" indent="-457189" algn="l">
              <a:lnSpc>
                <a:spcPct val="100000"/>
              </a:lnSpc>
              <a:spcBef>
                <a:spcPts val="480"/>
              </a:spcBef>
              <a:spcAft>
                <a:spcPts val="0"/>
              </a:spcAft>
              <a:buClr>
                <a:schemeClr val="dk1"/>
              </a:buClr>
              <a:buSzPts val="1800"/>
              <a:buChar char="•"/>
              <a:defRPr/>
            </a:lvl7pPr>
            <a:lvl8pPr marL="4876678" lvl="7" indent="-457189" algn="l">
              <a:lnSpc>
                <a:spcPct val="100000"/>
              </a:lnSpc>
              <a:spcBef>
                <a:spcPts val="480"/>
              </a:spcBef>
              <a:spcAft>
                <a:spcPts val="0"/>
              </a:spcAft>
              <a:buClr>
                <a:schemeClr val="dk1"/>
              </a:buClr>
              <a:buSzPts val="1800"/>
              <a:buChar char="•"/>
              <a:defRPr/>
            </a:lvl8pPr>
            <a:lvl9pPr marL="5486263" lvl="8" indent="-457189" algn="l">
              <a:lnSpc>
                <a:spcPct val="100000"/>
              </a:lnSpc>
              <a:spcBef>
                <a:spcPts val="480"/>
              </a:spcBef>
              <a:spcAft>
                <a:spcPts val="0"/>
              </a:spcAft>
              <a:buClr>
                <a:schemeClr val="dk1"/>
              </a:buClr>
              <a:buSzPts val="1800"/>
              <a:buChar char="•"/>
              <a:defRPr/>
            </a:lvl9pPr>
          </a:lstStyle>
          <a:p>
            <a:pPr lvl="0"/>
            <a:r>
              <a:rPr lang="en-US"/>
              <a:t>Edit Master text styles</a:t>
            </a:r>
          </a:p>
        </p:txBody>
      </p:sp>
      <p:sp>
        <p:nvSpPr>
          <p:cNvPr id="21" name="Google Shape;21;p33"/>
          <p:cNvSpPr txBox="1">
            <a:spLocks noGrp="1"/>
          </p:cNvSpPr>
          <p:nvPr>
            <p:ph type="body" idx="2"/>
          </p:nvPr>
        </p:nvSpPr>
        <p:spPr>
          <a:xfrm>
            <a:off x="584205" y="3884296"/>
            <a:ext cx="1725084" cy="752475"/>
          </a:xfrm>
          <a:prstGeom prst="rect">
            <a:avLst/>
          </a:prstGeom>
          <a:noFill/>
          <a:ln>
            <a:noFill/>
          </a:ln>
        </p:spPr>
        <p:txBody>
          <a:bodyPr spcFirstLastPara="1" wrap="square" lIns="0" tIns="0" rIns="0" bIns="0" anchor="t" anchorCtr="0">
            <a:normAutofit/>
          </a:bodyPr>
          <a:lstStyle>
            <a:lvl1pPr marL="609585" lvl="0" indent="-304792" algn="ctr">
              <a:lnSpc>
                <a:spcPct val="100000"/>
              </a:lnSpc>
              <a:spcBef>
                <a:spcPts val="480"/>
              </a:spcBef>
              <a:spcAft>
                <a:spcPts val="0"/>
              </a:spcAft>
              <a:buClr>
                <a:schemeClr val="accent1"/>
              </a:buClr>
              <a:buSzPts val="1800"/>
              <a:buNone/>
              <a:defRPr sz="2400" b="1">
                <a:solidFill>
                  <a:schemeClr val="accent1"/>
                </a:solidFill>
              </a:defRPr>
            </a:lvl1pPr>
            <a:lvl2pPr marL="1219170" lvl="1" indent="-457189" algn="l">
              <a:lnSpc>
                <a:spcPct val="100000"/>
              </a:lnSpc>
              <a:spcBef>
                <a:spcPts val="480"/>
              </a:spcBef>
              <a:spcAft>
                <a:spcPts val="0"/>
              </a:spcAft>
              <a:buClr>
                <a:schemeClr val="dk2"/>
              </a:buClr>
              <a:buSzPts val="1800"/>
              <a:buChar char="•"/>
              <a:defRPr/>
            </a:lvl2pPr>
            <a:lvl3pPr marL="1828754" lvl="2" indent="-457189" algn="l">
              <a:lnSpc>
                <a:spcPct val="100000"/>
              </a:lnSpc>
              <a:spcBef>
                <a:spcPts val="480"/>
              </a:spcBef>
              <a:spcAft>
                <a:spcPts val="0"/>
              </a:spcAft>
              <a:buClr>
                <a:schemeClr val="dk2"/>
              </a:buClr>
              <a:buSzPts val="1800"/>
              <a:buChar char="•"/>
              <a:defRPr/>
            </a:lvl3pPr>
            <a:lvl4pPr marL="2438339" lvl="3" indent="-457189" algn="l">
              <a:lnSpc>
                <a:spcPct val="100000"/>
              </a:lnSpc>
              <a:spcBef>
                <a:spcPts val="480"/>
              </a:spcBef>
              <a:spcAft>
                <a:spcPts val="0"/>
              </a:spcAft>
              <a:buClr>
                <a:schemeClr val="dk2"/>
              </a:buClr>
              <a:buSzPts val="1800"/>
              <a:buChar char="•"/>
              <a:defRPr/>
            </a:lvl4pPr>
            <a:lvl5pPr marL="3047924" lvl="4" indent="-457189" algn="l">
              <a:lnSpc>
                <a:spcPct val="100000"/>
              </a:lnSpc>
              <a:spcBef>
                <a:spcPts val="480"/>
              </a:spcBef>
              <a:spcAft>
                <a:spcPts val="0"/>
              </a:spcAft>
              <a:buClr>
                <a:schemeClr val="dk2"/>
              </a:buClr>
              <a:buSzPts val="1800"/>
              <a:buChar char="•"/>
              <a:defRPr/>
            </a:lvl5pPr>
            <a:lvl6pPr marL="3657509" lvl="5" indent="-457189" algn="l">
              <a:lnSpc>
                <a:spcPct val="100000"/>
              </a:lnSpc>
              <a:spcBef>
                <a:spcPts val="480"/>
              </a:spcBef>
              <a:spcAft>
                <a:spcPts val="0"/>
              </a:spcAft>
              <a:buClr>
                <a:schemeClr val="dk1"/>
              </a:buClr>
              <a:buSzPts val="1800"/>
              <a:buChar char="•"/>
              <a:defRPr/>
            </a:lvl6pPr>
            <a:lvl7pPr marL="4267093" lvl="6" indent="-457189" algn="l">
              <a:lnSpc>
                <a:spcPct val="100000"/>
              </a:lnSpc>
              <a:spcBef>
                <a:spcPts val="480"/>
              </a:spcBef>
              <a:spcAft>
                <a:spcPts val="0"/>
              </a:spcAft>
              <a:buClr>
                <a:schemeClr val="dk1"/>
              </a:buClr>
              <a:buSzPts val="1800"/>
              <a:buChar char="•"/>
              <a:defRPr/>
            </a:lvl7pPr>
            <a:lvl8pPr marL="4876678" lvl="7" indent="-457189" algn="l">
              <a:lnSpc>
                <a:spcPct val="100000"/>
              </a:lnSpc>
              <a:spcBef>
                <a:spcPts val="480"/>
              </a:spcBef>
              <a:spcAft>
                <a:spcPts val="0"/>
              </a:spcAft>
              <a:buClr>
                <a:schemeClr val="dk1"/>
              </a:buClr>
              <a:buSzPts val="1800"/>
              <a:buChar char="•"/>
              <a:defRPr/>
            </a:lvl8pPr>
            <a:lvl9pPr marL="5486263" lvl="8" indent="-457189" algn="l">
              <a:lnSpc>
                <a:spcPct val="100000"/>
              </a:lnSpc>
              <a:spcBef>
                <a:spcPts val="480"/>
              </a:spcBef>
              <a:spcAft>
                <a:spcPts val="0"/>
              </a:spcAft>
              <a:buClr>
                <a:schemeClr val="dk1"/>
              </a:buClr>
              <a:buSzPts val="1800"/>
              <a:buChar char="•"/>
              <a:defRPr/>
            </a:lvl9pPr>
          </a:lstStyle>
          <a:p>
            <a:pPr lvl="0"/>
            <a:r>
              <a:rPr lang="en-US"/>
              <a:t>Edit Master text styles</a:t>
            </a:r>
          </a:p>
        </p:txBody>
      </p:sp>
      <p:sp>
        <p:nvSpPr>
          <p:cNvPr id="22" name="Google Shape;22;p33"/>
          <p:cNvSpPr txBox="1">
            <a:spLocks noGrp="1"/>
          </p:cNvSpPr>
          <p:nvPr>
            <p:ph type="body" idx="3"/>
          </p:nvPr>
        </p:nvSpPr>
        <p:spPr>
          <a:xfrm>
            <a:off x="4269317" y="4282304"/>
            <a:ext cx="7313083" cy="577851"/>
          </a:xfrm>
          <a:prstGeom prst="rect">
            <a:avLst/>
          </a:prstGeom>
          <a:noFill/>
          <a:ln>
            <a:noFill/>
          </a:ln>
        </p:spPr>
        <p:txBody>
          <a:bodyPr spcFirstLastPara="1" wrap="square" lIns="91425" tIns="45700" rIns="91425" bIns="45700" anchor="t" anchorCtr="0">
            <a:normAutofit/>
          </a:bodyPr>
          <a:lstStyle>
            <a:lvl1pPr marL="609585" lvl="0" indent="-304792" algn="r">
              <a:lnSpc>
                <a:spcPct val="100000"/>
              </a:lnSpc>
              <a:spcBef>
                <a:spcPts val="480"/>
              </a:spcBef>
              <a:spcAft>
                <a:spcPts val="0"/>
              </a:spcAft>
              <a:buClr>
                <a:schemeClr val="dk2"/>
              </a:buClr>
              <a:buSzPts val="1800"/>
              <a:buNone/>
              <a:defRPr sz="2400"/>
            </a:lvl1pPr>
            <a:lvl2pPr marL="1219170" lvl="1" indent="-457189" algn="l">
              <a:lnSpc>
                <a:spcPct val="100000"/>
              </a:lnSpc>
              <a:spcBef>
                <a:spcPts val="480"/>
              </a:spcBef>
              <a:spcAft>
                <a:spcPts val="0"/>
              </a:spcAft>
              <a:buClr>
                <a:schemeClr val="dk2"/>
              </a:buClr>
              <a:buSzPts val="1800"/>
              <a:buChar char="•"/>
              <a:defRPr/>
            </a:lvl2pPr>
            <a:lvl3pPr marL="1828754" lvl="2" indent="-457189" algn="l">
              <a:lnSpc>
                <a:spcPct val="100000"/>
              </a:lnSpc>
              <a:spcBef>
                <a:spcPts val="480"/>
              </a:spcBef>
              <a:spcAft>
                <a:spcPts val="0"/>
              </a:spcAft>
              <a:buClr>
                <a:schemeClr val="dk2"/>
              </a:buClr>
              <a:buSzPts val="1800"/>
              <a:buChar char="•"/>
              <a:defRPr/>
            </a:lvl3pPr>
            <a:lvl4pPr marL="2438339" lvl="3" indent="-457189" algn="l">
              <a:lnSpc>
                <a:spcPct val="100000"/>
              </a:lnSpc>
              <a:spcBef>
                <a:spcPts val="480"/>
              </a:spcBef>
              <a:spcAft>
                <a:spcPts val="0"/>
              </a:spcAft>
              <a:buClr>
                <a:schemeClr val="dk2"/>
              </a:buClr>
              <a:buSzPts val="1800"/>
              <a:buChar char="•"/>
              <a:defRPr/>
            </a:lvl4pPr>
            <a:lvl5pPr marL="3047924" lvl="4" indent="-457189" algn="l">
              <a:lnSpc>
                <a:spcPct val="100000"/>
              </a:lnSpc>
              <a:spcBef>
                <a:spcPts val="480"/>
              </a:spcBef>
              <a:spcAft>
                <a:spcPts val="0"/>
              </a:spcAft>
              <a:buClr>
                <a:schemeClr val="dk2"/>
              </a:buClr>
              <a:buSzPts val="1800"/>
              <a:buChar char="•"/>
              <a:defRPr/>
            </a:lvl5pPr>
            <a:lvl6pPr marL="3657509" lvl="5" indent="-457189" algn="l">
              <a:lnSpc>
                <a:spcPct val="100000"/>
              </a:lnSpc>
              <a:spcBef>
                <a:spcPts val="480"/>
              </a:spcBef>
              <a:spcAft>
                <a:spcPts val="0"/>
              </a:spcAft>
              <a:buClr>
                <a:schemeClr val="dk1"/>
              </a:buClr>
              <a:buSzPts val="1800"/>
              <a:buChar char="•"/>
              <a:defRPr/>
            </a:lvl6pPr>
            <a:lvl7pPr marL="4267093" lvl="6" indent="-457189" algn="l">
              <a:lnSpc>
                <a:spcPct val="100000"/>
              </a:lnSpc>
              <a:spcBef>
                <a:spcPts val="480"/>
              </a:spcBef>
              <a:spcAft>
                <a:spcPts val="0"/>
              </a:spcAft>
              <a:buClr>
                <a:schemeClr val="dk1"/>
              </a:buClr>
              <a:buSzPts val="1800"/>
              <a:buChar char="•"/>
              <a:defRPr/>
            </a:lvl7pPr>
            <a:lvl8pPr marL="4876678" lvl="7" indent="-457189" algn="l">
              <a:lnSpc>
                <a:spcPct val="100000"/>
              </a:lnSpc>
              <a:spcBef>
                <a:spcPts val="480"/>
              </a:spcBef>
              <a:spcAft>
                <a:spcPts val="0"/>
              </a:spcAft>
              <a:buClr>
                <a:schemeClr val="dk1"/>
              </a:buClr>
              <a:buSzPts val="1800"/>
              <a:buChar char="•"/>
              <a:defRPr/>
            </a:lvl8pPr>
            <a:lvl9pPr marL="5486263" lvl="8" indent="-457189" algn="l">
              <a:lnSpc>
                <a:spcPct val="100000"/>
              </a:lnSpc>
              <a:spcBef>
                <a:spcPts val="480"/>
              </a:spcBef>
              <a:spcAft>
                <a:spcPts val="0"/>
              </a:spcAft>
              <a:buClr>
                <a:schemeClr val="dk1"/>
              </a:buClr>
              <a:buSzPts val="1800"/>
              <a:buChar char="•"/>
              <a:defRPr/>
            </a:lvl9pPr>
          </a:lstStyle>
          <a:p>
            <a:pPr lvl="0"/>
            <a:r>
              <a:rPr lang="en-US"/>
              <a:t>Edit Master text styles</a:t>
            </a:r>
          </a:p>
        </p:txBody>
      </p:sp>
    </p:spTree>
    <p:extLst>
      <p:ext uri="{BB962C8B-B14F-4D97-AF65-F5344CB8AC3E}">
        <p14:creationId xmlns:p14="http://schemas.microsoft.com/office/powerpoint/2010/main" val="400554249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 Turtle">
  <p:cSld name="Title - Turtle">
    <p:bg>
      <p:bgPr>
        <a:blipFill>
          <a:blip r:embed="rId2">
            <a:alphaModFix/>
          </a:blip>
          <a:stretch>
            <a:fillRect/>
          </a:stretch>
        </a:blipFill>
        <a:effectLst/>
      </p:bgPr>
    </p:bg>
    <p:spTree>
      <p:nvGrpSpPr>
        <p:cNvPr id="1" name="Shape 23"/>
        <p:cNvGrpSpPr/>
        <p:nvPr/>
      </p:nvGrpSpPr>
      <p:grpSpPr>
        <a:xfrm>
          <a:off x="0" y="0"/>
          <a:ext cx="0" cy="0"/>
          <a:chOff x="0" y="0"/>
          <a:chExt cx="0" cy="0"/>
        </a:xfrm>
      </p:grpSpPr>
      <p:sp>
        <p:nvSpPr>
          <p:cNvPr id="24" name="Google Shape;24;p34"/>
          <p:cNvSpPr txBox="1">
            <a:spLocks noGrp="1"/>
          </p:cNvSpPr>
          <p:nvPr>
            <p:ph type="title"/>
          </p:nvPr>
        </p:nvSpPr>
        <p:spPr>
          <a:xfrm>
            <a:off x="4268909" y="1141667"/>
            <a:ext cx="7313491" cy="1398472"/>
          </a:xfrm>
          <a:prstGeom prst="rect">
            <a:avLst/>
          </a:prstGeom>
          <a:noFill/>
          <a:ln>
            <a:noFill/>
          </a:ln>
        </p:spPr>
        <p:txBody>
          <a:bodyPr spcFirstLastPara="1" wrap="square" lIns="91425" tIns="45700" rIns="91425" bIns="45700" anchor="t" anchorCtr="0">
            <a:noAutofit/>
          </a:bodyPr>
          <a:lstStyle>
            <a:lvl1pPr lvl="0" algn="r">
              <a:lnSpc>
                <a:spcPct val="8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25" name="Google Shape;25;p34"/>
          <p:cNvSpPr txBox="1">
            <a:spLocks noGrp="1"/>
          </p:cNvSpPr>
          <p:nvPr>
            <p:ph type="body" idx="1"/>
          </p:nvPr>
        </p:nvSpPr>
        <p:spPr>
          <a:xfrm>
            <a:off x="4269317" y="2707459"/>
            <a:ext cx="7313083" cy="1224439"/>
          </a:xfrm>
          <a:prstGeom prst="rect">
            <a:avLst/>
          </a:prstGeom>
          <a:noFill/>
          <a:ln>
            <a:noFill/>
          </a:ln>
        </p:spPr>
        <p:txBody>
          <a:bodyPr spcFirstLastPara="1" wrap="square" lIns="91425" tIns="45700" rIns="91425" bIns="45700" anchor="t" anchorCtr="0">
            <a:normAutofit/>
          </a:bodyPr>
          <a:lstStyle>
            <a:lvl1pPr marL="609585" lvl="0" indent="-304792" algn="r">
              <a:lnSpc>
                <a:spcPct val="100000"/>
              </a:lnSpc>
              <a:spcBef>
                <a:spcPts val="480"/>
              </a:spcBef>
              <a:spcAft>
                <a:spcPts val="0"/>
              </a:spcAft>
              <a:buClr>
                <a:schemeClr val="dk2"/>
              </a:buClr>
              <a:buSzPts val="1800"/>
              <a:buNone/>
              <a:defRPr/>
            </a:lvl1pPr>
            <a:lvl2pPr marL="1219170" lvl="1" indent="-457189" algn="l">
              <a:lnSpc>
                <a:spcPct val="100000"/>
              </a:lnSpc>
              <a:spcBef>
                <a:spcPts val="480"/>
              </a:spcBef>
              <a:spcAft>
                <a:spcPts val="0"/>
              </a:spcAft>
              <a:buClr>
                <a:schemeClr val="dk2"/>
              </a:buClr>
              <a:buSzPts val="1800"/>
              <a:buChar char="•"/>
              <a:defRPr/>
            </a:lvl2pPr>
            <a:lvl3pPr marL="1828754" lvl="2" indent="-457189" algn="l">
              <a:lnSpc>
                <a:spcPct val="100000"/>
              </a:lnSpc>
              <a:spcBef>
                <a:spcPts val="480"/>
              </a:spcBef>
              <a:spcAft>
                <a:spcPts val="0"/>
              </a:spcAft>
              <a:buClr>
                <a:schemeClr val="dk2"/>
              </a:buClr>
              <a:buSzPts val="1800"/>
              <a:buChar char="•"/>
              <a:defRPr/>
            </a:lvl3pPr>
            <a:lvl4pPr marL="2438339" lvl="3" indent="-457189" algn="l">
              <a:lnSpc>
                <a:spcPct val="100000"/>
              </a:lnSpc>
              <a:spcBef>
                <a:spcPts val="480"/>
              </a:spcBef>
              <a:spcAft>
                <a:spcPts val="0"/>
              </a:spcAft>
              <a:buClr>
                <a:schemeClr val="dk2"/>
              </a:buClr>
              <a:buSzPts val="1800"/>
              <a:buChar char="•"/>
              <a:defRPr/>
            </a:lvl4pPr>
            <a:lvl5pPr marL="3047924" lvl="4" indent="-457189" algn="l">
              <a:lnSpc>
                <a:spcPct val="100000"/>
              </a:lnSpc>
              <a:spcBef>
                <a:spcPts val="480"/>
              </a:spcBef>
              <a:spcAft>
                <a:spcPts val="0"/>
              </a:spcAft>
              <a:buClr>
                <a:schemeClr val="dk2"/>
              </a:buClr>
              <a:buSzPts val="1800"/>
              <a:buChar char="•"/>
              <a:defRPr/>
            </a:lvl5pPr>
            <a:lvl6pPr marL="3657509" lvl="5" indent="-457189" algn="l">
              <a:lnSpc>
                <a:spcPct val="100000"/>
              </a:lnSpc>
              <a:spcBef>
                <a:spcPts val="480"/>
              </a:spcBef>
              <a:spcAft>
                <a:spcPts val="0"/>
              </a:spcAft>
              <a:buClr>
                <a:schemeClr val="dk1"/>
              </a:buClr>
              <a:buSzPts val="1800"/>
              <a:buChar char="•"/>
              <a:defRPr/>
            </a:lvl6pPr>
            <a:lvl7pPr marL="4267093" lvl="6" indent="-457189" algn="l">
              <a:lnSpc>
                <a:spcPct val="100000"/>
              </a:lnSpc>
              <a:spcBef>
                <a:spcPts val="480"/>
              </a:spcBef>
              <a:spcAft>
                <a:spcPts val="0"/>
              </a:spcAft>
              <a:buClr>
                <a:schemeClr val="dk1"/>
              </a:buClr>
              <a:buSzPts val="1800"/>
              <a:buChar char="•"/>
              <a:defRPr/>
            </a:lvl7pPr>
            <a:lvl8pPr marL="4876678" lvl="7" indent="-457189" algn="l">
              <a:lnSpc>
                <a:spcPct val="100000"/>
              </a:lnSpc>
              <a:spcBef>
                <a:spcPts val="480"/>
              </a:spcBef>
              <a:spcAft>
                <a:spcPts val="0"/>
              </a:spcAft>
              <a:buClr>
                <a:schemeClr val="dk1"/>
              </a:buClr>
              <a:buSzPts val="1800"/>
              <a:buChar char="•"/>
              <a:defRPr/>
            </a:lvl8pPr>
            <a:lvl9pPr marL="5486263" lvl="8" indent="-457189" algn="l">
              <a:lnSpc>
                <a:spcPct val="100000"/>
              </a:lnSpc>
              <a:spcBef>
                <a:spcPts val="480"/>
              </a:spcBef>
              <a:spcAft>
                <a:spcPts val="0"/>
              </a:spcAft>
              <a:buClr>
                <a:schemeClr val="dk1"/>
              </a:buClr>
              <a:buSzPts val="1800"/>
              <a:buChar char="•"/>
              <a:defRPr/>
            </a:lvl9pPr>
          </a:lstStyle>
          <a:p>
            <a:pPr lvl="0"/>
            <a:r>
              <a:rPr lang="en-US"/>
              <a:t>Edit Master text styles</a:t>
            </a:r>
          </a:p>
        </p:txBody>
      </p:sp>
      <p:sp>
        <p:nvSpPr>
          <p:cNvPr id="26" name="Google Shape;26;p34"/>
          <p:cNvSpPr txBox="1">
            <a:spLocks noGrp="1"/>
          </p:cNvSpPr>
          <p:nvPr>
            <p:ph type="body" idx="2"/>
          </p:nvPr>
        </p:nvSpPr>
        <p:spPr>
          <a:xfrm>
            <a:off x="584205" y="3879533"/>
            <a:ext cx="1725084" cy="752475"/>
          </a:xfrm>
          <a:prstGeom prst="rect">
            <a:avLst/>
          </a:prstGeom>
          <a:noFill/>
          <a:ln>
            <a:noFill/>
          </a:ln>
        </p:spPr>
        <p:txBody>
          <a:bodyPr spcFirstLastPara="1" wrap="square" lIns="0" tIns="0" rIns="0" bIns="0" anchor="t" anchorCtr="0">
            <a:normAutofit/>
          </a:bodyPr>
          <a:lstStyle>
            <a:lvl1pPr marL="609585" lvl="0" indent="-304792" algn="ctr">
              <a:lnSpc>
                <a:spcPct val="100000"/>
              </a:lnSpc>
              <a:spcBef>
                <a:spcPts val="480"/>
              </a:spcBef>
              <a:spcAft>
                <a:spcPts val="0"/>
              </a:spcAft>
              <a:buClr>
                <a:schemeClr val="accent1"/>
              </a:buClr>
              <a:buSzPts val="1800"/>
              <a:buNone/>
              <a:defRPr sz="2400" b="1">
                <a:solidFill>
                  <a:schemeClr val="accent1"/>
                </a:solidFill>
              </a:defRPr>
            </a:lvl1pPr>
            <a:lvl2pPr marL="1219170" lvl="1" indent="-457189" algn="l">
              <a:lnSpc>
                <a:spcPct val="100000"/>
              </a:lnSpc>
              <a:spcBef>
                <a:spcPts val="480"/>
              </a:spcBef>
              <a:spcAft>
                <a:spcPts val="0"/>
              </a:spcAft>
              <a:buClr>
                <a:schemeClr val="dk2"/>
              </a:buClr>
              <a:buSzPts val="1800"/>
              <a:buChar char="•"/>
              <a:defRPr/>
            </a:lvl2pPr>
            <a:lvl3pPr marL="1828754" lvl="2" indent="-457189" algn="l">
              <a:lnSpc>
                <a:spcPct val="100000"/>
              </a:lnSpc>
              <a:spcBef>
                <a:spcPts val="480"/>
              </a:spcBef>
              <a:spcAft>
                <a:spcPts val="0"/>
              </a:spcAft>
              <a:buClr>
                <a:schemeClr val="dk2"/>
              </a:buClr>
              <a:buSzPts val="1800"/>
              <a:buChar char="•"/>
              <a:defRPr/>
            </a:lvl3pPr>
            <a:lvl4pPr marL="2438339" lvl="3" indent="-457189" algn="l">
              <a:lnSpc>
                <a:spcPct val="100000"/>
              </a:lnSpc>
              <a:spcBef>
                <a:spcPts val="480"/>
              </a:spcBef>
              <a:spcAft>
                <a:spcPts val="0"/>
              </a:spcAft>
              <a:buClr>
                <a:schemeClr val="dk2"/>
              </a:buClr>
              <a:buSzPts val="1800"/>
              <a:buChar char="•"/>
              <a:defRPr/>
            </a:lvl4pPr>
            <a:lvl5pPr marL="3047924" lvl="4" indent="-457189" algn="l">
              <a:lnSpc>
                <a:spcPct val="100000"/>
              </a:lnSpc>
              <a:spcBef>
                <a:spcPts val="480"/>
              </a:spcBef>
              <a:spcAft>
                <a:spcPts val="0"/>
              </a:spcAft>
              <a:buClr>
                <a:schemeClr val="dk2"/>
              </a:buClr>
              <a:buSzPts val="1800"/>
              <a:buChar char="•"/>
              <a:defRPr/>
            </a:lvl5pPr>
            <a:lvl6pPr marL="3657509" lvl="5" indent="-457189" algn="l">
              <a:lnSpc>
                <a:spcPct val="100000"/>
              </a:lnSpc>
              <a:spcBef>
                <a:spcPts val="480"/>
              </a:spcBef>
              <a:spcAft>
                <a:spcPts val="0"/>
              </a:spcAft>
              <a:buClr>
                <a:schemeClr val="dk1"/>
              </a:buClr>
              <a:buSzPts val="1800"/>
              <a:buChar char="•"/>
              <a:defRPr/>
            </a:lvl6pPr>
            <a:lvl7pPr marL="4267093" lvl="6" indent="-457189" algn="l">
              <a:lnSpc>
                <a:spcPct val="100000"/>
              </a:lnSpc>
              <a:spcBef>
                <a:spcPts val="480"/>
              </a:spcBef>
              <a:spcAft>
                <a:spcPts val="0"/>
              </a:spcAft>
              <a:buClr>
                <a:schemeClr val="dk1"/>
              </a:buClr>
              <a:buSzPts val="1800"/>
              <a:buChar char="•"/>
              <a:defRPr/>
            </a:lvl7pPr>
            <a:lvl8pPr marL="4876678" lvl="7" indent="-457189" algn="l">
              <a:lnSpc>
                <a:spcPct val="100000"/>
              </a:lnSpc>
              <a:spcBef>
                <a:spcPts val="480"/>
              </a:spcBef>
              <a:spcAft>
                <a:spcPts val="0"/>
              </a:spcAft>
              <a:buClr>
                <a:schemeClr val="dk1"/>
              </a:buClr>
              <a:buSzPts val="1800"/>
              <a:buChar char="•"/>
              <a:defRPr/>
            </a:lvl8pPr>
            <a:lvl9pPr marL="5486263" lvl="8" indent="-457189" algn="l">
              <a:lnSpc>
                <a:spcPct val="100000"/>
              </a:lnSpc>
              <a:spcBef>
                <a:spcPts val="480"/>
              </a:spcBef>
              <a:spcAft>
                <a:spcPts val="0"/>
              </a:spcAft>
              <a:buClr>
                <a:schemeClr val="dk1"/>
              </a:buClr>
              <a:buSzPts val="1800"/>
              <a:buChar char="•"/>
              <a:defRPr/>
            </a:lvl9pPr>
          </a:lstStyle>
          <a:p>
            <a:pPr lvl="0"/>
            <a:r>
              <a:rPr lang="en-US"/>
              <a:t>Edit Master text styles</a:t>
            </a:r>
          </a:p>
        </p:txBody>
      </p:sp>
      <p:sp>
        <p:nvSpPr>
          <p:cNvPr id="27" name="Google Shape;27;p34"/>
          <p:cNvSpPr txBox="1">
            <a:spLocks noGrp="1"/>
          </p:cNvSpPr>
          <p:nvPr>
            <p:ph type="body" idx="3"/>
          </p:nvPr>
        </p:nvSpPr>
        <p:spPr>
          <a:xfrm>
            <a:off x="4269317" y="4282304"/>
            <a:ext cx="7313083" cy="577851"/>
          </a:xfrm>
          <a:prstGeom prst="rect">
            <a:avLst/>
          </a:prstGeom>
          <a:noFill/>
          <a:ln>
            <a:noFill/>
          </a:ln>
        </p:spPr>
        <p:txBody>
          <a:bodyPr spcFirstLastPara="1" wrap="square" lIns="91425" tIns="45700" rIns="91425" bIns="45700" anchor="t" anchorCtr="0">
            <a:normAutofit/>
          </a:bodyPr>
          <a:lstStyle>
            <a:lvl1pPr marL="609585" lvl="0" indent="-304792" algn="r">
              <a:lnSpc>
                <a:spcPct val="100000"/>
              </a:lnSpc>
              <a:spcBef>
                <a:spcPts val="480"/>
              </a:spcBef>
              <a:spcAft>
                <a:spcPts val="0"/>
              </a:spcAft>
              <a:buClr>
                <a:schemeClr val="dk2"/>
              </a:buClr>
              <a:buSzPts val="1800"/>
              <a:buNone/>
              <a:defRPr sz="2400"/>
            </a:lvl1pPr>
            <a:lvl2pPr marL="1219170" lvl="1" indent="-457189" algn="l">
              <a:lnSpc>
                <a:spcPct val="100000"/>
              </a:lnSpc>
              <a:spcBef>
                <a:spcPts val="480"/>
              </a:spcBef>
              <a:spcAft>
                <a:spcPts val="0"/>
              </a:spcAft>
              <a:buClr>
                <a:schemeClr val="dk2"/>
              </a:buClr>
              <a:buSzPts val="1800"/>
              <a:buChar char="•"/>
              <a:defRPr/>
            </a:lvl2pPr>
            <a:lvl3pPr marL="1828754" lvl="2" indent="-457189" algn="l">
              <a:lnSpc>
                <a:spcPct val="100000"/>
              </a:lnSpc>
              <a:spcBef>
                <a:spcPts val="480"/>
              </a:spcBef>
              <a:spcAft>
                <a:spcPts val="0"/>
              </a:spcAft>
              <a:buClr>
                <a:schemeClr val="dk2"/>
              </a:buClr>
              <a:buSzPts val="1800"/>
              <a:buChar char="•"/>
              <a:defRPr/>
            </a:lvl3pPr>
            <a:lvl4pPr marL="2438339" lvl="3" indent="-457189" algn="l">
              <a:lnSpc>
                <a:spcPct val="100000"/>
              </a:lnSpc>
              <a:spcBef>
                <a:spcPts val="480"/>
              </a:spcBef>
              <a:spcAft>
                <a:spcPts val="0"/>
              </a:spcAft>
              <a:buClr>
                <a:schemeClr val="dk2"/>
              </a:buClr>
              <a:buSzPts val="1800"/>
              <a:buChar char="•"/>
              <a:defRPr/>
            </a:lvl4pPr>
            <a:lvl5pPr marL="3047924" lvl="4" indent="-457189" algn="l">
              <a:lnSpc>
                <a:spcPct val="100000"/>
              </a:lnSpc>
              <a:spcBef>
                <a:spcPts val="480"/>
              </a:spcBef>
              <a:spcAft>
                <a:spcPts val="0"/>
              </a:spcAft>
              <a:buClr>
                <a:schemeClr val="dk2"/>
              </a:buClr>
              <a:buSzPts val="1800"/>
              <a:buChar char="•"/>
              <a:defRPr/>
            </a:lvl5pPr>
            <a:lvl6pPr marL="3657509" lvl="5" indent="-457189" algn="l">
              <a:lnSpc>
                <a:spcPct val="100000"/>
              </a:lnSpc>
              <a:spcBef>
                <a:spcPts val="480"/>
              </a:spcBef>
              <a:spcAft>
                <a:spcPts val="0"/>
              </a:spcAft>
              <a:buClr>
                <a:schemeClr val="dk1"/>
              </a:buClr>
              <a:buSzPts val="1800"/>
              <a:buChar char="•"/>
              <a:defRPr/>
            </a:lvl6pPr>
            <a:lvl7pPr marL="4267093" lvl="6" indent="-457189" algn="l">
              <a:lnSpc>
                <a:spcPct val="100000"/>
              </a:lnSpc>
              <a:spcBef>
                <a:spcPts val="480"/>
              </a:spcBef>
              <a:spcAft>
                <a:spcPts val="0"/>
              </a:spcAft>
              <a:buClr>
                <a:schemeClr val="dk1"/>
              </a:buClr>
              <a:buSzPts val="1800"/>
              <a:buChar char="•"/>
              <a:defRPr/>
            </a:lvl7pPr>
            <a:lvl8pPr marL="4876678" lvl="7" indent="-457189" algn="l">
              <a:lnSpc>
                <a:spcPct val="100000"/>
              </a:lnSpc>
              <a:spcBef>
                <a:spcPts val="480"/>
              </a:spcBef>
              <a:spcAft>
                <a:spcPts val="0"/>
              </a:spcAft>
              <a:buClr>
                <a:schemeClr val="dk1"/>
              </a:buClr>
              <a:buSzPts val="1800"/>
              <a:buChar char="•"/>
              <a:defRPr/>
            </a:lvl8pPr>
            <a:lvl9pPr marL="5486263" lvl="8" indent="-457189" algn="l">
              <a:lnSpc>
                <a:spcPct val="100000"/>
              </a:lnSpc>
              <a:spcBef>
                <a:spcPts val="480"/>
              </a:spcBef>
              <a:spcAft>
                <a:spcPts val="0"/>
              </a:spcAft>
              <a:buClr>
                <a:schemeClr val="dk1"/>
              </a:buClr>
              <a:buSzPts val="1800"/>
              <a:buChar char="•"/>
              <a:defRPr/>
            </a:lvl9pPr>
          </a:lstStyle>
          <a:p>
            <a:pPr lvl="0"/>
            <a:r>
              <a:rPr lang="en-US"/>
              <a:t>Edit Master text styles</a:t>
            </a:r>
          </a:p>
        </p:txBody>
      </p:sp>
    </p:spTree>
    <p:extLst>
      <p:ext uri="{BB962C8B-B14F-4D97-AF65-F5344CB8AC3E}">
        <p14:creationId xmlns:p14="http://schemas.microsoft.com/office/powerpoint/2010/main" val="47452057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 Seafood">
  <p:cSld name="Title - Seafood">
    <p:bg>
      <p:bgPr>
        <a:blipFill>
          <a:blip r:embed="rId2">
            <a:alphaModFix/>
          </a:blip>
          <a:stretch>
            <a:fillRect/>
          </a:stretch>
        </a:blipFill>
        <a:effectLst/>
      </p:bgPr>
    </p:bg>
    <p:spTree>
      <p:nvGrpSpPr>
        <p:cNvPr id="1" name="Shape 28"/>
        <p:cNvGrpSpPr/>
        <p:nvPr/>
      </p:nvGrpSpPr>
      <p:grpSpPr>
        <a:xfrm>
          <a:off x="0" y="0"/>
          <a:ext cx="0" cy="0"/>
          <a:chOff x="0" y="0"/>
          <a:chExt cx="0" cy="0"/>
        </a:xfrm>
      </p:grpSpPr>
      <p:sp>
        <p:nvSpPr>
          <p:cNvPr id="29" name="Google Shape;29;p35"/>
          <p:cNvSpPr txBox="1">
            <a:spLocks noGrp="1"/>
          </p:cNvSpPr>
          <p:nvPr>
            <p:ph type="title"/>
          </p:nvPr>
        </p:nvSpPr>
        <p:spPr>
          <a:xfrm>
            <a:off x="4268909" y="1141667"/>
            <a:ext cx="7313491" cy="1398472"/>
          </a:xfrm>
          <a:prstGeom prst="rect">
            <a:avLst/>
          </a:prstGeom>
          <a:noFill/>
          <a:ln>
            <a:noFill/>
          </a:ln>
        </p:spPr>
        <p:txBody>
          <a:bodyPr spcFirstLastPara="1" wrap="square" lIns="91425" tIns="45700" rIns="91425" bIns="45700" anchor="t" anchorCtr="0">
            <a:noAutofit/>
          </a:bodyPr>
          <a:lstStyle>
            <a:lvl1pPr lvl="0" algn="r">
              <a:lnSpc>
                <a:spcPct val="8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30" name="Google Shape;30;p35"/>
          <p:cNvSpPr txBox="1">
            <a:spLocks noGrp="1"/>
          </p:cNvSpPr>
          <p:nvPr>
            <p:ph type="body" idx="1"/>
          </p:nvPr>
        </p:nvSpPr>
        <p:spPr>
          <a:xfrm>
            <a:off x="4269317" y="2707459"/>
            <a:ext cx="7313083" cy="1224439"/>
          </a:xfrm>
          <a:prstGeom prst="rect">
            <a:avLst/>
          </a:prstGeom>
          <a:noFill/>
          <a:ln>
            <a:noFill/>
          </a:ln>
        </p:spPr>
        <p:txBody>
          <a:bodyPr spcFirstLastPara="1" wrap="square" lIns="91425" tIns="45700" rIns="91425" bIns="45700" anchor="t" anchorCtr="0">
            <a:normAutofit/>
          </a:bodyPr>
          <a:lstStyle>
            <a:lvl1pPr marL="609585" lvl="0" indent="-304792" algn="r">
              <a:lnSpc>
                <a:spcPct val="100000"/>
              </a:lnSpc>
              <a:spcBef>
                <a:spcPts val="480"/>
              </a:spcBef>
              <a:spcAft>
                <a:spcPts val="0"/>
              </a:spcAft>
              <a:buClr>
                <a:schemeClr val="dk2"/>
              </a:buClr>
              <a:buSzPts val="1800"/>
              <a:buNone/>
              <a:defRPr/>
            </a:lvl1pPr>
            <a:lvl2pPr marL="1219170" lvl="1" indent="-457189" algn="l">
              <a:lnSpc>
                <a:spcPct val="100000"/>
              </a:lnSpc>
              <a:spcBef>
                <a:spcPts val="480"/>
              </a:spcBef>
              <a:spcAft>
                <a:spcPts val="0"/>
              </a:spcAft>
              <a:buClr>
                <a:schemeClr val="dk2"/>
              </a:buClr>
              <a:buSzPts val="1800"/>
              <a:buChar char="•"/>
              <a:defRPr/>
            </a:lvl2pPr>
            <a:lvl3pPr marL="1828754" lvl="2" indent="-457189" algn="l">
              <a:lnSpc>
                <a:spcPct val="100000"/>
              </a:lnSpc>
              <a:spcBef>
                <a:spcPts val="480"/>
              </a:spcBef>
              <a:spcAft>
                <a:spcPts val="0"/>
              </a:spcAft>
              <a:buClr>
                <a:schemeClr val="dk2"/>
              </a:buClr>
              <a:buSzPts val="1800"/>
              <a:buChar char="•"/>
              <a:defRPr/>
            </a:lvl3pPr>
            <a:lvl4pPr marL="2438339" lvl="3" indent="-457189" algn="l">
              <a:lnSpc>
                <a:spcPct val="100000"/>
              </a:lnSpc>
              <a:spcBef>
                <a:spcPts val="480"/>
              </a:spcBef>
              <a:spcAft>
                <a:spcPts val="0"/>
              </a:spcAft>
              <a:buClr>
                <a:schemeClr val="dk2"/>
              </a:buClr>
              <a:buSzPts val="1800"/>
              <a:buChar char="•"/>
              <a:defRPr/>
            </a:lvl4pPr>
            <a:lvl5pPr marL="3047924" lvl="4" indent="-457189" algn="l">
              <a:lnSpc>
                <a:spcPct val="100000"/>
              </a:lnSpc>
              <a:spcBef>
                <a:spcPts val="480"/>
              </a:spcBef>
              <a:spcAft>
                <a:spcPts val="0"/>
              </a:spcAft>
              <a:buClr>
                <a:schemeClr val="dk2"/>
              </a:buClr>
              <a:buSzPts val="1800"/>
              <a:buChar char="•"/>
              <a:defRPr/>
            </a:lvl5pPr>
            <a:lvl6pPr marL="3657509" lvl="5" indent="-457189" algn="l">
              <a:lnSpc>
                <a:spcPct val="100000"/>
              </a:lnSpc>
              <a:spcBef>
                <a:spcPts val="480"/>
              </a:spcBef>
              <a:spcAft>
                <a:spcPts val="0"/>
              </a:spcAft>
              <a:buClr>
                <a:schemeClr val="dk1"/>
              </a:buClr>
              <a:buSzPts val="1800"/>
              <a:buChar char="•"/>
              <a:defRPr/>
            </a:lvl6pPr>
            <a:lvl7pPr marL="4267093" lvl="6" indent="-457189" algn="l">
              <a:lnSpc>
                <a:spcPct val="100000"/>
              </a:lnSpc>
              <a:spcBef>
                <a:spcPts val="480"/>
              </a:spcBef>
              <a:spcAft>
                <a:spcPts val="0"/>
              </a:spcAft>
              <a:buClr>
                <a:schemeClr val="dk1"/>
              </a:buClr>
              <a:buSzPts val="1800"/>
              <a:buChar char="•"/>
              <a:defRPr/>
            </a:lvl7pPr>
            <a:lvl8pPr marL="4876678" lvl="7" indent="-457189" algn="l">
              <a:lnSpc>
                <a:spcPct val="100000"/>
              </a:lnSpc>
              <a:spcBef>
                <a:spcPts val="480"/>
              </a:spcBef>
              <a:spcAft>
                <a:spcPts val="0"/>
              </a:spcAft>
              <a:buClr>
                <a:schemeClr val="dk1"/>
              </a:buClr>
              <a:buSzPts val="1800"/>
              <a:buChar char="•"/>
              <a:defRPr/>
            </a:lvl8pPr>
            <a:lvl9pPr marL="5486263" lvl="8" indent="-457189" algn="l">
              <a:lnSpc>
                <a:spcPct val="100000"/>
              </a:lnSpc>
              <a:spcBef>
                <a:spcPts val="480"/>
              </a:spcBef>
              <a:spcAft>
                <a:spcPts val="0"/>
              </a:spcAft>
              <a:buClr>
                <a:schemeClr val="dk1"/>
              </a:buClr>
              <a:buSzPts val="1800"/>
              <a:buChar char="•"/>
              <a:defRPr/>
            </a:lvl9pPr>
          </a:lstStyle>
          <a:p>
            <a:pPr lvl="0"/>
            <a:r>
              <a:rPr lang="en-US"/>
              <a:t>Edit Master text styles</a:t>
            </a:r>
          </a:p>
        </p:txBody>
      </p:sp>
      <p:sp>
        <p:nvSpPr>
          <p:cNvPr id="31" name="Google Shape;31;p35"/>
          <p:cNvSpPr txBox="1">
            <a:spLocks noGrp="1"/>
          </p:cNvSpPr>
          <p:nvPr>
            <p:ph type="body" idx="2"/>
          </p:nvPr>
        </p:nvSpPr>
        <p:spPr>
          <a:xfrm>
            <a:off x="584205" y="3880667"/>
            <a:ext cx="1725084" cy="752475"/>
          </a:xfrm>
          <a:prstGeom prst="rect">
            <a:avLst/>
          </a:prstGeom>
          <a:noFill/>
          <a:ln>
            <a:noFill/>
          </a:ln>
        </p:spPr>
        <p:txBody>
          <a:bodyPr spcFirstLastPara="1" wrap="square" lIns="0" tIns="0" rIns="0" bIns="0" anchor="t" anchorCtr="0">
            <a:normAutofit/>
          </a:bodyPr>
          <a:lstStyle>
            <a:lvl1pPr marL="609585" lvl="0" indent="-304792" algn="ctr">
              <a:lnSpc>
                <a:spcPct val="100000"/>
              </a:lnSpc>
              <a:spcBef>
                <a:spcPts val="480"/>
              </a:spcBef>
              <a:spcAft>
                <a:spcPts val="0"/>
              </a:spcAft>
              <a:buClr>
                <a:schemeClr val="accent1"/>
              </a:buClr>
              <a:buSzPts val="1800"/>
              <a:buNone/>
              <a:defRPr sz="2400" b="1">
                <a:solidFill>
                  <a:schemeClr val="accent1"/>
                </a:solidFill>
              </a:defRPr>
            </a:lvl1pPr>
            <a:lvl2pPr marL="1219170" lvl="1" indent="-457189" algn="l">
              <a:lnSpc>
                <a:spcPct val="100000"/>
              </a:lnSpc>
              <a:spcBef>
                <a:spcPts val="480"/>
              </a:spcBef>
              <a:spcAft>
                <a:spcPts val="0"/>
              </a:spcAft>
              <a:buClr>
                <a:schemeClr val="dk2"/>
              </a:buClr>
              <a:buSzPts val="1800"/>
              <a:buChar char="•"/>
              <a:defRPr/>
            </a:lvl2pPr>
            <a:lvl3pPr marL="1828754" lvl="2" indent="-457189" algn="l">
              <a:lnSpc>
                <a:spcPct val="100000"/>
              </a:lnSpc>
              <a:spcBef>
                <a:spcPts val="480"/>
              </a:spcBef>
              <a:spcAft>
                <a:spcPts val="0"/>
              </a:spcAft>
              <a:buClr>
                <a:schemeClr val="dk2"/>
              </a:buClr>
              <a:buSzPts val="1800"/>
              <a:buChar char="•"/>
              <a:defRPr/>
            </a:lvl3pPr>
            <a:lvl4pPr marL="2438339" lvl="3" indent="-457189" algn="l">
              <a:lnSpc>
                <a:spcPct val="100000"/>
              </a:lnSpc>
              <a:spcBef>
                <a:spcPts val="480"/>
              </a:spcBef>
              <a:spcAft>
                <a:spcPts val="0"/>
              </a:spcAft>
              <a:buClr>
                <a:schemeClr val="dk2"/>
              </a:buClr>
              <a:buSzPts val="1800"/>
              <a:buChar char="•"/>
              <a:defRPr/>
            </a:lvl4pPr>
            <a:lvl5pPr marL="3047924" lvl="4" indent="-457189" algn="l">
              <a:lnSpc>
                <a:spcPct val="100000"/>
              </a:lnSpc>
              <a:spcBef>
                <a:spcPts val="480"/>
              </a:spcBef>
              <a:spcAft>
                <a:spcPts val="0"/>
              </a:spcAft>
              <a:buClr>
                <a:schemeClr val="dk2"/>
              </a:buClr>
              <a:buSzPts val="1800"/>
              <a:buChar char="•"/>
              <a:defRPr/>
            </a:lvl5pPr>
            <a:lvl6pPr marL="3657509" lvl="5" indent="-457189" algn="l">
              <a:lnSpc>
                <a:spcPct val="100000"/>
              </a:lnSpc>
              <a:spcBef>
                <a:spcPts val="480"/>
              </a:spcBef>
              <a:spcAft>
                <a:spcPts val="0"/>
              </a:spcAft>
              <a:buClr>
                <a:schemeClr val="dk1"/>
              </a:buClr>
              <a:buSzPts val="1800"/>
              <a:buChar char="•"/>
              <a:defRPr/>
            </a:lvl6pPr>
            <a:lvl7pPr marL="4267093" lvl="6" indent="-457189" algn="l">
              <a:lnSpc>
                <a:spcPct val="100000"/>
              </a:lnSpc>
              <a:spcBef>
                <a:spcPts val="480"/>
              </a:spcBef>
              <a:spcAft>
                <a:spcPts val="0"/>
              </a:spcAft>
              <a:buClr>
                <a:schemeClr val="dk1"/>
              </a:buClr>
              <a:buSzPts val="1800"/>
              <a:buChar char="•"/>
              <a:defRPr/>
            </a:lvl7pPr>
            <a:lvl8pPr marL="4876678" lvl="7" indent="-457189" algn="l">
              <a:lnSpc>
                <a:spcPct val="100000"/>
              </a:lnSpc>
              <a:spcBef>
                <a:spcPts val="480"/>
              </a:spcBef>
              <a:spcAft>
                <a:spcPts val="0"/>
              </a:spcAft>
              <a:buClr>
                <a:schemeClr val="dk1"/>
              </a:buClr>
              <a:buSzPts val="1800"/>
              <a:buChar char="•"/>
              <a:defRPr/>
            </a:lvl8pPr>
            <a:lvl9pPr marL="5486263" lvl="8" indent="-457189" algn="l">
              <a:lnSpc>
                <a:spcPct val="100000"/>
              </a:lnSpc>
              <a:spcBef>
                <a:spcPts val="480"/>
              </a:spcBef>
              <a:spcAft>
                <a:spcPts val="0"/>
              </a:spcAft>
              <a:buClr>
                <a:schemeClr val="dk1"/>
              </a:buClr>
              <a:buSzPts val="1800"/>
              <a:buChar char="•"/>
              <a:defRPr/>
            </a:lvl9pPr>
          </a:lstStyle>
          <a:p>
            <a:pPr lvl="0"/>
            <a:r>
              <a:rPr lang="en-US"/>
              <a:t>Edit Master text styles</a:t>
            </a:r>
          </a:p>
        </p:txBody>
      </p:sp>
      <p:sp>
        <p:nvSpPr>
          <p:cNvPr id="32" name="Google Shape;32;p35"/>
          <p:cNvSpPr txBox="1">
            <a:spLocks noGrp="1"/>
          </p:cNvSpPr>
          <p:nvPr>
            <p:ph type="body" idx="3"/>
          </p:nvPr>
        </p:nvSpPr>
        <p:spPr>
          <a:xfrm>
            <a:off x="4269317" y="4282304"/>
            <a:ext cx="7313083" cy="577851"/>
          </a:xfrm>
          <a:prstGeom prst="rect">
            <a:avLst/>
          </a:prstGeom>
          <a:noFill/>
          <a:ln>
            <a:noFill/>
          </a:ln>
        </p:spPr>
        <p:txBody>
          <a:bodyPr spcFirstLastPara="1" wrap="square" lIns="91425" tIns="45700" rIns="91425" bIns="45700" anchor="t" anchorCtr="0">
            <a:normAutofit/>
          </a:bodyPr>
          <a:lstStyle>
            <a:lvl1pPr marL="609585" lvl="0" indent="-304792" algn="r">
              <a:lnSpc>
                <a:spcPct val="100000"/>
              </a:lnSpc>
              <a:spcBef>
                <a:spcPts val="480"/>
              </a:spcBef>
              <a:spcAft>
                <a:spcPts val="0"/>
              </a:spcAft>
              <a:buClr>
                <a:schemeClr val="dk2"/>
              </a:buClr>
              <a:buSzPts val="1800"/>
              <a:buNone/>
              <a:defRPr sz="2400"/>
            </a:lvl1pPr>
            <a:lvl2pPr marL="1219170" lvl="1" indent="-457189" algn="l">
              <a:lnSpc>
                <a:spcPct val="100000"/>
              </a:lnSpc>
              <a:spcBef>
                <a:spcPts val="480"/>
              </a:spcBef>
              <a:spcAft>
                <a:spcPts val="0"/>
              </a:spcAft>
              <a:buClr>
                <a:schemeClr val="dk2"/>
              </a:buClr>
              <a:buSzPts val="1800"/>
              <a:buChar char="•"/>
              <a:defRPr/>
            </a:lvl2pPr>
            <a:lvl3pPr marL="1828754" lvl="2" indent="-457189" algn="l">
              <a:lnSpc>
                <a:spcPct val="100000"/>
              </a:lnSpc>
              <a:spcBef>
                <a:spcPts val="480"/>
              </a:spcBef>
              <a:spcAft>
                <a:spcPts val="0"/>
              </a:spcAft>
              <a:buClr>
                <a:schemeClr val="dk2"/>
              </a:buClr>
              <a:buSzPts val="1800"/>
              <a:buChar char="•"/>
              <a:defRPr/>
            </a:lvl3pPr>
            <a:lvl4pPr marL="2438339" lvl="3" indent="-457189" algn="l">
              <a:lnSpc>
                <a:spcPct val="100000"/>
              </a:lnSpc>
              <a:spcBef>
                <a:spcPts val="480"/>
              </a:spcBef>
              <a:spcAft>
                <a:spcPts val="0"/>
              </a:spcAft>
              <a:buClr>
                <a:schemeClr val="dk2"/>
              </a:buClr>
              <a:buSzPts val="1800"/>
              <a:buChar char="•"/>
              <a:defRPr/>
            </a:lvl4pPr>
            <a:lvl5pPr marL="3047924" lvl="4" indent="-457189" algn="l">
              <a:lnSpc>
                <a:spcPct val="100000"/>
              </a:lnSpc>
              <a:spcBef>
                <a:spcPts val="480"/>
              </a:spcBef>
              <a:spcAft>
                <a:spcPts val="0"/>
              </a:spcAft>
              <a:buClr>
                <a:schemeClr val="dk2"/>
              </a:buClr>
              <a:buSzPts val="1800"/>
              <a:buChar char="•"/>
              <a:defRPr/>
            </a:lvl5pPr>
            <a:lvl6pPr marL="3657509" lvl="5" indent="-457189" algn="l">
              <a:lnSpc>
                <a:spcPct val="100000"/>
              </a:lnSpc>
              <a:spcBef>
                <a:spcPts val="480"/>
              </a:spcBef>
              <a:spcAft>
                <a:spcPts val="0"/>
              </a:spcAft>
              <a:buClr>
                <a:schemeClr val="dk1"/>
              </a:buClr>
              <a:buSzPts val="1800"/>
              <a:buChar char="•"/>
              <a:defRPr/>
            </a:lvl6pPr>
            <a:lvl7pPr marL="4267093" lvl="6" indent="-457189" algn="l">
              <a:lnSpc>
                <a:spcPct val="100000"/>
              </a:lnSpc>
              <a:spcBef>
                <a:spcPts val="480"/>
              </a:spcBef>
              <a:spcAft>
                <a:spcPts val="0"/>
              </a:spcAft>
              <a:buClr>
                <a:schemeClr val="dk1"/>
              </a:buClr>
              <a:buSzPts val="1800"/>
              <a:buChar char="•"/>
              <a:defRPr/>
            </a:lvl7pPr>
            <a:lvl8pPr marL="4876678" lvl="7" indent="-457189" algn="l">
              <a:lnSpc>
                <a:spcPct val="100000"/>
              </a:lnSpc>
              <a:spcBef>
                <a:spcPts val="480"/>
              </a:spcBef>
              <a:spcAft>
                <a:spcPts val="0"/>
              </a:spcAft>
              <a:buClr>
                <a:schemeClr val="dk1"/>
              </a:buClr>
              <a:buSzPts val="1800"/>
              <a:buChar char="•"/>
              <a:defRPr/>
            </a:lvl8pPr>
            <a:lvl9pPr marL="5486263" lvl="8" indent="-457189" algn="l">
              <a:lnSpc>
                <a:spcPct val="100000"/>
              </a:lnSpc>
              <a:spcBef>
                <a:spcPts val="480"/>
              </a:spcBef>
              <a:spcAft>
                <a:spcPts val="0"/>
              </a:spcAft>
              <a:buClr>
                <a:schemeClr val="dk1"/>
              </a:buClr>
              <a:buSzPts val="1800"/>
              <a:buChar char="•"/>
              <a:defRPr/>
            </a:lvl9pPr>
          </a:lstStyle>
          <a:p>
            <a:pPr lvl="0"/>
            <a:r>
              <a:rPr lang="en-US"/>
              <a:t>Edit Master text styles</a:t>
            </a:r>
          </a:p>
        </p:txBody>
      </p:sp>
    </p:spTree>
    <p:extLst>
      <p:ext uri="{BB962C8B-B14F-4D97-AF65-F5344CB8AC3E}">
        <p14:creationId xmlns:p14="http://schemas.microsoft.com/office/powerpoint/2010/main" val="427537646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 Fish">
  <p:cSld name="Title - Fish">
    <p:bg>
      <p:bgPr>
        <a:blipFill>
          <a:blip r:embed="rId2">
            <a:alphaModFix/>
          </a:blip>
          <a:stretch>
            <a:fillRect/>
          </a:stretch>
        </a:blipFill>
        <a:effectLst/>
      </p:bgPr>
    </p:bg>
    <p:spTree>
      <p:nvGrpSpPr>
        <p:cNvPr id="1" name="Shape 33"/>
        <p:cNvGrpSpPr/>
        <p:nvPr/>
      </p:nvGrpSpPr>
      <p:grpSpPr>
        <a:xfrm>
          <a:off x="0" y="0"/>
          <a:ext cx="0" cy="0"/>
          <a:chOff x="0" y="0"/>
          <a:chExt cx="0" cy="0"/>
        </a:xfrm>
      </p:grpSpPr>
      <p:sp>
        <p:nvSpPr>
          <p:cNvPr id="34" name="Google Shape;34;p36"/>
          <p:cNvSpPr txBox="1">
            <a:spLocks noGrp="1"/>
          </p:cNvSpPr>
          <p:nvPr>
            <p:ph type="title"/>
          </p:nvPr>
        </p:nvSpPr>
        <p:spPr>
          <a:xfrm>
            <a:off x="4268909" y="1141667"/>
            <a:ext cx="7313491" cy="1398472"/>
          </a:xfrm>
          <a:prstGeom prst="rect">
            <a:avLst/>
          </a:prstGeom>
          <a:noFill/>
          <a:ln>
            <a:noFill/>
          </a:ln>
        </p:spPr>
        <p:txBody>
          <a:bodyPr spcFirstLastPara="1" wrap="square" lIns="91425" tIns="45700" rIns="91425" bIns="45700" anchor="t" anchorCtr="0">
            <a:noAutofit/>
          </a:bodyPr>
          <a:lstStyle>
            <a:lvl1pPr lvl="0" algn="r">
              <a:lnSpc>
                <a:spcPct val="8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35" name="Google Shape;35;p36"/>
          <p:cNvSpPr txBox="1">
            <a:spLocks noGrp="1"/>
          </p:cNvSpPr>
          <p:nvPr>
            <p:ph type="body" idx="1"/>
          </p:nvPr>
        </p:nvSpPr>
        <p:spPr>
          <a:xfrm>
            <a:off x="4269317" y="2707459"/>
            <a:ext cx="7313083" cy="1224439"/>
          </a:xfrm>
          <a:prstGeom prst="rect">
            <a:avLst/>
          </a:prstGeom>
          <a:noFill/>
          <a:ln>
            <a:noFill/>
          </a:ln>
        </p:spPr>
        <p:txBody>
          <a:bodyPr spcFirstLastPara="1" wrap="square" lIns="91425" tIns="45700" rIns="91425" bIns="45700" anchor="t" anchorCtr="0">
            <a:normAutofit/>
          </a:bodyPr>
          <a:lstStyle>
            <a:lvl1pPr marL="609585" lvl="0" indent="-304792" algn="r">
              <a:lnSpc>
                <a:spcPct val="100000"/>
              </a:lnSpc>
              <a:spcBef>
                <a:spcPts val="480"/>
              </a:spcBef>
              <a:spcAft>
                <a:spcPts val="0"/>
              </a:spcAft>
              <a:buClr>
                <a:schemeClr val="dk2"/>
              </a:buClr>
              <a:buSzPts val="1800"/>
              <a:buNone/>
              <a:defRPr/>
            </a:lvl1pPr>
            <a:lvl2pPr marL="1219170" lvl="1" indent="-457189" algn="l">
              <a:lnSpc>
                <a:spcPct val="100000"/>
              </a:lnSpc>
              <a:spcBef>
                <a:spcPts val="480"/>
              </a:spcBef>
              <a:spcAft>
                <a:spcPts val="0"/>
              </a:spcAft>
              <a:buClr>
                <a:schemeClr val="dk2"/>
              </a:buClr>
              <a:buSzPts val="1800"/>
              <a:buChar char="•"/>
              <a:defRPr/>
            </a:lvl2pPr>
            <a:lvl3pPr marL="1828754" lvl="2" indent="-457189" algn="l">
              <a:lnSpc>
                <a:spcPct val="100000"/>
              </a:lnSpc>
              <a:spcBef>
                <a:spcPts val="480"/>
              </a:spcBef>
              <a:spcAft>
                <a:spcPts val="0"/>
              </a:spcAft>
              <a:buClr>
                <a:schemeClr val="dk2"/>
              </a:buClr>
              <a:buSzPts val="1800"/>
              <a:buChar char="•"/>
              <a:defRPr/>
            </a:lvl3pPr>
            <a:lvl4pPr marL="2438339" lvl="3" indent="-457189" algn="l">
              <a:lnSpc>
                <a:spcPct val="100000"/>
              </a:lnSpc>
              <a:spcBef>
                <a:spcPts val="480"/>
              </a:spcBef>
              <a:spcAft>
                <a:spcPts val="0"/>
              </a:spcAft>
              <a:buClr>
                <a:schemeClr val="dk2"/>
              </a:buClr>
              <a:buSzPts val="1800"/>
              <a:buChar char="•"/>
              <a:defRPr/>
            </a:lvl4pPr>
            <a:lvl5pPr marL="3047924" lvl="4" indent="-457189" algn="l">
              <a:lnSpc>
                <a:spcPct val="100000"/>
              </a:lnSpc>
              <a:spcBef>
                <a:spcPts val="480"/>
              </a:spcBef>
              <a:spcAft>
                <a:spcPts val="0"/>
              </a:spcAft>
              <a:buClr>
                <a:schemeClr val="dk2"/>
              </a:buClr>
              <a:buSzPts val="1800"/>
              <a:buChar char="•"/>
              <a:defRPr/>
            </a:lvl5pPr>
            <a:lvl6pPr marL="3657509" lvl="5" indent="-457189" algn="l">
              <a:lnSpc>
                <a:spcPct val="100000"/>
              </a:lnSpc>
              <a:spcBef>
                <a:spcPts val="480"/>
              </a:spcBef>
              <a:spcAft>
                <a:spcPts val="0"/>
              </a:spcAft>
              <a:buClr>
                <a:schemeClr val="dk1"/>
              </a:buClr>
              <a:buSzPts val="1800"/>
              <a:buChar char="•"/>
              <a:defRPr/>
            </a:lvl6pPr>
            <a:lvl7pPr marL="4267093" lvl="6" indent="-457189" algn="l">
              <a:lnSpc>
                <a:spcPct val="100000"/>
              </a:lnSpc>
              <a:spcBef>
                <a:spcPts val="480"/>
              </a:spcBef>
              <a:spcAft>
                <a:spcPts val="0"/>
              </a:spcAft>
              <a:buClr>
                <a:schemeClr val="dk1"/>
              </a:buClr>
              <a:buSzPts val="1800"/>
              <a:buChar char="•"/>
              <a:defRPr/>
            </a:lvl7pPr>
            <a:lvl8pPr marL="4876678" lvl="7" indent="-457189" algn="l">
              <a:lnSpc>
                <a:spcPct val="100000"/>
              </a:lnSpc>
              <a:spcBef>
                <a:spcPts val="480"/>
              </a:spcBef>
              <a:spcAft>
                <a:spcPts val="0"/>
              </a:spcAft>
              <a:buClr>
                <a:schemeClr val="dk1"/>
              </a:buClr>
              <a:buSzPts val="1800"/>
              <a:buChar char="•"/>
              <a:defRPr/>
            </a:lvl8pPr>
            <a:lvl9pPr marL="5486263" lvl="8" indent="-457189" algn="l">
              <a:lnSpc>
                <a:spcPct val="100000"/>
              </a:lnSpc>
              <a:spcBef>
                <a:spcPts val="480"/>
              </a:spcBef>
              <a:spcAft>
                <a:spcPts val="0"/>
              </a:spcAft>
              <a:buClr>
                <a:schemeClr val="dk1"/>
              </a:buClr>
              <a:buSzPts val="1800"/>
              <a:buChar char="•"/>
              <a:defRPr/>
            </a:lvl9pPr>
          </a:lstStyle>
          <a:p>
            <a:pPr lvl="0"/>
            <a:r>
              <a:rPr lang="en-US"/>
              <a:t>Edit Master text styles</a:t>
            </a:r>
          </a:p>
        </p:txBody>
      </p:sp>
      <p:sp>
        <p:nvSpPr>
          <p:cNvPr id="36" name="Google Shape;36;p36"/>
          <p:cNvSpPr txBox="1">
            <a:spLocks noGrp="1"/>
          </p:cNvSpPr>
          <p:nvPr>
            <p:ph type="body" idx="2"/>
          </p:nvPr>
        </p:nvSpPr>
        <p:spPr>
          <a:xfrm>
            <a:off x="584205" y="3881097"/>
            <a:ext cx="1725084" cy="752475"/>
          </a:xfrm>
          <a:prstGeom prst="rect">
            <a:avLst/>
          </a:prstGeom>
          <a:noFill/>
          <a:ln>
            <a:noFill/>
          </a:ln>
        </p:spPr>
        <p:txBody>
          <a:bodyPr spcFirstLastPara="1" wrap="square" lIns="0" tIns="0" rIns="0" bIns="0" anchor="t" anchorCtr="0">
            <a:normAutofit/>
          </a:bodyPr>
          <a:lstStyle>
            <a:lvl1pPr marL="609585" lvl="0" indent="-304792" algn="ctr">
              <a:lnSpc>
                <a:spcPct val="100000"/>
              </a:lnSpc>
              <a:spcBef>
                <a:spcPts val="480"/>
              </a:spcBef>
              <a:spcAft>
                <a:spcPts val="0"/>
              </a:spcAft>
              <a:buClr>
                <a:schemeClr val="accent1"/>
              </a:buClr>
              <a:buSzPts val="1800"/>
              <a:buNone/>
              <a:defRPr sz="2400" b="1">
                <a:solidFill>
                  <a:schemeClr val="accent1"/>
                </a:solidFill>
              </a:defRPr>
            </a:lvl1pPr>
            <a:lvl2pPr marL="1219170" lvl="1" indent="-457189" algn="l">
              <a:lnSpc>
                <a:spcPct val="100000"/>
              </a:lnSpc>
              <a:spcBef>
                <a:spcPts val="480"/>
              </a:spcBef>
              <a:spcAft>
                <a:spcPts val="0"/>
              </a:spcAft>
              <a:buClr>
                <a:schemeClr val="dk2"/>
              </a:buClr>
              <a:buSzPts val="1800"/>
              <a:buChar char="•"/>
              <a:defRPr/>
            </a:lvl2pPr>
            <a:lvl3pPr marL="1828754" lvl="2" indent="-457189" algn="l">
              <a:lnSpc>
                <a:spcPct val="100000"/>
              </a:lnSpc>
              <a:spcBef>
                <a:spcPts val="480"/>
              </a:spcBef>
              <a:spcAft>
                <a:spcPts val="0"/>
              </a:spcAft>
              <a:buClr>
                <a:schemeClr val="dk2"/>
              </a:buClr>
              <a:buSzPts val="1800"/>
              <a:buChar char="•"/>
              <a:defRPr/>
            </a:lvl3pPr>
            <a:lvl4pPr marL="2438339" lvl="3" indent="-457189" algn="l">
              <a:lnSpc>
                <a:spcPct val="100000"/>
              </a:lnSpc>
              <a:spcBef>
                <a:spcPts val="480"/>
              </a:spcBef>
              <a:spcAft>
                <a:spcPts val="0"/>
              </a:spcAft>
              <a:buClr>
                <a:schemeClr val="dk2"/>
              </a:buClr>
              <a:buSzPts val="1800"/>
              <a:buChar char="•"/>
              <a:defRPr/>
            </a:lvl4pPr>
            <a:lvl5pPr marL="3047924" lvl="4" indent="-457189" algn="l">
              <a:lnSpc>
                <a:spcPct val="100000"/>
              </a:lnSpc>
              <a:spcBef>
                <a:spcPts val="480"/>
              </a:spcBef>
              <a:spcAft>
                <a:spcPts val="0"/>
              </a:spcAft>
              <a:buClr>
                <a:schemeClr val="dk2"/>
              </a:buClr>
              <a:buSzPts val="1800"/>
              <a:buChar char="•"/>
              <a:defRPr/>
            </a:lvl5pPr>
            <a:lvl6pPr marL="3657509" lvl="5" indent="-457189" algn="l">
              <a:lnSpc>
                <a:spcPct val="100000"/>
              </a:lnSpc>
              <a:spcBef>
                <a:spcPts val="480"/>
              </a:spcBef>
              <a:spcAft>
                <a:spcPts val="0"/>
              </a:spcAft>
              <a:buClr>
                <a:schemeClr val="dk1"/>
              </a:buClr>
              <a:buSzPts val="1800"/>
              <a:buChar char="•"/>
              <a:defRPr/>
            </a:lvl6pPr>
            <a:lvl7pPr marL="4267093" lvl="6" indent="-457189" algn="l">
              <a:lnSpc>
                <a:spcPct val="100000"/>
              </a:lnSpc>
              <a:spcBef>
                <a:spcPts val="480"/>
              </a:spcBef>
              <a:spcAft>
                <a:spcPts val="0"/>
              </a:spcAft>
              <a:buClr>
                <a:schemeClr val="dk1"/>
              </a:buClr>
              <a:buSzPts val="1800"/>
              <a:buChar char="•"/>
              <a:defRPr/>
            </a:lvl7pPr>
            <a:lvl8pPr marL="4876678" lvl="7" indent="-457189" algn="l">
              <a:lnSpc>
                <a:spcPct val="100000"/>
              </a:lnSpc>
              <a:spcBef>
                <a:spcPts val="480"/>
              </a:spcBef>
              <a:spcAft>
                <a:spcPts val="0"/>
              </a:spcAft>
              <a:buClr>
                <a:schemeClr val="dk1"/>
              </a:buClr>
              <a:buSzPts val="1800"/>
              <a:buChar char="•"/>
              <a:defRPr/>
            </a:lvl8pPr>
            <a:lvl9pPr marL="5486263" lvl="8" indent="-457189" algn="l">
              <a:lnSpc>
                <a:spcPct val="100000"/>
              </a:lnSpc>
              <a:spcBef>
                <a:spcPts val="480"/>
              </a:spcBef>
              <a:spcAft>
                <a:spcPts val="0"/>
              </a:spcAft>
              <a:buClr>
                <a:schemeClr val="dk1"/>
              </a:buClr>
              <a:buSzPts val="1800"/>
              <a:buChar char="•"/>
              <a:defRPr/>
            </a:lvl9pPr>
          </a:lstStyle>
          <a:p>
            <a:pPr lvl="0"/>
            <a:r>
              <a:rPr lang="en-US"/>
              <a:t>Edit Master text styles</a:t>
            </a:r>
          </a:p>
        </p:txBody>
      </p:sp>
      <p:sp>
        <p:nvSpPr>
          <p:cNvPr id="37" name="Google Shape;37;p36"/>
          <p:cNvSpPr txBox="1">
            <a:spLocks noGrp="1"/>
          </p:cNvSpPr>
          <p:nvPr>
            <p:ph type="body" idx="3"/>
          </p:nvPr>
        </p:nvSpPr>
        <p:spPr>
          <a:xfrm>
            <a:off x="4269317" y="4282304"/>
            <a:ext cx="7313083" cy="577851"/>
          </a:xfrm>
          <a:prstGeom prst="rect">
            <a:avLst/>
          </a:prstGeom>
          <a:noFill/>
          <a:ln>
            <a:noFill/>
          </a:ln>
        </p:spPr>
        <p:txBody>
          <a:bodyPr spcFirstLastPara="1" wrap="square" lIns="91425" tIns="45700" rIns="91425" bIns="45700" anchor="t" anchorCtr="0">
            <a:normAutofit/>
          </a:bodyPr>
          <a:lstStyle>
            <a:lvl1pPr marL="609585" lvl="0" indent="-304792" algn="r">
              <a:lnSpc>
                <a:spcPct val="100000"/>
              </a:lnSpc>
              <a:spcBef>
                <a:spcPts val="480"/>
              </a:spcBef>
              <a:spcAft>
                <a:spcPts val="0"/>
              </a:spcAft>
              <a:buClr>
                <a:schemeClr val="dk2"/>
              </a:buClr>
              <a:buSzPts val="1800"/>
              <a:buNone/>
              <a:defRPr sz="2400"/>
            </a:lvl1pPr>
            <a:lvl2pPr marL="1219170" lvl="1" indent="-457189" algn="l">
              <a:lnSpc>
                <a:spcPct val="100000"/>
              </a:lnSpc>
              <a:spcBef>
                <a:spcPts val="480"/>
              </a:spcBef>
              <a:spcAft>
                <a:spcPts val="0"/>
              </a:spcAft>
              <a:buClr>
                <a:schemeClr val="dk2"/>
              </a:buClr>
              <a:buSzPts val="1800"/>
              <a:buChar char="•"/>
              <a:defRPr/>
            </a:lvl2pPr>
            <a:lvl3pPr marL="1828754" lvl="2" indent="-457189" algn="l">
              <a:lnSpc>
                <a:spcPct val="100000"/>
              </a:lnSpc>
              <a:spcBef>
                <a:spcPts val="480"/>
              </a:spcBef>
              <a:spcAft>
                <a:spcPts val="0"/>
              </a:spcAft>
              <a:buClr>
                <a:schemeClr val="dk2"/>
              </a:buClr>
              <a:buSzPts val="1800"/>
              <a:buChar char="•"/>
              <a:defRPr/>
            </a:lvl3pPr>
            <a:lvl4pPr marL="2438339" lvl="3" indent="-457189" algn="l">
              <a:lnSpc>
                <a:spcPct val="100000"/>
              </a:lnSpc>
              <a:spcBef>
                <a:spcPts val="480"/>
              </a:spcBef>
              <a:spcAft>
                <a:spcPts val="0"/>
              </a:spcAft>
              <a:buClr>
                <a:schemeClr val="dk2"/>
              </a:buClr>
              <a:buSzPts val="1800"/>
              <a:buChar char="•"/>
              <a:defRPr/>
            </a:lvl4pPr>
            <a:lvl5pPr marL="3047924" lvl="4" indent="-457189" algn="l">
              <a:lnSpc>
                <a:spcPct val="100000"/>
              </a:lnSpc>
              <a:spcBef>
                <a:spcPts val="480"/>
              </a:spcBef>
              <a:spcAft>
                <a:spcPts val="0"/>
              </a:spcAft>
              <a:buClr>
                <a:schemeClr val="dk2"/>
              </a:buClr>
              <a:buSzPts val="1800"/>
              <a:buChar char="•"/>
              <a:defRPr/>
            </a:lvl5pPr>
            <a:lvl6pPr marL="3657509" lvl="5" indent="-457189" algn="l">
              <a:lnSpc>
                <a:spcPct val="100000"/>
              </a:lnSpc>
              <a:spcBef>
                <a:spcPts val="480"/>
              </a:spcBef>
              <a:spcAft>
                <a:spcPts val="0"/>
              </a:spcAft>
              <a:buClr>
                <a:schemeClr val="dk1"/>
              </a:buClr>
              <a:buSzPts val="1800"/>
              <a:buChar char="•"/>
              <a:defRPr/>
            </a:lvl6pPr>
            <a:lvl7pPr marL="4267093" lvl="6" indent="-457189" algn="l">
              <a:lnSpc>
                <a:spcPct val="100000"/>
              </a:lnSpc>
              <a:spcBef>
                <a:spcPts val="480"/>
              </a:spcBef>
              <a:spcAft>
                <a:spcPts val="0"/>
              </a:spcAft>
              <a:buClr>
                <a:schemeClr val="dk1"/>
              </a:buClr>
              <a:buSzPts val="1800"/>
              <a:buChar char="•"/>
              <a:defRPr/>
            </a:lvl7pPr>
            <a:lvl8pPr marL="4876678" lvl="7" indent="-457189" algn="l">
              <a:lnSpc>
                <a:spcPct val="100000"/>
              </a:lnSpc>
              <a:spcBef>
                <a:spcPts val="480"/>
              </a:spcBef>
              <a:spcAft>
                <a:spcPts val="0"/>
              </a:spcAft>
              <a:buClr>
                <a:schemeClr val="dk1"/>
              </a:buClr>
              <a:buSzPts val="1800"/>
              <a:buChar char="•"/>
              <a:defRPr/>
            </a:lvl8pPr>
            <a:lvl9pPr marL="5486263" lvl="8" indent="-457189" algn="l">
              <a:lnSpc>
                <a:spcPct val="100000"/>
              </a:lnSpc>
              <a:spcBef>
                <a:spcPts val="480"/>
              </a:spcBef>
              <a:spcAft>
                <a:spcPts val="0"/>
              </a:spcAft>
              <a:buClr>
                <a:schemeClr val="dk1"/>
              </a:buClr>
              <a:buSzPts val="1800"/>
              <a:buChar char="•"/>
              <a:defRPr/>
            </a:lvl9pPr>
          </a:lstStyle>
          <a:p>
            <a:pPr lvl="0"/>
            <a:r>
              <a:rPr lang="en-US"/>
              <a:t>Edit Master text styles</a:t>
            </a:r>
          </a:p>
        </p:txBody>
      </p:sp>
    </p:spTree>
    <p:extLst>
      <p:ext uri="{BB962C8B-B14F-4D97-AF65-F5344CB8AC3E}">
        <p14:creationId xmlns:p14="http://schemas.microsoft.com/office/powerpoint/2010/main" val="277818244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 Dark">
  <p:cSld name="Title - Dark">
    <p:bg>
      <p:bgPr>
        <a:blipFill>
          <a:blip r:embed="rId2">
            <a:alphaModFix/>
          </a:blip>
          <a:stretch>
            <a:fillRect/>
          </a:stretch>
        </a:blipFill>
        <a:effectLst/>
      </p:bgPr>
    </p:bg>
    <p:spTree>
      <p:nvGrpSpPr>
        <p:cNvPr id="1" name="Shape 38"/>
        <p:cNvGrpSpPr/>
        <p:nvPr/>
      </p:nvGrpSpPr>
      <p:grpSpPr>
        <a:xfrm>
          <a:off x="0" y="0"/>
          <a:ext cx="0" cy="0"/>
          <a:chOff x="0" y="0"/>
          <a:chExt cx="0" cy="0"/>
        </a:xfrm>
      </p:grpSpPr>
      <p:sp>
        <p:nvSpPr>
          <p:cNvPr id="39" name="Google Shape;39;p37"/>
          <p:cNvSpPr txBox="1">
            <a:spLocks noGrp="1"/>
          </p:cNvSpPr>
          <p:nvPr>
            <p:ph type="title"/>
          </p:nvPr>
        </p:nvSpPr>
        <p:spPr>
          <a:xfrm>
            <a:off x="4268909" y="1141667"/>
            <a:ext cx="7313491" cy="1398472"/>
          </a:xfrm>
          <a:prstGeom prst="rect">
            <a:avLst/>
          </a:prstGeom>
          <a:noFill/>
          <a:ln>
            <a:noFill/>
          </a:ln>
        </p:spPr>
        <p:txBody>
          <a:bodyPr spcFirstLastPara="1" wrap="square" lIns="91425" tIns="45700" rIns="91425" bIns="45700" anchor="t" anchorCtr="0">
            <a:noAutofit/>
          </a:bodyPr>
          <a:lstStyle>
            <a:lvl1pPr lvl="0" algn="r">
              <a:lnSpc>
                <a:spcPct val="80000"/>
              </a:lnSpc>
              <a:spcBef>
                <a:spcPts val="0"/>
              </a:spcBef>
              <a:spcAft>
                <a:spcPts val="0"/>
              </a:spcAft>
              <a:buClr>
                <a:srgbClr val="FFFFFF"/>
              </a:buClr>
              <a:buSzPts val="4400"/>
              <a:buFont typeface="Arial Narrow"/>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40" name="Google Shape;40;p37"/>
          <p:cNvSpPr txBox="1">
            <a:spLocks noGrp="1"/>
          </p:cNvSpPr>
          <p:nvPr>
            <p:ph type="body" idx="1"/>
          </p:nvPr>
        </p:nvSpPr>
        <p:spPr>
          <a:xfrm>
            <a:off x="4269317" y="2707459"/>
            <a:ext cx="7313083" cy="1224439"/>
          </a:xfrm>
          <a:prstGeom prst="rect">
            <a:avLst/>
          </a:prstGeom>
          <a:noFill/>
          <a:ln>
            <a:noFill/>
          </a:ln>
        </p:spPr>
        <p:txBody>
          <a:bodyPr spcFirstLastPara="1" wrap="square" lIns="91425" tIns="45700" rIns="91425" bIns="45700" anchor="t" anchorCtr="0">
            <a:normAutofit/>
          </a:bodyPr>
          <a:lstStyle>
            <a:lvl1pPr marL="609585" lvl="0" indent="-304792" algn="r">
              <a:lnSpc>
                <a:spcPct val="100000"/>
              </a:lnSpc>
              <a:spcBef>
                <a:spcPts val="640"/>
              </a:spcBef>
              <a:spcAft>
                <a:spcPts val="0"/>
              </a:spcAft>
              <a:buClr>
                <a:srgbClr val="FFFFFF"/>
              </a:buClr>
              <a:buSzPts val="2400"/>
              <a:buNone/>
              <a:defRPr>
                <a:solidFill>
                  <a:srgbClr val="FFFFFF"/>
                </a:solidFill>
              </a:defRPr>
            </a:lvl1pPr>
            <a:lvl2pPr marL="1219170" lvl="1" indent="-457189" algn="l">
              <a:lnSpc>
                <a:spcPct val="100000"/>
              </a:lnSpc>
              <a:spcBef>
                <a:spcPts val="480"/>
              </a:spcBef>
              <a:spcAft>
                <a:spcPts val="0"/>
              </a:spcAft>
              <a:buClr>
                <a:schemeClr val="dk2"/>
              </a:buClr>
              <a:buSzPts val="1800"/>
              <a:buChar char="•"/>
              <a:defRPr/>
            </a:lvl2pPr>
            <a:lvl3pPr marL="1828754" lvl="2" indent="-457189" algn="l">
              <a:lnSpc>
                <a:spcPct val="100000"/>
              </a:lnSpc>
              <a:spcBef>
                <a:spcPts val="480"/>
              </a:spcBef>
              <a:spcAft>
                <a:spcPts val="0"/>
              </a:spcAft>
              <a:buClr>
                <a:schemeClr val="dk2"/>
              </a:buClr>
              <a:buSzPts val="1800"/>
              <a:buChar char="•"/>
              <a:defRPr/>
            </a:lvl3pPr>
            <a:lvl4pPr marL="2438339" lvl="3" indent="-457189" algn="l">
              <a:lnSpc>
                <a:spcPct val="100000"/>
              </a:lnSpc>
              <a:spcBef>
                <a:spcPts val="480"/>
              </a:spcBef>
              <a:spcAft>
                <a:spcPts val="0"/>
              </a:spcAft>
              <a:buClr>
                <a:schemeClr val="dk2"/>
              </a:buClr>
              <a:buSzPts val="1800"/>
              <a:buChar char="•"/>
              <a:defRPr/>
            </a:lvl4pPr>
            <a:lvl5pPr marL="3047924" lvl="4" indent="-457189" algn="l">
              <a:lnSpc>
                <a:spcPct val="100000"/>
              </a:lnSpc>
              <a:spcBef>
                <a:spcPts val="480"/>
              </a:spcBef>
              <a:spcAft>
                <a:spcPts val="0"/>
              </a:spcAft>
              <a:buClr>
                <a:schemeClr val="dk2"/>
              </a:buClr>
              <a:buSzPts val="1800"/>
              <a:buChar char="•"/>
              <a:defRPr/>
            </a:lvl5pPr>
            <a:lvl6pPr marL="3657509" lvl="5" indent="-457189" algn="l">
              <a:lnSpc>
                <a:spcPct val="100000"/>
              </a:lnSpc>
              <a:spcBef>
                <a:spcPts val="480"/>
              </a:spcBef>
              <a:spcAft>
                <a:spcPts val="0"/>
              </a:spcAft>
              <a:buClr>
                <a:schemeClr val="dk1"/>
              </a:buClr>
              <a:buSzPts val="1800"/>
              <a:buChar char="•"/>
              <a:defRPr/>
            </a:lvl6pPr>
            <a:lvl7pPr marL="4267093" lvl="6" indent="-457189" algn="l">
              <a:lnSpc>
                <a:spcPct val="100000"/>
              </a:lnSpc>
              <a:spcBef>
                <a:spcPts val="480"/>
              </a:spcBef>
              <a:spcAft>
                <a:spcPts val="0"/>
              </a:spcAft>
              <a:buClr>
                <a:schemeClr val="dk1"/>
              </a:buClr>
              <a:buSzPts val="1800"/>
              <a:buChar char="•"/>
              <a:defRPr/>
            </a:lvl7pPr>
            <a:lvl8pPr marL="4876678" lvl="7" indent="-457189" algn="l">
              <a:lnSpc>
                <a:spcPct val="100000"/>
              </a:lnSpc>
              <a:spcBef>
                <a:spcPts val="480"/>
              </a:spcBef>
              <a:spcAft>
                <a:spcPts val="0"/>
              </a:spcAft>
              <a:buClr>
                <a:schemeClr val="dk1"/>
              </a:buClr>
              <a:buSzPts val="1800"/>
              <a:buChar char="•"/>
              <a:defRPr/>
            </a:lvl8pPr>
            <a:lvl9pPr marL="5486263" lvl="8" indent="-457189" algn="l">
              <a:lnSpc>
                <a:spcPct val="100000"/>
              </a:lnSpc>
              <a:spcBef>
                <a:spcPts val="480"/>
              </a:spcBef>
              <a:spcAft>
                <a:spcPts val="0"/>
              </a:spcAft>
              <a:buClr>
                <a:schemeClr val="dk1"/>
              </a:buClr>
              <a:buSzPts val="1800"/>
              <a:buChar char="•"/>
              <a:defRPr/>
            </a:lvl9pPr>
          </a:lstStyle>
          <a:p>
            <a:pPr lvl="0"/>
            <a:r>
              <a:rPr lang="en-US"/>
              <a:t>Edit Master text styles</a:t>
            </a:r>
          </a:p>
        </p:txBody>
      </p:sp>
      <p:sp>
        <p:nvSpPr>
          <p:cNvPr id="41" name="Google Shape;41;p37"/>
          <p:cNvSpPr txBox="1">
            <a:spLocks noGrp="1"/>
          </p:cNvSpPr>
          <p:nvPr>
            <p:ph type="body" idx="2"/>
          </p:nvPr>
        </p:nvSpPr>
        <p:spPr>
          <a:xfrm>
            <a:off x="575738" y="3889133"/>
            <a:ext cx="1725084" cy="752475"/>
          </a:xfrm>
          <a:prstGeom prst="rect">
            <a:avLst/>
          </a:prstGeom>
          <a:noFill/>
          <a:ln>
            <a:noFill/>
          </a:ln>
        </p:spPr>
        <p:txBody>
          <a:bodyPr spcFirstLastPara="1" wrap="square" lIns="0" tIns="0" rIns="0" bIns="0" anchor="t" anchorCtr="0">
            <a:normAutofit/>
          </a:bodyPr>
          <a:lstStyle>
            <a:lvl1pPr marL="609585" lvl="0" indent="-304792" algn="ctr">
              <a:lnSpc>
                <a:spcPct val="100000"/>
              </a:lnSpc>
              <a:spcBef>
                <a:spcPts val="480"/>
              </a:spcBef>
              <a:spcAft>
                <a:spcPts val="0"/>
              </a:spcAft>
              <a:buClr>
                <a:schemeClr val="lt1"/>
              </a:buClr>
              <a:buSzPts val="1800"/>
              <a:buNone/>
              <a:defRPr sz="2400" b="1">
                <a:solidFill>
                  <a:schemeClr val="lt1"/>
                </a:solidFill>
              </a:defRPr>
            </a:lvl1pPr>
            <a:lvl2pPr marL="1219170" lvl="1" indent="-457189" algn="l">
              <a:lnSpc>
                <a:spcPct val="100000"/>
              </a:lnSpc>
              <a:spcBef>
                <a:spcPts val="480"/>
              </a:spcBef>
              <a:spcAft>
                <a:spcPts val="0"/>
              </a:spcAft>
              <a:buClr>
                <a:schemeClr val="dk2"/>
              </a:buClr>
              <a:buSzPts val="1800"/>
              <a:buChar char="•"/>
              <a:defRPr/>
            </a:lvl2pPr>
            <a:lvl3pPr marL="1828754" lvl="2" indent="-457189" algn="l">
              <a:lnSpc>
                <a:spcPct val="100000"/>
              </a:lnSpc>
              <a:spcBef>
                <a:spcPts val="480"/>
              </a:spcBef>
              <a:spcAft>
                <a:spcPts val="0"/>
              </a:spcAft>
              <a:buClr>
                <a:schemeClr val="dk2"/>
              </a:buClr>
              <a:buSzPts val="1800"/>
              <a:buChar char="•"/>
              <a:defRPr/>
            </a:lvl3pPr>
            <a:lvl4pPr marL="2438339" lvl="3" indent="-457189" algn="l">
              <a:lnSpc>
                <a:spcPct val="100000"/>
              </a:lnSpc>
              <a:spcBef>
                <a:spcPts val="480"/>
              </a:spcBef>
              <a:spcAft>
                <a:spcPts val="0"/>
              </a:spcAft>
              <a:buClr>
                <a:schemeClr val="dk2"/>
              </a:buClr>
              <a:buSzPts val="1800"/>
              <a:buChar char="•"/>
              <a:defRPr/>
            </a:lvl4pPr>
            <a:lvl5pPr marL="3047924" lvl="4" indent="-457189" algn="l">
              <a:lnSpc>
                <a:spcPct val="100000"/>
              </a:lnSpc>
              <a:spcBef>
                <a:spcPts val="480"/>
              </a:spcBef>
              <a:spcAft>
                <a:spcPts val="0"/>
              </a:spcAft>
              <a:buClr>
                <a:schemeClr val="dk2"/>
              </a:buClr>
              <a:buSzPts val="1800"/>
              <a:buChar char="•"/>
              <a:defRPr/>
            </a:lvl5pPr>
            <a:lvl6pPr marL="3657509" lvl="5" indent="-457189" algn="l">
              <a:lnSpc>
                <a:spcPct val="100000"/>
              </a:lnSpc>
              <a:spcBef>
                <a:spcPts val="480"/>
              </a:spcBef>
              <a:spcAft>
                <a:spcPts val="0"/>
              </a:spcAft>
              <a:buClr>
                <a:schemeClr val="dk1"/>
              </a:buClr>
              <a:buSzPts val="1800"/>
              <a:buChar char="•"/>
              <a:defRPr/>
            </a:lvl6pPr>
            <a:lvl7pPr marL="4267093" lvl="6" indent="-457189" algn="l">
              <a:lnSpc>
                <a:spcPct val="100000"/>
              </a:lnSpc>
              <a:spcBef>
                <a:spcPts val="480"/>
              </a:spcBef>
              <a:spcAft>
                <a:spcPts val="0"/>
              </a:spcAft>
              <a:buClr>
                <a:schemeClr val="dk1"/>
              </a:buClr>
              <a:buSzPts val="1800"/>
              <a:buChar char="•"/>
              <a:defRPr/>
            </a:lvl7pPr>
            <a:lvl8pPr marL="4876678" lvl="7" indent="-457189" algn="l">
              <a:lnSpc>
                <a:spcPct val="100000"/>
              </a:lnSpc>
              <a:spcBef>
                <a:spcPts val="480"/>
              </a:spcBef>
              <a:spcAft>
                <a:spcPts val="0"/>
              </a:spcAft>
              <a:buClr>
                <a:schemeClr val="dk1"/>
              </a:buClr>
              <a:buSzPts val="1800"/>
              <a:buChar char="•"/>
              <a:defRPr/>
            </a:lvl8pPr>
            <a:lvl9pPr marL="5486263" lvl="8" indent="-457189" algn="l">
              <a:lnSpc>
                <a:spcPct val="100000"/>
              </a:lnSpc>
              <a:spcBef>
                <a:spcPts val="480"/>
              </a:spcBef>
              <a:spcAft>
                <a:spcPts val="0"/>
              </a:spcAft>
              <a:buClr>
                <a:schemeClr val="dk1"/>
              </a:buClr>
              <a:buSzPts val="1800"/>
              <a:buChar char="•"/>
              <a:defRPr/>
            </a:lvl9pPr>
          </a:lstStyle>
          <a:p>
            <a:pPr lvl="0"/>
            <a:r>
              <a:rPr lang="en-US"/>
              <a:t>Edit Master text styles</a:t>
            </a:r>
          </a:p>
        </p:txBody>
      </p:sp>
      <p:sp>
        <p:nvSpPr>
          <p:cNvPr id="42" name="Google Shape;42;p37"/>
          <p:cNvSpPr/>
          <p:nvPr/>
        </p:nvSpPr>
        <p:spPr>
          <a:xfrm>
            <a:off x="995510" y="4242243"/>
            <a:ext cx="11216245" cy="2680563"/>
          </a:xfrm>
          <a:custGeom>
            <a:avLst/>
            <a:gdLst/>
            <a:ahLst/>
            <a:cxnLst/>
            <a:rect l="l" t="t" r="r" b="b"/>
            <a:pathLst>
              <a:path w="9170674" h="2502055" extrusionOk="0">
                <a:moveTo>
                  <a:pt x="2888" y="2436286"/>
                </a:moveTo>
                <a:cubicBezTo>
                  <a:pt x="23549" y="2432957"/>
                  <a:pt x="7344316" y="2502055"/>
                  <a:pt x="9170674" y="0"/>
                </a:cubicBezTo>
                <a:cubicBezTo>
                  <a:pt x="9168092" y="819774"/>
                  <a:pt x="9157767" y="1631807"/>
                  <a:pt x="9155185" y="2451581"/>
                </a:cubicBezTo>
                <a:lnTo>
                  <a:pt x="9154521" y="2452105"/>
                </a:lnTo>
                <a:lnTo>
                  <a:pt x="1" y="2457785"/>
                </a:lnTo>
                <a:cubicBezTo>
                  <a:pt x="0" y="2415623"/>
                  <a:pt x="2889" y="2478448"/>
                  <a:pt x="2888" y="2436286"/>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ctr" rtl="0">
              <a:spcBef>
                <a:spcPts val="0"/>
              </a:spcBef>
              <a:spcAft>
                <a:spcPts val="0"/>
              </a:spcAft>
              <a:buClr>
                <a:schemeClr val="dk1"/>
              </a:buClr>
              <a:buSzPts val="1800"/>
              <a:buFont typeface="Arial"/>
              <a:buNone/>
            </a:pPr>
            <a:endParaRPr sz="2400" b="0" i="0" u="none" strike="noStrike" cap="none">
              <a:solidFill>
                <a:schemeClr val="lt1"/>
              </a:solidFill>
              <a:latin typeface="Arial Narrow"/>
              <a:ea typeface="Arial Narrow"/>
              <a:cs typeface="Arial Narrow"/>
              <a:sym typeface="Arial Narrow"/>
            </a:endParaRPr>
          </a:p>
        </p:txBody>
      </p:sp>
      <p:sp>
        <p:nvSpPr>
          <p:cNvPr id="43" name="Google Shape;43;p37"/>
          <p:cNvSpPr txBox="1">
            <a:spLocks noGrp="1"/>
          </p:cNvSpPr>
          <p:nvPr>
            <p:ph type="body" idx="3"/>
          </p:nvPr>
        </p:nvSpPr>
        <p:spPr>
          <a:xfrm>
            <a:off x="4269317" y="4282304"/>
            <a:ext cx="7313083" cy="577851"/>
          </a:xfrm>
          <a:prstGeom prst="rect">
            <a:avLst/>
          </a:prstGeom>
          <a:noFill/>
          <a:ln>
            <a:noFill/>
          </a:ln>
        </p:spPr>
        <p:txBody>
          <a:bodyPr spcFirstLastPara="1" wrap="square" lIns="91425" tIns="45700" rIns="91425" bIns="45700" anchor="t" anchorCtr="0">
            <a:normAutofit/>
          </a:bodyPr>
          <a:lstStyle>
            <a:lvl1pPr marL="609585" lvl="0" indent="-304792" algn="r">
              <a:lnSpc>
                <a:spcPct val="100000"/>
              </a:lnSpc>
              <a:spcBef>
                <a:spcPts val="480"/>
              </a:spcBef>
              <a:spcAft>
                <a:spcPts val="0"/>
              </a:spcAft>
              <a:buClr>
                <a:srgbClr val="FFFFFF"/>
              </a:buClr>
              <a:buSzPts val="1800"/>
              <a:buNone/>
              <a:defRPr sz="2400">
                <a:solidFill>
                  <a:srgbClr val="FFFFFF"/>
                </a:solidFill>
              </a:defRPr>
            </a:lvl1pPr>
            <a:lvl2pPr marL="1219170" lvl="1" indent="-457189" algn="l">
              <a:lnSpc>
                <a:spcPct val="100000"/>
              </a:lnSpc>
              <a:spcBef>
                <a:spcPts val="480"/>
              </a:spcBef>
              <a:spcAft>
                <a:spcPts val="0"/>
              </a:spcAft>
              <a:buClr>
                <a:schemeClr val="dk2"/>
              </a:buClr>
              <a:buSzPts val="1800"/>
              <a:buChar char="•"/>
              <a:defRPr/>
            </a:lvl2pPr>
            <a:lvl3pPr marL="1828754" lvl="2" indent="-457189" algn="l">
              <a:lnSpc>
                <a:spcPct val="100000"/>
              </a:lnSpc>
              <a:spcBef>
                <a:spcPts val="480"/>
              </a:spcBef>
              <a:spcAft>
                <a:spcPts val="0"/>
              </a:spcAft>
              <a:buClr>
                <a:schemeClr val="dk2"/>
              </a:buClr>
              <a:buSzPts val="1800"/>
              <a:buChar char="•"/>
              <a:defRPr/>
            </a:lvl3pPr>
            <a:lvl4pPr marL="2438339" lvl="3" indent="-457189" algn="l">
              <a:lnSpc>
                <a:spcPct val="100000"/>
              </a:lnSpc>
              <a:spcBef>
                <a:spcPts val="480"/>
              </a:spcBef>
              <a:spcAft>
                <a:spcPts val="0"/>
              </a:spcAft>
              <a:buClr>
                <a:schemeClr val="dk2"/>
              </a:buClr>
              <a:buSzPts val="1800"/>
              <a:buChar char="•"/>
              <a:defRPr/>
            </a:lvl4pPr>
            <a:lvl5pPr marL="3047924" lvl="4" indent="-457189" algn="l">
              <a:lnSpc>
                <a:spcPct val="100000"/>
              </a:lnSpc>
              <a:spcBef>
                <a:spcPts val="480"/>
              </a:spcBef>
              <a:spcAft>
                <a:spcPts val="0"/>
              </a:spcAft>
              <a:buClr>
                <a:schemeClr val="dk2"/>
              </a:buClr>
              <a:buSzPts val="1800"/>
              <a:buChar char="•"/>
              <a:defRPr/>
            </a:lvl5pPr>
            <a:lvl6pPr marL="3657509" lvl="5" indent="-457189" algn="l">
              <a:lnSpc>
                <a:spcPct val="100000"/>
              </a:lnSpc>
              <a:spcBef>
                <a:spcPts val="480"/>
              </a:spcBef>
              <a:spcAft>
                <a:spcPts val="0"/>
              </a:spcAft>
              <a:buClr>
                <a:schemeClr val="dk1"/>
              </a:buClr>
              <a:buSzPts val="1800"/>
              <a:buChar char="•"/>
              <a:defRPr/>
            </a:lvl6pPr>
            <a:lvl7pPr marL="4267093" lvl="6" indent="-457189" algn="l">
              <a:lnSpc>
                <a:spcPct val="100000"/>
              </a:lnSpc>
              <a:spcBef>
                <a:spcPts val="480"/>
              </a:spcBef>
              <a:spcAft>
                <a:spcPts val="0"/>
              </a:spcAft>
              <a:buClr>
                <a:schemeClr val="dk1"/>
              </a:buClr>
              <a:buSzPts val="1800"/>
              <a:buChar char="•"/>
              <a:defRPr/>
            </a:lvl7pPr>
            <a:lvl8pPr marL="4876678" lvl="7" indent="-457189" algn="l">
              <a:lnSpc>
                <a:spcPct val="100000"/>
              </a:lnSpc>
              <a:spcBef>
                <a:spcPts val="480"/>
              </a:spcBef>
              <a:spcAft>
                <a:spcPts val="0"/>
              </a:spcAft>
              <a:buClr>
                <a:schemeClr val="dk1"/>
              </a:buClr>
              <a:buSzPts val="1800"/>
              <a:buChar char="•"/>
              <a:defRPr/>
            </a:lvl8pPr>
            <a:lvl9pPr marL="5486263" lvl="8" indent="-457189" algn="l">
              <a:lnSpc>
                <a:spcPct val="100000"/>
              </a:lnSpc>
              <a:spcBef>
                <a:spcPts val="480"/>
              </a:spcBef>
              <a:spcAft>
                <a:spcPts val="0"/>
              </a:spcAft>
              <a:buClr>
                <a:schemeClr val="dk1"/>
              </a:buClr>
              <a:buSzPts val="1800"/>
              <a:buChar char="•"/>
              <a:defRPr/>
            </a:lvl9pPr>
          </a:lstStyle>
          <a:p>
            <a:pPr lvl="0"/>
            <a:r>
              <a:rPr lang="en-US"/>
              <a:t>Edit Master text styles</a:t>
            </a:r>
          </a:p>
        </p:txBody>
      </p:sp>
    </p:spTree>
    <p:extLst>
      <p:ext uri="{BB962C8B-B14F-4D97-AF65-F5344CB8AC3E}">
        <p14:creationId xmlns:p14="http://schemas.microsoft.com/office/powerpoint/2010/main" val="163291229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51F9EDC-C638-4850-B80C-68CEA7B7052C}"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395641-2FFC-4B6E-A7C9-30D42B85B7A2}" type="slidenum">
              <a:rPr lang="en-US" smtClean="0"/>
              <a:t>‹#›</a:t>
            </a:fld>
            <a:endParaRPr lang="en-US"/>
          </a:p>
        </p:txBody>
      </p:sp>
    </p:spTree>
    <p:extLst>
      <p:ext uri="{BB962C8B-B14F-4D97-AF65-F5344CB8AC3E}">
        <p14:creationId xmlns:p14="http://schemas.microsoft.com/office/powerpoint/2010/main" val="330134620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51F9EDC-C638-4850-B80C-68CEA7B7052C}"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395641-2FFC-4B6E-A7C9-30D42B85B7A2}" type="slidenum">
              <a:rPr lang="en-US" smtClean="0"/>
              <a:t>‹#›</a:t>
            </a:fld>
            <a:endParaRPr lang="en-US"/>
          </a:p>
        </p:txBody>
      </p:sp>
    </p:spTree>
    <p:extLst>
      <p:ext uri="{BB962C8B-B14F-4D97-AF65-F5344CB8AC3E}">
        <p14:creationId xmlns:p14="http://schemas.microsoft.com/office/powerpoint/2010/main" val="301511279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Content" type="obj" preserve="1">
  <p:cSld name="Content">
    <p:spTree>
      <p:nvGrpSpPr>
        <p:cNvPr id="1" name="Shape 51"/>
        <p:cNvGrpSpPr/>
        <p:nvPr/>
      </p:nvGrpSpPr>
      <p:grpSpPr>
        <a:xfrm>
          <a:off x="0" y="0"/>
          <a:ext cx="0" cy="0"/>
          <a:chOff x="0" y="0"/>
          <a:chExt cx="0" cy="0"/>
        </a:xfrm>
      </p:grpSpPr>
      <p:sp>
        <p:nvSpPr>
          <p:cNvPr id="52" name="Google Shape;52;p32"/>
          <p:cNvSpPr txBox="1">
            <a:spLocks noGrp="1"/>
          </p:cNvSpPr>
          <p:nvPr>
            <p:ph type="title"/>
          </p:nvPr>
        </p:nvSpPr>
        <p:spPr>
          <a:xfrm>
            <a:off x="609600" y="457202"/>
            <a:ext cx="10972800" cy="67601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53" name="Google Shape;53;p32"/>
          <p:cNvSpPr txBox="1">
            <a:spLocks noGrp="1"/>
          </p:cNvSpPr>
          <p:nvPr>
            <p:ph type="body" idx="1"/>
          </p:nvPr>
        </p:nvSpPr>
        <p:spPr>
          <a:xfrm>
            <a:off x="609600" y="1207293"/>
            <a:ext cx="10972800" cy="4525963"/>
          </a:xfrm>
          <a:prstGeom prst="rect">
            <a:avLst/>
          </a:prstGeom>
          <a:noFill/>
          <a:ln>
            <a:noFill/>
          </a:ln>
        </p:spPr>
        <p:txBody>
          <a:bodyPr spcFirstLastPara="1" wrap="square" lIns="91425" tIns="45700" rIns="91425" bIns="45700" anchor="t" anchorCtr="0">
            <a:normAutofit/>
          </a:bodyPr>
          <a:lstStyle>
            <a:lvl1pPr marL="609585" lvl="0" indent="-558786" algn="l">
              <a:lnSpc>
                <a:spcPct val="100000"/>
              </a:lnSpc>
              <a:spcBef>
                <a:spcPts val="800"/>
              </a:spcBef>
              <a:spcAft>
                <a:spcPts val="0"/>
              </a:spcAft>
              <a:buClr>
                <a:schemeClr val="dk2"/>
              </a:buClr>
              <a:buSzPts val="3000"/>
              <a:buChar char="•"/>
              <a:defRPr sz="4000">
                <a:solidFill>
                  <a:schemeClr val="dk2"/>
                </a:solidFill>
              </a:defRPr>
            </a:lvl1pPr>
            <a:lvl2pPr marL="1219170" lvl="1" indent="-524920" algn="l">
              <a:lnSpc>
                <a:spcPct val="100000"/>
              </a:lnSpc>
              <a:spcBef>
                <a:spcPts val="693"/>
              </a:spcBef>
              <a:spcAft>
                <a:spcPts val="0"/>
              </a:spcAft>
              <a:buClr>
                <a:schemeClr val="dk2"/>
              </a:buClr>
              <a:buSzPts val="2600"/>
              <a:buFont typeface="Noto Sans Symbols"/>
              <a:buChar char="▪"/>
              <a:defRPr sz="3467">
                <a:solidFill>
                  <a:schemeClr val="dk2"/>
                </a:solidFill>
              </a:defRPr>
            </a:lvl2pPr>
            <a:lvl3pPr marL="1828754" lvl="2" indent="-507987" algn="l">
              <a:lnSpc>
                <a:spcPct val="100000"/>
              </a:lnSpc>
              <a:spcBef>
                <a:spcPts val="640"/>
              </a:spcBef>
              <a:spcAft>
                <a:spcPts val="0"/>
              </a:spcAft>
              <a:buClr>
                <a:schemeClr val="dk2"/>
              </a:buClr>
              <a:buSzPts val="2400"/>
              <a:buChar char="•"/>
              <a:defRPr sz="3200">
                <a:solidFill>
                  <a:schemeClr val="dk2"/>
                </a:solidFill>
              </a:defRPr>
            </a:lvl3pPr>
            <a:lvl4pPr marL="2438339" lvl="3" indent="-474121" algn="l">
              <a:lnSpc>
                <a:spcPct val="100000"/>
              </a:lnSpc>
              <a:spcBef>
                <a:spcPts val="533"/>
              </a:spcBef>
              <a:spcAft>
                <a:spcPts val="0"/>
              </a:spcAft>
              <a:buClr>
                <a:schemeClr val="dk2"/>
              </a:buClr>
              <a:buSzPts val="2000"/>
              <a:buChar char="•"/>
              <a:defRPr sz="2667">
                <a:solidFill>
                  <a:schemeClr val="dk2"/>
                </a:solidFill>
              </a:defRPr>
            </a:lvl4pPr>
            <a:lvl5pPr marL="3047924" lvl="4" indent="-457189" algn="l">
              <a:lnSpc>
                <a:spcPct val="100000"/>
              </a:lnSpc>
              <a:spcBef>
                <a:spcPts val="480"/>
              </a:spcBef>
              <a:spcAft>
                <a:spcPts val="0"/>
              </a:spcAft>
              <a:buClr>
                <a:schemeClr val="dk2"/>
              </a:buClr>
              <a:buSzPts val="1800"/>
              <a:buChar char="•"/>
              <a:defRPr sz="2400">
                <a:solidFill>
                  <a:schemeClr val="dk2"/>
                </a:solidFill>
              </a:defRPr>
            </a:lvl5pPr>
            <a:lvl6pPr marL="3657509" lvl="5" indent="-457189" algn="l">
              <a:lnSpc>
                <a:spcPct val="100000"/>
              </a:lnSpc>
              <a:spcBef>
                <a:spcPts val="480"/>
              </a:spcBef>
              <a:spcAft>
                <a:spcPts val="0"/>
              </a:spcAft>
              <a:buClr>
                <a:schemeClr val="dk1"/>
              </a:buClr>
              <a:buSzPts val="1800"/>
              <a:buChar char="•"/>
              <a:defRPr/>
            </a:lvl6pPr>
            <a:lvl7pPr marL="4267093" lvl="6" indent="-457189" algn="l">
              <a:lnSpc>
                <a:spcPct val="100000"/>
              </a:lnSpc>
              <a:spcBef>
                <a:spcPts val="480"/>
              </a:spcBef>
              <a:spcAft>
                <a:spcPts val="0"/>
              </a:spcAft>
              <a:buClr>
                <a:schemeClr val="dk1"/>
              </a:buClr>
              <a:buSzPts val="1800"/>
              <a:buChar char="•"/>
              <a:defRPr/>
            </a:lvl7pPr>
            <a:lvl8pPr marL="4876678" lvl="7" indent="-457189" algn="l">
              <a:lnSpc>
                <a:spcPct val="100000"/>
              </a:lnSpc>
              <a:spcBef>
                <a:spcPts val="480"/>
              </a:spcBef>
              <a:spcAft>
                <a:spcPts val="0"/>
              </a:spcAft>
              <a:buClr>
                <a:schemeClr val="dk1"/>
              </a:buClr>
              <a:buSzPts val="1800"/>
              <a:buChar char="•"/>
              <a:defRPr/>
            </a:lvl8pPr>
            <a:lvl9pPr marL="5486263" lvl="8" indent="-457189" algn="l">
              <a:lnSpc>
                <a:spcPct val="100000"/>
              </a:lnSpc>
              <a:spcBef>
                <a:spcPts val="480"/>
              </a:spcBef>
              <a:spcAft>
                <a:spcPts val="0"/>
              </a:spcAft>
              <a:buClr>
                <a:schemeClr val="dk1"/>
              </a:buClr>
              <a:buSzPts val="1800"/>
              <a:buChar char="•"/>
              <a:defRPr/>
            </a:lvl9pPr>
          </a:lstStyle>
          <a:p>
            <a:pPr lvl="0"/>
            <a:r>
              <a:rPr lang="en-US"/>
              <a:t>Edit Master text styles</a:t>
            </a:r>
          </a:p>
        </p:txBody>
      </p:sp>
      <p:sp>
        <p:nvSpPr>
          <p:cNvPr id="54" name="Google Shape;54;p32"/>
          <p:cNvSpPr txBox="1">
            <a:spLocks noGrp="1"/>
          </p:cNvSpPr>
          <p:nvPr>
            <p:ph type="sldNum" idx="12"/>
          </p:nvPr>
        </p:nvSpPr>
        <p:spPr>
          <a:xfrm>
            <a:off x="3048004" y="6355083"/>
            <a:ext cx="8534401" cy="502919"/>
          </a:xfrm>
          <a:prstGeom prst="rect">
            <a:avLst/>
          </a:prstGeom>
          <a:noFill/>
          <a:ln>
            <a:noFill/>
          </a:ln>
        </p:spPr>
        <p:txBody>
          <a:bodyPr spcFirstLastPara="1" wrap="square" lIns="0" tIns="45700" rIns="0" bIns="45700" anchor="ctr" anchorCtr="0">
            <a:noAutofit/>
          </a:bodyPr>
          <a:lstStyle>
            <a:lvl1pPr marL="0" marR="0" lvl="0" indent="0" algn="r">
              <a:spcBef>
                <a:spcPts val="0"/>
              </a:spcBef>
              <a:spcAft>
                <a:spcPts val="0"/>
              </a:spcAft>
              <a:buClr>
                <a:srgbClr val="000000"/>
              </a:buClr>
              <a:buSzPts val="800"/>
              <a:buFont typeface="Arial Narrow"/>
              <a:buNone/>
              <a:defRPr sz="1067" b="0" i="0" u="none" strike="noStrike" cap="none">
                <a:solidFill>
                  <a:srgbClr val="000000"/>
                </a:solidFill>
                <a:latin typeface="Arial Narrow"/>
                <a:ea typeface="Arial Narrow"/>
                <a:cs typeface="Arial Narrow"/>
                <a:sym typeface="Arial Narrow"/>
              </a:defRPr>
            </a:lvl1pPr>
            <a:lvl2pPr marL="0" marR="0" lvl="1" indent="0" algn="r">
              <a:spcBef>
                <a:spcPts val="0"/>
              </a:spcBef>
              <a:spcAft>
                <a:spcPts val="0"/>
              </a:spcAft>
              <a:buClr>
                <a:srgbClr val="000000"/>
              </a:buClr>
              <a:buSzPts val="800"/>
              <a:buFont typeface="Arial Narrow"/>
              <a:buNone/>
              <a:defRPr sz="1067" b="0" i="0" u="none" strike="noStrike" cap="none">
                <a:solidFill>
                  <a:srgbClr val="000000"/>
                </a:solidFill>
                <a:latin typeface="Arial Narrow"/>
                <a:ea typeface="Arial Narrow"/>
                <a:cs typeface="Arial Narrow"/>
                <a:sym typeface="Arial Narrow"/>
              </a:defRPr>
            </a:lvl2pPr>
            <a:lvl3pPr marL="0" marR="0" lvl="2" indent="0" algn="r">
              <a:spcBef>
                <a:spcPts val="0"/>
              </a:spcBef>
              <a:spcAft>
                <a:spcPts val="0"/>
              </a:spcAft>
              <a:buClr>
                <a:srgbClr val="000000"/>
              </a:buClr>
              <a:buSzPts val="800"/>
              <a:buFont typeface="Arial Narrow"/>
              <a:buNone/>
              <a:defRPr sz="1067" b="0" i="0" u="none" strike="noStrike" cap="none">
                <a:solidFill>
                  <a:srgbClr val="000000"/>
                </a:solidFill>
                <a:latin typeface="Arial Narrow"/>
                <a:ea typeface="Arial Narrow"/>
                <a:cs typeface="Arial Narrow"/>
                <a:sym typeface="Arial Narrow"/>
              </a:defRPr>
            </a:lvl3pPr>
            <a:lvl4pPr marL="0" marR="0" lvl="3" indent="0" algn="r">
              <a:spcBef>
                <a:spcPts val="0"/>
              </a:spcBef>
              <a:spcAft>
                <a:spcPts val="0"/>
              </a:spcAft>
              <a:buClr>
                <a:srgbClr val="000000"/>
              </a:buClr>
              <a:buSzPts val="800"/>
              <a:buFont typeface="Arial Narrow"/>
              <a:buNone/>
              <a:defRPr sz="1067" b="0" i="0" u="none" strike="noStrike" cap="none">
                <a:solidFill>
                  <a:srgbClr val="000000"/>
                </a:solidFill>
                <a:latin typeface="Arial Narrow"/>
                <a:ea typeface="Arial Narrow"/>
                <a:cs typeface="Arial Narrow"/>
                <a:sym typeface="Arial Narrow"/>
              </a:defRPr>
            </a:lvl4pPr>
            <a:lvl5pPr marL="0" marR="0" lvl="4" indent="0" algn="r">
              <a:spcBef>
                <a:spcPts val="0"/>
              </a:spcBef>
              <a:spcAft>
                <a:spcPts val="0"/>
              </a:spcAft>
              <a:buClr>
                <a:srgbClr val="000000"/>
              </a:buClr>
              <a:buSzPts val="800"/>
              <a:buFont typeface="Arial Narrow"/>
              <a:buNone/>
              <a:defRPr sz="1067" b="0" i="0" u="none" strike="noStrike" cap="none">
                <a:solidFill>
                  <a:srgbClr val="000000"/>
                </a:solidFill>
                <a:latin typeface="Arial Narrow"/>
                <a:ea typeface="Arial Narrow"/>
                <a:cs typeface="Arial Narrow"/>
                <a:sym typeface="Arial Narrow"/>
              </a:defRPr>
            </a:lvl5pPr>
            <a:lvl6pPr marL="0" marR="0" lvl="5" indent="0" algn="r">
              <a:spcBef>
                <a:spcPts val="0"/>
              </a:spcBef>
              <a:spcAft>
                <a:spcPts val="0"/>
              </a:spcAft>
              <a:buClr>
                <a:srgbClr val="000000"/>
              </a:buClr>
              <a:buSzPts val="800"/>
              <a:buFont typeface="Arial Narrow"/>
              <a:buNone/>
              <a:defRPr sz="1067" b="0" i="0" u="none" strike="noStrike" cap="none">
                <a:solidFill>
                  <a:srgbClr val="000000"/>
                </a:solidFill>
                <a:latin typeface="Arial Narrow"/>
                <a:ea typeface="Arial Narrow"/>
                <a:cs typeface="Arial Narrow"/>
                <a:sym typeface="Arial Narrow"/>
              </a:defRPr>
            </a:lvl6pPr>
            <a:lvl7pPr marL="0" marR="0" lvl="6" indent="0" algn="r">
              <a:spcBef>
                <a:spcPts val="0"/>
              </a:spcBef>
              <a:spcAft>
                <a:spcPts val="0"/>
              </a:spcAft>
              <a:buClr>
                <a:srgbClr val="000000"/>
              </a:buClr>
              <a:buSzPts val="800"/>
              <a:buFont typeface="Arial Narrow"/>
              <a:buNone/>
              <a:defRPr sz="1067" b="0" i="0" u="none" strike="noStrike" cap="none">
                <a:solidFill>
                  <a:srgbClr val="000000"/>
                </a:solidFill>
                <a:latin typeface="Arial Narrow"/>
                <a:ea typeface="Arial Narrow"/>
                <a:cs typeface="Arial Narrow"/>
                <a:sym typeface="Arial Narrow"/>
              </a:defRPr>
            </a:lvl7pPr>
            <a:lvl8pPr marL="0" marR="0" lvl="7" indent="0" algn="r">
              <a:spcBef>
                <a:spcPts val="0"/>
              </a:spcBef>
              <a:spcAft>
                <a:spcPts val="0"/>
              </a:spcAft>
              <a:buClr>
                <a:srgbClr val="000000"/>
              </a:buClr>
              <a:buSzPts val="800"/>
              <a:buFont typeface="Arial Narrow"/>
              <a:buNone/>
              <a:defRPr sz="1067" b="0" i="0" u="none" strike="noStrike" cap="none">
                <a:solidFill>
                  <a:srgbClr val="000000"/>
                </a:solidFill>
                <a:latin typeface="Arial Narrow"/>
                <a:ea typeface="Arial Narrow"/>
                <a:cs typeface="Arial Narrow"/>
                <a:sym typeface="Arial Narrow"/>
              </a:defRPr>
            </a:lvl8pPr>
            <a:lvl9pPr marL="0" marR="0" lvl="8" indent="0" algn="r">
              <a:spcBef>
                <a:spcPts val="0"/>
              </a:spcBef>
              <a:spcAft>
                <a:spcPts val="0"/>
              </a:spcAft>
              <a:buClr>
                <a:srgbClr val="000000"/>
              </a:buClr>
              <a:buSzPts val="800"/>
              <a:buFont typeface="Arial Narrow"/>
              <a:buNone/>
              <a:defRPr sz="1067" b="0" i="0" u="none" strike="noStrike" cap="none">
                <a:solidFill>
                  <a:srgbClr val="000000"/>
                </a:solidFill>
                <a:latin typeface="Arial Narrow"/>
                <a:ea typeface="Arial Narrow"/>
                <a:cs typeface="Arial Narrow"/>
                <a:sym typeface="Arial Narrow"/>
              </a:defRPr>
            </a:lvl9pPr>
          </a:lstStyle>
          <a:p>
            <a:r>
              <a:rPr lang="en-US"/>
              <a:t>U.S. Department of Commerce | National Oceanic and Atmospheric Administration | National Marine Fisheries Service | Page </a:t>
            </a:r>
            <a:fld id="{00000000-1234-1234-1234-123412341234}" type="slidenum">
              <a:rPr lang="en-US" smtClean="0"/>
              <a:pPr/>
              <a:t>‹#›</a:t>
            </a:fld>
            <a:endParaRPr lang="en-US"/>
          </a:p>
        </p:txBody>
      </p:sp>
    </p:spTree>
    <p:extLst>
      <p:ext uri="{BB962C8B-B14F-4D97-AF65-F5344CB8AC3E}">
        <p14:creationId xmlns:p14="http://schemas.microsoft.com/office/powerpoint/2010/main" val="362557257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18A32-DC4A-4DF0-8388-CA2AACAE7F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2FB213F-8244-4DB0-829F-435121ED5E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DA2B943-9A94-48E3-885A-B8B0154C1B97}"/>
              </a:ext>
            </a:extLst>
          </p:cNvPr>
          <p:cNvSpPr>
            <a:spLocks noGrp="1"/>
          </p:cNvSpPr>
          <p:nvPr>
            <p:ph type="dt" sz="half" idx="10"/>
          </p:nvPr>
        </p:nvSpPr>
        <p:spPr/>
        <p:txBody>
          <a:bodyPr/>
          <a:lstStyle/>
          <a:p>
            <a:fld id="{3490C5E9-B3E8-4794-83EA-537C35117230}" type="datetimeFigureOut">
              <a:rPr lang="en-US" smtClean="0"/>
              <a:t>9/8/2026</a:t>
            </a:fld>
            <a:endParaRPr lang="en-US"/>
          </a:p>
        </p:txBody>
      </p:sp>
      <p:sp>
        <p:nvSpPr>
          <p:cNvPr id="5" name="Footer Placeholder 4">
            <a:extLst>
              <a:ext uri="{FF2B5EF4-FFF2-40B4-BE49-F238E27FC236}">
                <a16:creationId xmlns:a16="http://schemas.microsoft.com/office/drawing/2014/main" id="{85CCE7AD-F9A0-44ED-9DEA-CC7A0BB881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50349F-DBA7-4E6B-B7EE-6E1A05442001}"/>
              </a:ext>
            </a:extLst>
          </p:cNvPr>
          <p:cNvSpPr>
            <a:spLocks noGrp="1"/>
          </p:cNvSpPr>
          <p:nvPr>
            <p:ph type="sldNum" sz="quarter" idx="12"/>
          </p:nvPr>
        </p:nvSpPr>
        <p:spPr/>
        <p:txBody>
          <a:bodyPr/>
          <a:lstStyle/>
          <a:p>
            <a:fld id="{5BD53C23-F9DB-4784-9357-0643AAC21A46}" type="slidenum">
              <a:rPr lang="en-US" smtClean="0"/>
              <a:t>‹#›</a:t>
            </a:fld>
            <a:endParaRPr lang="en-US"/>
          </a:p>
        </p:txBody>
      </p:sp>
    </p:spTree>
    <p:extLst>
      <p:ext uri="{BB962C8B-B14F-4D97-AF65-F5344CB8AC3E}">
        <p14:creationId xmlns:p14="http://schemas.microsoft.com/office/powerpoint/2010/main" val="11572438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4D8D2-2636-4266-9E52-22F84C5F1E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52CCFE-5809-479F-938D-408F167503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0C4A2D-B690-4DE4-A5C8-C9BEC00905E1}"/>
              </a:ext>
            </a:extLst>
          </p:cNvPr>
          <p:cNvSpPr>
            <a:spLocks noGrp="1"/>
          </p:cNvSpPr>
          <p:nvPr>
            <p:ph type="dt" sz="half" idx="10"/>
          </p:nvPr>
        </p:nvSpPr>
        <p:spPr/>
        <p:txBody>
          <a:bodyPr/>
          <a:lstStyle/>
          <a:p>
            <a:fld id="{3490C5E9-B3E8-4794-83EA-537C35117230}" type="datetimeFigureOut">
              <a:rPr lang="en-US" smtClean="0"/>
              <a:t>9/8/2026</a:t>
            </a:fld>
            <a:endParaRPr lang="en-US"/>
          </a:p>
        </p:txBody>
      </p:sp>
      <p:sp>
        <p:nvSpPr>
          <p:cNvPr id="5" name="Footer Placeholder 4">
            <a:extLst>
              <a:ext uri="{FF2B5EF4-FFF2-40B4-BE49-F238E27FC236}">
                <a16:creationId xmlns:a16="http://schemas.microsoft.com/office/drawing/2014/main" id="{9F0C51B6-427F-41B2-AB23-B7E58308E8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0DA7E7-7070-4B30-B0C2-01294708B752}"/>
              </a:ext>
            </a:extLst>
          </p:cNvPr>
          <p:cNvSpPr>
            <a:spLocks noGrp="1"/>
          </p:cNvSpPr>
          <p:nvPr>
            <p:ph type="sldNum" sz="quarter" idx="12"/>
          </p:nvPr>
        </p:nvSpPr>
        <p:spPr/>
        <p:txBody>
          <a:bodyPr/>
          <a:lstStyle/>
          <a:p>
            <a:fld id="{5BD53C23-F9DB-4784-9357-0643AAC21A46}" type="slidenum">
              <a:rPr lang="en-US" smtClean="0"/>
              <a:t>‹#›</a:t>
            </a:fld>
            <a:endParaRPr lang="en-US"/>
          </a:p>
        </p:txBody>
      </p:sp>
    </p:spTree>
    <p:extLst>
      <p:ext uri="{BB962C8B-B14F-4D97-AF65-F5344CB8AC3E}">
        <p14:creationId xmlns:p14="http://schemas.microsoft.com/office/powerpoint/2010/main" val="15291332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B336C-696E-4A4F-910C-5B8FBA49CF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E5BBF85-0C3B-4B8B-A4FD-F7FDC5F323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ECA961-9F87-4E18-A974-E0829DA6CD04}"/>
              </a:ext>
            </a:extLst>
          </p:cNvPr>
          <p:cNvSpPr>
            <a:spLocks noGrp="1"/>
          </p:cNvSpPr>
          <p:nvPr>
            <p:ph type="dt" sz="half" idx="10"/>
          </p:nvPr>
        </p:nvSpPr>
        <p:spPr/>
        <p:txBody>
          <a:bodyPr/>
          <a:lstStyle/>
          <a:p>
            <a:fld id="{3490C5E9-B3E8-4794-83EA-537C35117230}" type="datetimeFigureOut">
              <a:rPr lang="en-US" smtClean="0"/>
              <a:t>9/8/2026</a:t>
            </a:fld>
            <a:endParaRPr lang="en-US"/>
          </a:p>
        </p:txBody>
      </p:sp>
      <p:sp>
        <p:nvSpPr>
          <p:cNvPr id="5" name="Footer Placeholder 4">
            <a:extLst>
              <a:ext uri="{FF2B5EF4-FFF2-40B4-BE49-F238E27FC236}">
                <a16:creationId xmlns:a16="http://schemas.microsoft.com/office/drawing/2014/main" id="{18870E7E-03E8-478E-A2A1-E5323AE98B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B1931C-8D0B-4481-8B9C-0F10BD72510E}"/>
              </a:ext>
            </a:extLst>
          </p:cNvPr>
          <p:cNvSpPr>
            <a:spLocks noGrp="1"/>
          </p:cNvSpPr>
          <p:nvPr>
            <p:ph type="sldNum" sz="quarter" idx="12"/>
          </p:nvPr>
        </p:nvSpPr>
        <p:spPr/>
        <p:txBody>
          <a:bodyPr/>
          <a:lstStyle/>
          <a:p>
            <a:fld id="{5BD53C23-F9DB-4784-9357-0643AAC21A46}" type="slidenum">
              <a:rPr lang="en-US" smtClean="0"/>
              <a:t>‹#›</a:t>
            </a:fld>
            <a:endParaRPr lang="en-US"/>
          </a:p>
        </p:txBody>
      </p:sp>
    </p:spTree>
    <p:extLst>
      <p:ext uri="{BB962C8B-B14F-4D97-AF65-F5344CB8AC3E}">
        <p14:creationId xmlns:p14="http://schemas.microsoft.com/office/powerpoint/2010/main" val="854804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47688-423D-4D6A-8902-50563E2C45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674005-0D30-4E6C-9E9C-49DDEA2DD9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11B56E0-2110-494E-BADB-82E8032B03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74488AE-8463-403B-87FC-79AD97798D12}"/>
              </a:ext>
            </a:extLst>
          </p:cNvPr>
          <p:cNvSpPr>
            <a:spLocks noGrp="1"/>
          </p:cNvSpPr>
          <p:nvPr>
            <p:ph type="dt" sz="half" idx="10"/>
          </p:nvPr>
        </p:nvSpPr>
        <p:spPr/>
        <p:txBody>
          <a:bodyPr/>
          <a:lstStyle/>
          <a:p>
            <a:fld id="{3490C5E9-B3E8-4794-83EA-537C35117230}" type="datetimeFigureOut">
              <a:rPr lang="en-US" smtClean="0"/>
              <a:t>9/8/2026</a:t>
            </a:fld>
            <a:endParaRPr lang="en-US"/>
          </a:p>
        </p:txBody>
      </p:sp>
      <p:sp>
        <p:nvSpPr>
          <p:cNvPr id="6" name="Footer Placeholder 5">
            <a:extLst>
              <a:ext uri="{FF2B5EF4-FFF2-40B4-BE49-F238E27FC236}">
                <a16:creationId xmlns:a16="http://schemas.microsoft.com/office/drawing/2014/main" id="{CCA4411A-DB81-4F5F-B80D-1CEAD08401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48E5BC-138C-4AFB-BC2F-C0514D26BAF8}"/>
              </a:ext>
            </a:extLst>
          </p:cNvPr>
          <p:cNvSpPr>
            <a:spLocks noGrp="1"/>
          </p:cNvSpPr>
          <p:nvPr>
            <p:ph type="sldNum" sz="quarter" idx="12"/>
          </p:nvPr>
        </p:nvSpPr>
        <p:spPr/>
        <p:txBody>
          <a:bodyPr/>
          <a:lstStyle/>
          <a:p>
            <a:fld id="{5BD53C23-F9DB-4784-9357-0643AAC21A46}" type="slidenum">
              <a:rPr lang="en-US" smtClean="0"/>
              <a:t>‹#›</a:t>
            </a:fld>
            <a:endParaRPr lang="en-US"/>
          </a:p>
        </p:txBody>
      </p:sp>
    </p:spTree>
    <p:extLst>
      <p:ext uri="{BB962C8B-B14F-4D97-AF65-F5344CB8AC3E}">
        <p14:creationId xmlns:p14="http://schemas.microsoft.com/office/powerpoint/2010/main" val="345393416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D7E3B-A830-443F-8942-1A729B8CA8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64D8679-E483-482C-A12A-B5D81C8B27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1BDDBBB-DC62-41B7-811E-EC25C1AED79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75123AD-95AD-4A40-A52B-43FCF69553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C3076A4-BC5B-4675-B564-184D96E886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CE82514-86C5-42C1-8236-246F8A133089}"/>
              </a:ext>
            </a:extLst>
          </p:cNvPr>
          <p:cNvSpPr>
            <a:spLocks noGrp="1"/>
          </p:cNvSpPr>
          <p:nvPr>
            <p:ph type="dt" sz="half" idx="10"/>
          </p:nvPr>
        </p:nvSpPr>
        <p:spPr/>
        <p:txBody>
          <a:bodyPr/>
          <a:lstStyle/>
          <a:p>
            <a:fld id="{3490C5E9-B3E8-4794-83EA-537C35117230}" type="datetimeFigureOut">
              <a:rPr lang="en-US" smtClean="0"/>
              <a:t>9/8/2026</a:t>
            </a:fld>
            <a:endParaRPr lang="en-US"/>
          </a:p>
        </p:txBody>
      </p:sp>
      <p:sp>
        <p:nvSpPr>
          <p:cNvPr id="8" name="Footer Placeholder 7">
            <a:extLst>
              <a:ext uri="{FF2B5EF4-FFF2-40B4-BE49-F238E27FC236}">
                <a16:creationId xmlns:a16="http://schemas.microsoft.com/office/drawing/2014/main" id="{A60A66F4-D544-460E-BB4C-89076A607C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628D7B3-3CFE-428A-8530-6927C1D92BC0}"/>
              </a:ext>
            </a:extLst>
          </p:cNvPr>
          <p:cNvSpPr>
            <a:spLocks noGrp="1"/>
          </p:cNvSpPr>
          <p:nvPr>
            <p:ph type="sldNum" sz="quarter" idx="12"/>
          </p:nvPr>
        </p:nvSpPr>
        <p:spPr/>
        <p:txBody>
          <a:bodyPr/>
          <a:lstStyle/>
          <a:p>
            <a:fld id="{5BD53C23-F9DB-4784-9357-0643AAC21A46}" type="slidenum">
              <a:rPr lang="en-US" smtClean="0"/>
              <a:t>‹#›</a:t>
            </a:fld>
            <a:endParaRPr lang="en-US"/>
          </a:p>
        </p:txBody>
      </p:sp>
    </p:spTree>
    <p:extLst>
      <p:ext uri="{BB962C8B-B14F-4D97-AF65-F5344CB8AC3E}">
        <p14:creationId xmlns:p14="http://schemas.microsoft.com/office/powerpoint/2010/main" val="249164068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09539-0B59-42C5-9752-6F0DE47D24D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9D2C645-C42A-4FDC-89AA-E1E6D157C68E}"/>
              </a:ext>
            </a:extLst>
          </p:cNvPr>
          <p:cNvSpPr>
            <a:spLocks noGrp="1"/>
          </p:cNvSpPr>
          <p:nvPr>
            <p:ph type="dt" sz="half" idx="10"/>
          </p:nvPr>
        </p:nvSpPr>
        <p:spPr/>
        <p:txBody>
          <a:bodyPr/>
          <a:lstStyle/>
          <a:p>
            <a:fld id="{3490C5E9-B3E8-4794-83EA-537C35117230}" type="datetimeFigureOut">
              <a:rPr lang="en-US" smtClean="0"/>
              <a:t>9/8/2026</a:t>
            </a:fld>
            <a:endParaRPr lang="en-US"/>
          </a:p>
        </p:txBody>
      </p:sp>
      <p:sp>
        <p:nvSpPr>
          <p:cNvPr id="4" name="Footer Placeholder 3">
            <a:extLst>
              <a:ext uri="{FF2B5EF4-FFF2-40B4-BE49-F238E27FC236}">
                <a16:creationId xmlns:a16="http://schemas.microsoft.com/office/drawing/2014/main" id="{688746F4-456C-4D50-B484-3AACA9121D2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C0AE429-72D3-4C6F-8671-5C65B7A0B836}"/>
              </a:ext>
            </a:extLst>
          </p:cNvPr>
          <p:cNvSpPr>
            <a:spLocks noGrp="1"/>
          </p:cNvSpPr>
          <p:nvPr>
            <p:ph type="sldNum" sz="quarter" idx="12"/>
          </p:nvPr>
        </p:nvSpPr>
        <p:spPr/>
        <p:txBody>
          <a:bodyPr/>
          <a:lstStyle/>
          <a:p>
            <a:fld id="{5BD53C23-F9DB-4784-9357-0643AAC21A46}" type="slidenum">
              <a:rPr lang="en-US" smtClean="0"/>
              <a:t>‹#›</a:t>
            </a:fld>
            <a:endParaRPr lang="en-US"/>
          </a:p>
        </p:txBody>
      </p:sp>
    </p:spTree>
    <p:extLst>
      <p:ext uri="{BB962C8B-B14F-4D97-AF65-F5344CB8AC3E}">
        <p14:creationId xmlns:p14="http://schemas.microsoft.com/office/powerpoint/2010/main" val="252760718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DFEF3E-0170-47EB-8EC3-CA44C9B428F7}"/>
              </a:ext>
            </a:extLst>
          </p:cNvPr>
          <p:cNvSpPr>
            <a:spLocks noGrp="1"/>
          </p:cNvSpPr>
          <p:nvPr>
            <p:ph type="dt" sz="half" idx="10"/>
          </p:nvPr>
        </p:nvSpPr>
        <p:spPr/>
        <p:txBody>
          <a:bodyPr/>
          <a:lstStyle/>
          <a:p>
            <a:fld id="{3490C5E9-B3E8-4794-83EA-537C35117230}" type="datetimeFigureOut">
              <a:rPr lang="en-US" smtClean="0"/>
              <a:t>9/8/2026</a:t>
            </a:fld>
            <a:endParaRPr lang="en-US"/>
          </a:p>
        </p:txBody>
      </p:sp>
      <p:sp>
        <p:nvSpPr>
          <p:cNvPr id="3" name="Footer Placeholder 2">
            <a:extLst>
              <a:ext uri="{FF2B5EF4-FFF2-40B4-BE49-F238E27FC236}">
                <a16:creationId xmlns:a16="http://schemas.microsoft.com/office/drawing/2014/main" id="{4E32BFB6-E9DB-4247-B3A5-710131EB70A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512009E-B0B1-4260-AAA4-CF08834A7BEA}"/>
              </a:ext>
            </a:extLst>
          </p:cNvPr>
          <p:cNvSpPr>
            <a:spLocks noGrp="1"/>
          </p:cNvSpPr>
          <p:nvPr>
            <p:ph type="sldNum" sz="quarter" idx="12"/>
          </p:nvPr>
        </p:nvSpPr>
        <p:spPr/>
        <p:txBody>
          <a:bodyPr/>
          <a:lstStyle/>
          <a:p>
            <a:fld id="{5BD53C23-F9DB-4784-9357-0643AAC21A46}" type="slidenum">
              <a:rPr lang="en-US" smtClean="0"/>
              <a:t>‹#›</a:t>
            </a:fld>
            <a:endParaRPr lang="en-US"/>
          </a:p>
        </p:txBody>
      </p:sp>
    </p:spTree>
    <p:extLst>
      <p:ext uri="{BB962C8B-B14F-4D97-AF65-F5344CB8AC3E}">
        <p14:creationId xmlns:p14="http://schemas.microsoft.com/office/powerpoint/2010/main" val="394771993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19A27-232E-4FBA-BDF0-150DFF1A98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D4BAF69-7838-4433-9556-B6F6197826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6095CA0-DF8C-4AEB-BD46-00EF55B53A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DC1A39-19DF-42F3-BC7B-BFD210F1A513}"/>
              </a:ext>
            </a:extLst>
          </p:cNvPr>
          <p:cNvSpPr>
            <a:spLocks noGrp="1"/>
          </p:cNvSpPr>
          <p:nvPr>
            <p:ph type="dt" sz="half" idx="10"/>
          </p:nvPr>
        </p:nvSpPr>
        <p:spPr/>
        <p:txBody>
          <a:bodyPr/>
          <a:lstStyle/>
          <a:p>
            <a:fld id="{3490C5E9-B3E8-4794-83EA-537C35117230}" type="datetimeFigureOut">
              <a:rPr lang="en-US" smtClean="0"/>
              <a:t>9/8/2026</a:t>
            </a:fld>
            <a:endParaRPr lang="en-US"/>
          </a:p>
        </p:txBody>
      </p:sp>
      <p:sp>
        <p:nvSpPr>
          <p:cNvPr id="6" name="Footer Placeholder 5">
            <a:extLst>
              <a:ext uri="{FF2B5EF4-FFF2-40B4-BE49-F238E27FC236}">
                <a16:creationId xmlns:a16="http://schemas.microsoft.com/office/drawing/2014/main" id="{A0FD5FB7-8352-4B5F-8404-4B95E35F03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8CE4E9-AD23-4105-9760-EE6A7AFBCAF2}"/>
              </a:ext>
            </a:extLst>
          </p:cNvPr>
          <p:cNvSpPr>
            <a:spLocks noGrp="1"/>
          </p:cNvSpPr>
          <p:nvPr>
            <p:ph type="sldNum" sz="quarter" idx="12"/>
          </p:nvPr>
        </p:nvSpPr>
        <p:spPr/>
        <p:txBody>
          <a:bodyPr/>
          <a:lstStyle/>
          <a:p>
            <a:fld id="{5BD53C23-F9DB-4784-9357-0643AAC21A46}" type="slidenum">
              <a:rPr lang="en-US" smtClean="0"/>
              <a:t>‹#›</a:t>
            </a:fld>
            <a:endParaRPr lang="en-US"/>
          </a:p>
        </p:txBody>
      </p:sp>
    </p:spTree>
    <p:extLst>
      <p:ext uri="{BB962C8B-B14F-4D97-AF65-F5344CB8AC3E}">
        <p14:creationId xmlns:p14="http://schemas.microsoft.com/office/powerpoint/2010/main" val="310831215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C38E7-CDE0-45A3-A147-82B8BFD522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E2CCFBD-9312-4E4E-B420-93A5D22659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F511424-7302-426B-9B26-4BCD2EC3E8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CD0D24-7E2F-476A-9D20-5964CC285DF9}"/>
              </a:ext>
            </a:extLst>
          </p:cNvPr>
          <p:cNvSpPr>
            <a:spLocks noGrp="1"/>
          </p:cNvSpPr>
          <p:nvPr>
            <p:ph type="dt" sz="half" idx="10"/>
          </p:nvPr>
        </p:nvSpPr>
        <p:spPr/>
        <p:txBody>
          <a:bodyPr/>
          <a:lstStyle/>
          <a:p>
            <a:fld id="{3490C5E9-B3E8-4794-83EA-537C35117230}" type="datetimeFigureOut">
              <a:rPr lang="en-US" smtClean="0"/>
              <a:t>9/8/2026</a:t>
            </a:fld>
            <a:endParaRPr lang="en-US"/>
          </a:p>
        </p:txBody>
      </p:sp>
      <p:sp>
        <p:nvSpPr>
          <p:cNvPr id="6" name="Footer Placeholder 5">
            <a:extLst>
              <a:ext uri="{FF2B5EF4-FFF2-40B4-BE49-F238E27FC236}">
                <a16:creationId xmlns:a16="http://schemas.microsoft.com/office/drawing/2014/main" id="{FE2D4B0F-D976-4998-BCF8-DEDBD2FC30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2B86E6-3222-49A4-90B7-5A8273361BFB}"/>
              </a:ext>
            </a:extLst>
          </p:cNvPr>
          <p:cNvSpPr>
            <a:spLocks noGrp="1"/>
          </p:cNvSpPr>
          <p:nvPr>
            <p:ph type="sldNum" sz="quarter" idx="12"/>
          </p:nvPr>
        </p:nvSpPr>
        <p:spPr/>
        <p:txBody>
          <a:bodyPr/>
          <a:lstStyle/>
          <a:p>
            <a:fld id="{5BD53C23-F9DB-4784-9357-0643AAC21A46}" type="slidenum">
              <a:rPr lang="en-US" smtClean="0"/>
              <a:t>‹#›</a:t>
            </a:fld>
            <a:endParaRPr lang="en-US"/>
          </a:p>
        </p:txBody>
      </p:sp>
    </p:spTree>
    <p:extLst>
      <p:ext uri="{BB962C8B-B14F-4D97-AF65-F5344CB8AC3E}">
        <p14:creationId xmlns:p14="http://schemas.microsoft.com/office/powerpoint/2010/main" val="209145834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DAFB4-69F9-4155-A244-4D7F250649C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7077FD3-FED3-41A7-A9B3-DA8DA4A721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D75833-7DFC-40ED-B078-7700CECD6F6C}"/>
              </a:ext>
            </a:extLst>
          </p:cNvPr>
          <p:cNvSpPr>
            <a:spLocks noGrp="1"/>
          </p:cNvSpPr>
          <p:nvPr>
            <p:ph type="dt" sz="half" idx="10"/>
          </p:nvPr>
        </p:nvSpPr>
        <p:spPr/>
        <p:txBody>
          <a:bodyPr/>
          <a:lstStyle/>
          <a:p>
            <a:fld id="{3490C5E9-B3E8-4794-83EA-537C35117230}" type="datetimeFigureOut">
              <a:rPr lang="en-US" smtClean="0"/>
              <a:t>9/8/2026</a:t>
            </a:fld>
            <a:endParaRPr lang="en-US"/>
          </a:p>
        </p:txBody>
      </p:sp>
      <p:sp>
        <p:nvSpPr>
          <p:cNvPr id="5" name="Footer Placeholder 4">
            <a:extLst>
              <a:ext uri="{FF2B5EF4-FFF2-40B4-BE49-F238E27FC236}">
                <a16:creationId xmlns:a16="http://schemas.microsoft.com/office/drawing/2014/main" id="{EC878065-35F2-497A-AE7B-AC68389DBD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CED0B7-8C03-4619-B016-DAB23DFF04E6}"/>
              </a:ext>
            </a:extLst>
          </p:cNvPr>
          <p:cNvSpPr>
            <a:spLocks noGrp="1"/>
          </p:cNvSpPr>
          <p:nvPr>
            <p:ph type="sldNum" sz="quarter" idx="12"/>
          </p:nvPr>
        </p:nvSpPr>
        <p:spPr/>
        <p:txBody>
          <a:bodyPr/>
          <a:lstStyle/>
          <a:p>
            <a:fld id="{5BD53C23-F9DB-4784-9357-0643AAC21A46}" type="slidenum">
              <a:rPr lang="en-US" smtClean="0"/>
              <a:t>‹#›</a:t>
            </a:fld>
            <a:endParaRPr lang="en-US"/>
          </a:p>
        </p:txBody>
      </p:sp>
    </p:spTree>
    <p:extLst>
      <p:ext uri="{BB962C8B-B14F-4D97-AF65-F5344CB8AC3E}">
        <p14:creationId xmlns:p14="http://schemas.microsoft.com/office/powerpoint/2010/main" val="66304960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4881D7-42AA-4FBA-8C1E-37D480585FE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3876BA8-977F-438E-9F5D-41D7871A11A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538856-70C7-4C14-9053-E92186809314}"/>
              </a:ext>
            </a:extLst>
          </p:cNvPr>
          <p:cNvSpPr>
            <a:spLocks noGrp="1"/>
          </p:cNvSpPr>
          <p:nvPr>
            <p:ph type="dt" sz="half" idx="10"/>
          </p:nvPr>
        </p:nvSpPr>
        <p:spPr/>
        <p:txBody>
          <a:bodyPr/>
          <a:lstStyle/>
          <a:p>
            <a:fld id="{3490C5E9-B3E8-4794-83EA-537C35117230}" type="datetimeFigureOut">
              <a:rPr lang="en-US" smtClean="0"/>
              <a:t>9/8/2026</a:t>
            </a:fld>
            <a:endParaRPr lang="en-US"/>
          </a:p>
        </p:txBody>
      </p:sp>
      <p:sp>
        <p:nvSpPr>
          <p:cNvPr id="5" name="Footer Placeholder 4">
            <a:extLst>
              <a:ext uri="{FF2B5EF4-FFF2-40B4-BE49-F238E27FC236}">
                <a16:creationId xmlns:a16="http://schemas.microsoft.com/office/drawing/2014/main" id="{8844276D-C927-465B-BFB7-AB41683169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5D8D68-E6A7-4205-8BE7-81A529517F54}"/>
              </a:ext>
            </a:extLst>
          </p:cNvPr>
          <p:cNvSpPr>
            <a:spLocks noGrp="1"/>
          </p:cNvSpPr>
          <p:nvPr>
            <p:ph type="sldNum" sz="quarter" idx="12"/>
          </p:nvPr>
        </p:nvSpPr>
        <p:spPr/>
        <p:txBody>
          <a:bodyPr/>
          <a:lstStyle/>
          <a:p>
            <a:fld id="{5BD53C23-F9DB-4784-9357-0643AAC21A46}" type="slidenum">
              <a:rPr lang="en-US" smtClean="0"/>
              <a:t>‹#›</a:t>
            </a:fld>
            <a:endParaRPr lang="en-US"/>
          </a:p>
        </p:txBody>
      </p:sp>
    </p:spTree>
    <p:extLst>
      <p:ext uri="{BB962C8B-B14F-4D97-AF65-F5344CB8AC3E}">
        <p14:creationId xmlns:p14="http://schemas.microsoft.com/office/powerpoint/2010/main" val="32378118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theme" Target="../theme/theme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theme" Target="../theme/theme4.xml"/><Relationship Id="rId5" Type="http://schemas.openxmlformats.org/officeDocument/2006/relationships/slideLayout" Target="../slideLayouts/slideLayout22.xml"/><Relationship Id="rId4" Type="http://schemas.openxmlformats.org/officeDocument/2006/relationships/slideLayout" Target="../slideLayouts/slideLayout2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5" Type="http://schemas.openxmlformats.org/officeDocument/2006/relationships/slideLayout" Target="../slideLayouts/slideLayout27.xml"/><Relationship Id="rId10" Type="http://schemas.openxmlformats.org/officeDocument/2006/relationships/image" Target="../media/image4.png"/><Relationship Id="rId4" Type="http://schemas.openxmlformats.org/officeDocument/2006/relationships/slideLayout" Target="../slideLayouts/slideLayout26.xml"/><Relationship Id="rId9"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32.xml"/><Relationship Id="rId1" Type="http://schemas.openxmlformats.org/officeDocument/2006/relationships/slideLayout" Target="../slideLayouts/slideLayout31.xml"/><Relationship Id="rId4" Type="http://schemas.openxmlformats.org/officeDocument/2006/relationships/image" Target="../media/image10.png"/></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image" Target="../media/image11.png"/><Relationship Id="rId5" Type="http://schemas.openxmlformats.org/officeDocument/2006/relationships/theme" Target="../theme/theme7.xml"/><Relationship Id="rId4" Type="http://schemas.openxmlformats.org/officeDocument/2006/relationships/slideLayout" Target="../slideLayouts/slideLayout36.xml"/></Relationships>
</file>

<file path=ppt/slideMasters/_rels/slideMaster8.xml.rels><?xml version="1.0" encoding="UTF-8" standalone="yes"?>
<Relationships xmlns="http://schemas.openxmlformats.org/package/2006/relationships"><Relationship Id="rId8" Type="http://schemas.openxmlformats.org/officeDocument/2006/relationships/theme" Target="../theme/theme8.xml"/><Relationship Id="rId3" Type="http://schemas.openxmlformats.org/officeDocument/2006/relationships/slideLayout" Target="../slideLayouts/slideLayout39.xml"/><Relationship Id="rId7" Type="http://schemas.openxmlformats.org/officeDocument/2006/relationships/slideLayout" Target="../slideLayouts/slideLayout43.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5" Type="http://schemas.openxmlformats.org/officeDocument/2006/relationships/slideLayout" Target="../slideLayouts/slideLayout41.xml"/><Relationship Id="rId4" Type="http://schemas.openxmlformats.org/officeDocument/2006/relationships/slideLayout" Target="../slideLayouts/slideLayout40.xml"/></Relationships>
</file>

<file path=ppt/slideMasters/_rels/slideMaster9.xml.rels><?xml version="1.0" encoding="UTF-8" standalone="yes"?>
<Relationships xmlns="http://schemas.openxmlformats.org/package/2006/relationships"><Relationship Id="rId8" Type="http://schemas.openxmlformats.org/officeDocument/2006/relationships/theme" Target="../theme/theme9.xml"/><Relationship Id="rId3" Type="http://schemas.openxmlformats.org/officeDocument/2006/relationships/slideLayout" Target="../slideLayouts/slideLayout46.xml"/><Relationship Id="rId7" Type="http://schemas.openxmlformats.org/officeDocument/2006/relationships/slideLayout" Target="../slideLayouts/slideLayout50.xml"/><Relationship Id="rId2" Type="http://schemas.openxmlformats.org/officeDocument/2006/relationships/slideLayout" Target="../slideLayouts/slideLayout45.xml"/><Relationship Id="rId1" Type="http://schemas.openxmlformats.org/officeDocument/2006/relationships/slideLayout" Target="../slideLayouts/slideLayout44.xml"/><Relationship Id="rId6" Type="http://schemas.openxmlformats.org/officeDocument/2006/relationships/slideLayout" Target="../slideLayouts/slideLayout49.xml"/><Relationship Id="rId5" Type="http://schemas.openxmlformats.org/officeDocument/2006/relationships/slideLayout" Target="../slideLayouts/slideLayout48.xml"/><Relationship Id="rId4" Type="http://schemas.openxmlformats.org/officeDocument/2006/relationships/slideLayout" Target="../slideLayouts/slideLayout47.xml"/></Relationships>
</file>

<file path=ppt/slideMasters/_rels/slideMaster10.xml.rels><?xml version="1.0" encoding="UTF-8" standalone="yes"?>
<Relationships xmlns="http://schemas.openxmlformats.org/package/2006/relationships"><Relationship Id="rId3" Type="http://schemas.openxmlformats.org/officeDocument/2006/relationships/slideLayout" Target="../slideLayouts/slideLayout53.xml"/><Relationship Id="rId2" Type="http://schemas.openxmlformats.org/officeDocument/2006/relationships/slideLayout" Target="../slideLayouts/slideLayout52.xml"/><Relationship Id="rId1" Type="http://schemas.openxmlformats.org/officeDocument/2006/relationships/slideLayout" Target="../slideLayouts/slideLayout51.xml"/><Relationship Id="rId5" Type="http://schemas.openxmlformats.org/officeDocument/2006/relationships/theme" Target="../theme/theme10.xml"/><Relationship Id="rId4" Type="http://schemas.openxmlformats.org/officeDocument/2006/relationships/slideLayout" Target="../slideLayouts/slideLayout54.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62.xml"/><Relationship Id="rId3" Type="http://schemas.openxmlformats.org/officeDocument/2006/relationships/slideLayout" Target="../slideLayouts/slideLayout57.xml"/><Relationship Id="rId7" Type="http://schemas.openxmlformats.org/officeDocument/2006/relationships/slideLayout" Target="../slideLayouts/slideLayout61.xml"/><Relationship Id="rId2" Type="http://schemas.openxmlformats.org/officeDocument/2006/relationships/slideLayout" Target="../slideLayouts/slideLayout56.xml"/><Relationship Id="rId1" Type="http://schemas.openxmlformats.org/officeDocument/2006/relationships/slideLayout" Target="../slideLayouts/slideLayout55.xml"/><Relationship Id="rId6" Type="http://schemas.openxmlformats.org/officeDocument/2006/relationships/slideLayout" Target="../slideLayouts/slideLayout60.xml"/><Relationship Id="rId5" Type="http://schemas.openxmlformats.org/officeDocument/2006/relationships/slideLayout" Target="../slideLayouts/slideLayout59.xml"/><Relationship Id="rId10" Type="http://schemas.openxmlformats.org/officeDocument/2006/relationships/image" Target="../media/image12.png"/><Relationship Id="rId4" Type="http://schemas.openxmlformats.org/officeDocument/2006/relationships/slideLayout" Target="../slideLayouts/slideLayout58.xml"/><Relationship Id="rId9" Type="http://schemas.openxmlformats.org/officeDocument/2006/relationships/theme" Target="../theme/theme11.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theme" Target="../theme/theme12.xml"/><Relationship Id="rId1" Type="http://schemas.openxmlformats.org/officeDocument/2006/relationships/slideLayout" Target="../slideLayouts/slideLayout63.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71.xml"/><Relationship Id="rId3" Type="http://schemas.openxmlformats.org/officeDocument/2006/relationships/slideLayout" Target="../slideLayouts/slideLayout66.xml"/><Relationship Id="rId7" Type="http://schemas.openxmlformats.org/officeDocument/2006/relationships/slideLayout" Target="../slideLayouts/slideLayout70.xml"/><Relationship Id="rId12" Type="http://schemas.openxmlformats.org/officeDocument/2006/relationships/theme" Target="../theme/theme13.xml"/><Relationship Id="rId2" Type="http://schemas.openxmlformats.org/officeDocument/2006/relationships/slideLayout" Target="../slideLayouts/slideLayout65.xml"/><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5" Type="http://schemas.openxmlformats.org/officeDocument/2006/relationships/slideLayout" Target="../slideLayouts/slideLayout68.xml"/><Relationship Id="rId10" Type="http://schemas.openxmlformats.org/officeDocument/2006/relationships/slideLayout" Target="../slideLayouts/slideLayout73.xml"/><Relationship Id="rId4" Type="http://schemas.openxmlformats.org/officeDocument/2006/relationships/slideLayout" Target="../slideLayouts/slideLayout67.xml"/><Relationship Id="rId9" Type="http://schemas.openxmlformats.org/officeDocument/2006/relationships/slideLayout" Target="../slideLayouts/slideLayout7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822437" y="1798797"/>
            <a:ext cx="10070512" cy="1772793"/>
          </a:xfrm>
          <a:prstGeom prst="rect">
            <a:avLst/>
          </a:prstGeom>
        </p:spPr>
        <p:txBody>
          <a:bodyPr vert="horz" wrap="square" lIns="0" tIns="0" rIns="0" bIns="0" rtlCol="0" anchor="b" anchorCtr="0">
            <a:spAutoFit/>
          </a:bodyPr>
          <a:lstStyle/>
          <a:p>
            <a:r>
              <a:rPr lang="en-US"/>
              <a:t>Click to edit Master title style</a:t>
            </a:r>
            <a:endParaRPr lang="en-US" dirty="0"/>
          </a:p>
        </p:txBody>
      </p:sp>
      <p:sp>
        <p:nvSpPr>
          <p:cNvPr id="3" name="Text Placeholder 2"/>
          <p:cNvSpPr>
            <a:spLocks noGrp="1"/>
          </p:cNvSpPr>
          <p:nvPr>
            <p:ph type="body" idx="1"/>
          </p:nvPr>
        </p:nvSpPr>
        <p:spPr>
          <a:xfrm>
            <a:off x="1822438" y="3777557"/>
            <a:ext cx="10070513" cy="942811"/>
          </a:xfrm>
          <a:prstGeom prst="rect">
            <a:avLst/>
          </a:prstGeom>
        </p:spPr>
        <p:txBody>
          <a:bodyPr vert="horz" lIns="0" tIns="0" rIns="0" bIns="0" rtlCol="0">
            <a:normAutofit/>
          </a:bodyPr>
          <a:lstStyle/>
          <a:p>
            <a:pPr lvl="0"/>
            <a:r>
              <a:rPr lang="en-US" dirty="0"/>
              <a:t>Click to edit Master text styles</a:t>
            </a:r>
          </a:p>
        </p:txBody>
      </p:sp>
      <p:sp>
        <p:nvSpPr>
          <p:cNvPr id="13" name="Freeform 12"/>
          <p:cNvSpPr/>
          <p:nvPr/>
        </p:nvSpPr>
        <p:spPr>
          <a:xfrm rot="5400000" flipH="1">
            <a:off x="3089281" y="-2685623"/>
            <a:ext cx="3350194" cy="8700984"/>
          </a:xfrm>
          <a:custGeom>
            <a:avLst/>
            <a:gdLst>
              <a:gd name="connsiteX0" fmla="*/ 2196089 w 2196089"/>
              <a:gd name="connsiteY0" fmla="*/ 0 h 6849789"/>
              <a:gd name="connsiteX1" fmla="*/ 2196089 w 2196089"/>
              <a:gd name="connsiteY1" fmla="*/ 6849789 h 6849789"/>
              <a:gd name="connsiteX2" fmla="*/ 0 w 2196089"/>
              <a:gd name="connsiteY2" fmla="*/ 6849789 h 6849789"/>
              <a:gd name="connsiteX3" fmla="*/ 169765 w 2196089"/>
              <a:gd name="connsiteY3" fmla="*/ 6755526 h 6849789"/>
              <a:gd name="connsiteX4" fmla="*/ 2161421 w 2196089"/>
              <a:gd name="connsiteY4" fmla="*/ 408410 h 6849789"/>
              <a:gd name="connsiteX5" fmla="*/ 2196089 w 2196089"/>
              <a:gd name="connsiteY5" fmla="*/ 0 h 684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6089" h="6849789">
                <a:moveTo>
                  <a:pt x="2196089" y="0"/>
                </a:moveTo>
                <a:lnTo>
                  <a:pt x="2196089" y="6849789"/>
                </a:lnTo>
                <a:lnTo>
                  <a:pt x="0" y="6849789"/>
                </a:lnTo>
                <a:lnTo>
                  <a:pt x="169765" y="6755526"/>
                </a:lnTo>
                <a:cubicBezTo>
                  <a:pt x="1099958" y="6063006"/>
                  <a:pt x="1854601" y="3617105"/>
                  <a:pt x="2161421" y="408410"/>
                </a:cubicBezTo>
                <a:lnTo>
                  <a:pt x="2196089" y="0"/>
                </a:lnTo>
                <a:close/>
              </a:path>
            </a:pathLst>
          </a:custGeom>
          <a:gradFill flip="none" rotWithShape="1">
            <a:gsLst>
              <a:gs pos="78000">
                <a:schemeClr val="bg1"/>
              </a:gs>
              <a:gs pos="0">
                <a:schemeClr val="accent1">
                  <a:lumMod val="78063"/>
                  <a:lumOff val="21938"/>
                  <a:alpha val="78555"/>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Tree>
    <p:extLst>
      <p:ext uri="{BB962C8B-B14F-4D97-AF65-F5344CB8AC3E}">
        <p14:creationId xmlns:p14="http://schemas.microsoft.com/office/powerpoint/2010/main" val="2294618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xStyles>
    <p:titleStyle>
      <a:lvl1pPr algn="l" defTabSz="914377" rtl="0" eaLnBrk="1" latinLnBrk="0" hangingPunct="1">
        <a:lnSpc>
          <a:spcPct val="80000"/>
        </a:lnSpc>
        <a:spcBef>
          <a:spcPct val="0"/>
        </a:spcBef>
        <a:buNone/>
        <a:defRPr sz="7200" kern="1200">
          <a:solidFill>
            <a:schemeClr val="tx2"/>
          </a:solidFill>
          <a:latin typeface="Cambria" charset="0"/>
          <a:ea typeface="Cambria" charset="0"/>
          <a:cs typeface="Cambria" charset="0"/>
        </a:defRPr>
      </a:lvl1pPr>
    </p:titleStyle>
    <p:bodyStyle>
      <a:lvl1pPr marL="0" indent="0" algn="l" defTabSz="914377" rtl="0" eaLnBrk="1" latinLnBrk="0" hangingPunct="1">
        <a:lnSpc>
          <a:spcPct val="90000"/>
        </a:lnSpc>
        <a:spcBef>
          <a:spcPts val="1000"/>
        </a:spcBef>
        <a:buFont typeface="Arial"/>
        <a:buNone/>
        <a:defRPr sz="3600" b="0" i="0" kern="1200">
          <a:solidFill>
            <a:schemeClr val="accent1">
              <a:lumMod val="20000"/>
              <a:lumOff val="80000"/>
            </a:schemeClr>
          </a:solidFill>
          <a:latin typeface="Cambria" charset="0"/>
          <a:ea typeface="Cambria" charset="0"/>
          <a:cs typeface="Cambria" charset="0"/>
        </a:defRPr>
      </a:lvl1pPr>
      <a:lvl2pPr marL="685783" indent="-228594" algn="l" defTabSz="914377"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677613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98" r:id="rId6"/>
    <p:sldLayoutId id="2147483699" r:id="rId7"/>
  </p:sldLayoutIdLst>
  <mc:AlternateContent xmlns:mc="http://schemas.openxmlformats.org/markup-compatibility/2006" xmlns:p14="http://schemas.microsoft.com/office/powerpoint/2010/main">
    <mc:Choice Requires="p14">
      <p:transition spd="slow" p14:dur="1500" advClick="0" advTm="5000">
        <p:push dir="u"/>
      </p:transition>
    </mc:Choice>
    <mc:Fallback xmlns="">
      <p:transition spd="slow" advClick="0" advTm="5000">
        <p:push dir="u"/>
      </p:transition>
    </mc:Fallback>
  </mc:AlternateContent>
  <p:txStyles>
    <p:titleStyle>
      <a:lvl1pPr algn="l" defTabSz="914377" rtl="0" eaLnBrk="1" latinLnBrk="0" hangingPunct="1">
        <a:lnSpc>
          <a:spcPct val="90000"/>
        </a:lnSpc>
        <a:spcBef>
          <a:spcPct val="0"/>
        </a:spcBef>
        <a:buNone/>
        <a:defRPr sz="4400" kern="1200" spc="-51" baseline="0">
          <a:solidFill>
            <a:schemeClr val="tx1"/>
          </a:solidFill>
          <a:latin typeface="+mj-lt"/>
          <a:ea typeface="+mj-ea"/>
          <a:cs typeface="+mj-cs"/>
        </a:defRPr>
      </a:lvl1pPr>
    </p:titleStyle>
    <p:bodyStyle>
      <a:lvl1pPr marL="182875" indent="-182875" algn="l" defTabSz="914377" rtl="0" eaLnBrk="1" latinLnBrk="0" hangingPunct="1">
        <a:lnSpc>
          <a:spcPct val="95000"/>
        </a:lnSpc>
        <a:spcBef>
          <a:spcPts val="1400"/>
        </a:spcBef>
        <a:spcAft>
          <a:spcPts val="200"/>
        </a:spcAft>
        <a:buClr>
          <a:schemeClr val="accent1"/>
        </a:buClr>
        <a:buSzPct val="80000"/>
        <a:buFont typeface="Arial" pitchFamily="34" charset="0"/>
        <a:buChar char="•"/>
        <a:defRPr sz="1800" kern="1200" spc="11" baseline="0">
          <a:solidFill>
            <a:schemeClr val="tx1"/>
          </a:solidFill>
          <a:latin typeface="+mn-lt"/>
          <a:ea typeface="+mn-ea"/>
          <a:cs typeface="+mn-cs"/>
        </a:defRPr>
      </a:lvl1pPr>
      <a:lvl2pPr marL="457189" indent="-182875" algn="l" defTabSz="914377"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02" indent="-182875" algn="l" defTabSz="914377"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15" indent="-182875" algn="l" defTabSz="914377"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28" indent="-182875" algn="l" defTabSz="914377"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599960" indent="-228594" algn="l" defTabSz="914377"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899953" indent="-228594" algn="l" defTabSz="914377"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199945" indent="-228594" algn="l" defTabSz="914377"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499938" indent="-228594" algn="l" defTabSz="914377"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8403828"/>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96" r:id="rId5"/>
    <p:sldLayoutId id="2147483697" r:id="rId6"/>
  </p:sldLayoutIdLst>
  <mc:AlternateContent xmlns:mc="http://schemas.openxmlformats.org/markup-compatibility/2006" xmlns:p14="http://schemas.microsoft.com/office/powerpoint/2010/main">
    <mc:Choice Requires="p14">
      <p:transition spd="slow" p14:dur="1500" advClick="0" advTm="5000">
        <p:push dir="u"/>
      </p:transition>
    </mc:Choice>
    <mc:Fallback xmlns="">
      <p:transition spd="slow" advClick="0" advTm="5000">
        <p:push dir="u"/>
      </p:transition>
    </mc:Fallback>
  </mc:AlternateContent>
  <p:txStyles>
    <p:titleStyle>
      <a:lvl1pPr algn="l" defTabSz="914377" rtl="0" eaLnBrk="1" latinLnBrk="0" hangingPunct="1">
        <a:lnSpc>
          <a:spcPct val="90000"/>
        </a:lnSpc>
        <a:spcBef>
          <a:spcPct val="0"/>
        </a:spcBef>
        <a:buNone/>
        <a:defRPr sz="4400" kern="1200" spc="-51" baseline="0">
          <a:solidFill>
            <a:schemeClr val="tx1"/>
          </a:solidFill>
          <a:latin typeface="+mj-lt"/>
          <a:ea typeface="+mj-ea"/>
          <a:cs typeface="+mj-cs"/>
        </a:defRPr>
      </a:lvl1pPr>
    </p:titleStyle>
    <p:bodyStyle>
      <a:lvl1pPr marL="182875" indent="-182875" algn="l" defTabSz="914377" rtl="0" eaLnBrk="1" latinLnBrk="0" hangingPunct="1">
        <a:lnSpc>
          <a:spcPct val="95000"/>
        </a:lnSpc>
        <a:spcBef>
          <a:spcPts val="1400"/>
        </a:spcBef>
        <a:spcAft>
          <a:spcPts val="200"/>
        </a:spcAft>
        <a:buClr>
          <a:schemeClr val="accent1"/>
        </a:buClr>
        <a:buSzPct val="80000"/>
        <a:buFont typeface="Arial" pitchFamily="34" charset="0"/>
        <a:buChar char="•"/>
        <a:defRPr sz="1800" kern="1200" spc="11" baseline="0">
          <a:solidFill>
            <a:schemeClr val="tx1"/>
          </a:solidFill>
          <a:latin typeface="+mn-lt"/>
          <a:ea typeface="+mn-ea"/>
          <a:cs typeface="+mn-cs"/>
        </a:defRPr>
      </a:lvl1pPr>
      <a:lvl2pPr marL="457189" indent="-182875" algn="l" defTabSz="914377"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02" indent="-182875" algn="l" defTabSz="914377"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15" indent="-182875" algn="l" defTabSz="914377"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28" indent="-182875" algn="l" defTabSz="914377"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599960" indent="-228594" algn="l" defTabSz="914377"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899953" indent="-228594" algn="l" defTabSz="914377"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199945" indent="-228594" algn="l" defTabSz="914377"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499938" indent="-228594" algn="l" defTabSz="914377"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822437" y="2685195"/>
            <a:ext cx="10070512" cy="886397"/>
          </a:xfrm>
          <a:prstGeom prst="rect">
            <a:avLst/>
          </a:prstGeom>
        </p:spPr>
        <p:txBody>
          <a:bodyPr vert="horz" wrap="square" lIns="0" tIns="0" rIns="0" bIns="0" rtlCol="0" anchor="b" anchorCtr="0">
            <a:spAutoFit/>
          </a:bodyPr>
          <a:lstStyle/>
          <a:p>
            <a:r>
              <a:rPr lang="en-US" dirty="0"/>
              <a:t>Click to edit Divider Page</a:t>
            </a:r>
          </a:p>
        </p:txBody>
      </p:sp>
      <p:sp>
        <p:nvSpPr>
          <p:cNvPr id="3" name="Text Placeholder 2"/>
          <p:cNvSpPr>
            <a:spLocks noGrp="1"/>
          </p:cNvSpPr>
          <p:nvPr>
            <p:ph type="body" idx="1"/>
          </p:nvPr>
        </p:nvSpPr>
        <p:spPr>
          <a:xfrm>
            <a:off x="1822438" y="3777557"/>
            <a:ext cx="10070513" cy="942811"/>
          </a:xfrm>
          <a:prstGeom prst="rect">
            <a:avLst/>
          </a:prstGeom>
        </p:spPr>
        <p:txBody>
          <a:bodyPr vert="horz" lIns="0" tIns="0" rIns="0" bIns="0" rtlCol="0">
            <a:normAutofit/>
          </a:bodyPr>
          <a:lstStyle/>
          <a:p>
            <a:pPr lvl="0"/>
            <a:r>
              <a:rPr lang="en-US" dirty="0"/>
              <a:t>Click to edit Master text styles</a:t>
            </a:r>
          </a:p>
        </p:txBody>
      </p:sp>
    </p:spTree>
    <p:extLst>
      <p:ext uri="{BB962C8B-B14F-4D97-AF65-F5344CB8AC3E}">
        <p14:creationId xmlns:p14="http://schemas.microsoft.com/office/powerpoint/2010/main" val="1638828855"/>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95" r:id="rId5"/>
  </p:sldLayoutIdLst>
  <p:txStyles>
    <p:titleStyle>
      <a:lvl1pPr algn="l" defTabSz="914377" rtl="0" eaLnBrk="1" latinLnBrk="0" hangingPunct="1">
        <a:lnSpc>
          <a:spcPct val="80000"/>
        </a:lnSpc>
        <a:spcBef>
          <a:spcPct val="0"/>
        </a:spcBef>
        <a:buNone/>
        <a:defRPr sz="7200" kern="1200">
          <a:solidFill>
            <a:schemeClr val="tx2"/>
          </a:solidFill>
          <a:latin typeface="Cambria" charset="0"/>
          <a:ea typeface="Cambria" charset="0"/>
          <a:cs typeface="Cambria" charset="0"/>
        </a:defRPr>
      </a:lvl1pPr>
    </p:titleStyle>
    <p:bodyStyle>
      <a:lvl1pPr marL="0" indent="0" algn="l" defTabSz="914377" rtl="0" eaLnBrk="1" latinLnBrk="0" hangingPunct="1">
        <a:lnSpc>
          <a:spcPct val="90000"/>
        </a:lnSpc>
        <a:spcBef>
          <a:spcPts val="1000"/>
        </a:spcBef>
        <a:buFont typeface="Arial"/>
        <a:buNone/>
        <a:defRPr sz="3600" b="0" i="0" kern="1200">
          <a:solidFill>
            <a:schemeClr val="accent1">
              <a:lumMod val="20000"/>
              <a:lumOff val="80000"/>
            </a:schemeClr>
          </a:solidFill>
          <a:latin typeface="Cambria" charset="0"/>
          <a:ea typeface="Cambria" charset="0"/>
          <a:cs typeface="Cambria" charset="0"/>
        </a:defRPr>
      </a:lvl1pPr>
      <a:lvl2pPr marL="685783" indent="-228594" algn="l" defTabSz="914377"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10"/>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268909" y="1141666"/>
            <a:ext cx="7313491" cy="1398472"/>
          </a:xfrm>
          <a:prstGeom prst="rect">
            <a:avLst/>
          </a:prstGeom>
        </p:spPr>
        <p:txBody>
          <a:bodyPr vert="horz" lIns="91440" tIns="45720" rIns="91440" bIns="4572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4268910" y="2631404"/>
            <a:ext cx="7313489" cy="1277675"/>
          </a:xfrm>
          <a:prstGeom prst="rect">
            <a:avLst/>
          </a:prstGeom>
        </p:spPr>
        <p:txBody>
          <a:bodyPr vert="horz" lIns="91440" tIns="45720" rIns="91440" bIns="45720" rtlCol="0">
            <a:normAutofit/>
          </a:bodyPr>
          <a:lstStyle/>
          <a:p>
            <a:pPr lvl="0"/>
            <a:r>
              <a:rPr lang="en-US" dirty="0"/>
              <a:t>Click to edit Master text styles</a:t>
            </a:r>
          </a:p>
        </p:txBody>
      </p:sp>
      <p:sp>
        <p:nvSpPr>
          <p:cNvPr id="7" name="Freeform 6"/>
          <p:cNvSpPr/>
          <p:nvPr/>
        </p:nvSpPr>
        <p:spPr>
          <a:xfrm>
            <a:off x="-12253" y="4417161"/>
            <a:ext cx="12227564" cy="2457785"/>
          </a:xfrm>
          <a:custGeom>
            <a:avLst/>
            <a:gdLst>
              <a:gd name="connsiteX0" fmla="*/ 0 w 10289745"/>
              <a:gd name="connsiteY0" fmla="*/ 2348314 h 2694297"/>
              <a:gd name="connsiteX1" fmla="*/ 9145997 w 10289745"/>
              <a:gd name="connsiteY1" fmla="*/ 81 h 2694297"/>
              <a:gd name="connsiteX2" fmla="*/ 9145997 w 10289745"/>
              <a:gd name="connsiteY2" fmla="*/ 2436173 h 2694297"/>
              <a:gd name="connsiteX3" fmla="*/ 0 w 10289745"/>
              <a:gd name="connsiteY3" fmla="*/ 2348314 h 2694297"/>
              <a:gd name="connsiteX0" fmla="*/ 0 w 10289745"/>
              <a:gd name="connsiteY0" fmla="*/ 2348233 h 2694216"/>
              <a:gd name="connsiteX1" fmla="*/ 9145997 w 10289745"/>
              <a:gd name="connsiteY1" fmla="*/ 0 h 2694216"/>
              <a:gd name="connsiteX2" fmla="*/ 9145997 w 10289745"/>
              <a:gd name="connsiteY2" fmla="*/ 2436092 h 2694216"/>
              <a:gd name="connsiteX3" fmla="*/ 0 w 10289745"/>
              <a:gd name="connsiteY3" fmla="*/ 2348233 h 2694216"/>
              <a:gd name="connsiteX0" fmla="*/ 0 w 10289745"/>
              <a:gd name="connsiteY0" fmla="*/ 2348233 h 2694216"/>
              <a:gd name="connsiteX1" fmla="*/ 9145997 w 10289745"/>
              <a:gd name="connsiteY1" fmla="*/ 0 h 2694216"/>
              <a:gd name="connsiteX2" fmla="*/ 9145997 w 10289745"/>
              <a:gd name="connsiteY2" fmla="*/ 2436092 h 2694216"/>
              <a:gd name="connsiteX3" fmla="*/ 0 w 10289745"/>
              <a:gd name="connsiteY3" fmla="*/ 2348233 h 2694216"/>
              <a:gd name="connsiteX0" fmla="*/ 2 w 10271923"/>
              <a:gd name="connsiteY0" fmla="*/ 1961048 h 2259210"/>
              <a:gd name="connsiteX1" fmla="*/ 9115022 w 10271923"/>
              <a:gd name="connsiteY1" fmla="*/ 0 h 2259210"/>
              <a:gd name="connsiteX2" fmla="*/ 9145999 w 10271923"/>
              <a:gd name="connsiteY2" fmla="*/ 2048907 h 2259210"/>
              <a:gd name="connsiteX3" fmla="*/ 2 w 10271923"/>
              <a:gd name="connsiteY3" fmla="*/ 1961048 h 2259210"/>
              <a:gd name="connsiteX0" fmla="*/ 2 w 10302372"/>
              <a:gd name="connsiteY0" fmla="*/ 2355976 h 2702917"/>
              <a:gd name="connsiteX1" fmla="*/ 9169232 w 10302372"/>
              <a:gd name="connsiteY1" fmla="*/ 0 h 2702917"/>
              <a:gd name="connsiteX2" fmla="*/ 9145999 w 10302372"/>
              <a:gd name="connsiteY2" fmla="*/ 2443835 h 2702917"/>
              <a:gd name="connsiteX3" fmla="*/ 2 w 10302372"/>
              <a:gd name="connsiteY3" fmla="*/ 2355976 h 2702917"/>
              <a:gd name="connsiteX0" fmla="*/ 2 w 10302372"/>
              <a:gd name="connsiteY0" fmla="*/ 2355976 h 2702917"/>
              <a:gd name="connsiteX1" fmla="*/ 9169232 w 10302372"/>
              <a:gd name="connsiteY1" fmla="*/ 0 h 2702917"/>
              <a:gd name="connsiteX2" fmla="*/ 9145999 w 10302372"/>
              <a:gd name="connsiteY2" fmla="*/ 2443835 h 2702917"/>
              <a:gd name="connsiteX3" fmla="*/ 2 w 10302372"/>
              <a:gd name="connsiteY3" fmla="*/ 2355976 h 2702917"/>
              <a:gd name="connsiteX0" fmla="*/ 2 w 10302372"/>
              <a:gd name="connsiteY0" fmla="*/ 2355976 h 2702917"/>
              <a:gd name="connsiteX1" fmla="*/ 9169232 w 10302372"/>
              <a:gd name="connsiteY1" fmla="*/ 0 h 2702917"/>
              <a:gd name="connsiteX2" fmla="*/ 9145999 w 10302372"/>
              <a:gd name="connsiteY2" fmla="*/ 2443835 h 2702917"/>
              <a:gd name="connsiteX3" fmla="*/ 2 w 10302372"/>
              <a:gd name="connsiteY3" fmla="*/ 2355976 h 2702917"/>
              <a:gd name="connsiteX0" fmla="*/ 1 w 10359948"/>
              <a:gd name="connsiteY0" fmla="*/ 2534080 h 2803153"/>
              <a:gd name="connsiteX1" fmla="*/ 9223441 w 10359948"/>
              <a:gd name="connsiteY1" fmla="*/ 0 h 2803153"/>
              <a:gd name="connsiteX2" fmla="*/ 9200208 w 10359948"/>
              <a:gd name="connsiteY2" fmla="*/ 2443835 h 2803153"/>
              <a:gd name="connsiteX3" fmla="*/ 1 w 10359948"/>
              <a:gd name="connsiteY3" fmla="*/ 2534080 h 2803153"/>
              <a:gd name="connsiteX0" fmla="*/ 2 w 10302373"/>
              <a:gd name="connsiteY0" fmla="*/ 2371463 h 2710654"/>
              <a:gd name="connsiteX1" fmla="*/ 9169233 w 10302373"/>
              <a:gd name="connsiteY1" fmla="*/ 0 h 2710654"/>
              <a:gd name="connsiteX2" fmla="*/ 9146000 w 10302373"/>
              <a:gd name="connsiteY2" fmla="*/ 2443835 h 2710654"/>
              <a:gd name="connsiteX3" fmla="*/ 2 w 10302373"/>
              <a:gd name="connsiteY3" fmla="*/ 2371463 h 2710654"/>
              <a:gd name="connsiteX0" fmla="*/ 22101 w 10324472"/>
              <a:gd name="connsiteY0" fmla="*/ 2371463 h 2601940"/>
              <a:gd name="connsiteX1" fmla="*/ 9191332 w 10324472"/>
              <a:gd name="connsiteY1" fmla="*/ 0 h 2601940"/>
              <a:gd name="connsiteX2" fmla="*/ 9168099 w 10324472"/>
              <a:gd name="connsiteY2" fmla="*/ 2443835 h 2601940"/>
              <a:gd name="connsiteX3" fmla="*/ 22101 w 10324472"/>
              <a:gd name="connsiteY3" fmla="*/ 2371463 h 2601940"/>
              <a:gd name="connsiteX0" fmla="*/ 454248 w 10756619"/>
              <a:gd name="connsiteY0" fmla="*/ 2371463 h 2635640"/>
              <a:gd name="connsiteX1" fmla="*/ 9623479 w 10756619"/>
              <a:gd name="connsiteY1" fmla="*/ 0 h 2635640"/>
              <a:gd name="connsiteX2" fmla="*/ 9600246 w 10756619"/>
              <a:gd name="connsiteY2" fmla="*/ 2443835 h 2635640"/>
              <a:gd name="connsiteX3" fmla="*/ 2243166 w 10756619"/>
              <a:gd name="connsiteY3" fmla="*/ 2466974 h 2635640"/>
              <a:gd name="connsiteX4" fmla="*/ 454248 w 10756619"/>
              <a:gd name="connsiteY4" fmla="*/ 2371463 h 2635640"/>
              <a:gd name="connsiteX0" fmla="*/ 1153431 w 11456764"/>
              <a:gd name="connsiteY0" fmla="*/ 2371463 h 2641277"/>
              <a:gd name="connsiteX1" fmla="*/ 10322662 w 11456764"/>
              <a:gd name="connsiteY1" fmla="*/ 0 h 2641277"/>
              <a:gd name="connsiteX2" fmla="*/ 10299429 w 11456764"/>
              <a:gd name="connsiteY2" fmla="*/ 2443835 h 2641277"/>
              <a:gd name="connsiteX3" fmla="*/ 1137944 w 11456764"/>
              <a:gd name="connsiteY3" fmla="*/ 2482461 h 2641277"/>
              <a:gd name="connsiteX4" fmla="*/ 1153431 w 11456764"/>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482461"/>
              <a:gd name="connsiteX1" fmla="*/ 9184718 w 10318820"/>
              <a:gd name="connsiteY1" fmla="*/ 0 h 2482461"/>
              <a:gd name="connsiteX2" fmla="*/ 9161485 w 10318820"/>
              <a:gd name="connsiteY2" fmla="*/ 2443835 h 2482461"/>
              <a:gd name="connsiteX3" fmla="*/ 0 w 10318820"/>
              <a:gd name="connsiteY3" fmla="*/ 2482461 h 2482461"/>
              <a:gd name="connsiteX4" fmla="*/ 15487 w 10318820"/>
              <a:gd name="connsiteY4" fmla="*/ 2371463 h 2482461"/>
              <a:gd name="connsiteX0" fmla="*/ 15487 w 10252186"/>
              <a:gd name="connsiteY0" fmla="*/ 2371463 h 2482461"/>
              <a:gd name="connsiteX1" fmla="*/ 9184718 w 10252186"/>
              <a:gd name="connsiteY1" fmla="*/ 0 h 2482461"/>
              <a:gd name="connsiteX2" fmla="*/ 9022088 w 10252186"/>
              <a:gd name="connsiteY2" fmla="*/ 2242499 h 2482461"/>
              <a:gd name="connsiteX3" fmla="*/ 0 w 10252186"/>
              <a:gd name="connsiteY3" fmla="*/ 2482461 h 2482461"/>
              <a:gd name="connsiteX4" fmla="*/ 15487 w 10252186"/>
              <a:gd name="connsiteY4" fmla="*/ 2371463 h 2482461"/>
              <a:gd name="connsiteX0" fmla="*/ 15487 w 10311181"/>
              <a:gd name="connsiteY0" fmla="*/ 2371463 h 2482461"/>
              <a:gd name="connsiteX1" fmla="*/ 9184718 w 10311181"/>
              <a:gd name="connsiteY1" fmla="*/ 0 h 2482461"/>
              <a:gd name="connsiteX2" fmla="*/ 9145996 w 10311181"/>
              <a:gd name="connsiteY2" fmla="*/ 2443835 h 2482461"/>
              <a:gd name="connsiteX3" fmla="*/ 0 w 10311181"/>
              <a:gd name="connsiteY3" fmla="*/ 2482461 h 2482461"/>
              <a:gd name="connsiteX4" fmla="*/ 15487 w 10311181"/>
              <a:gd name="connsiteY4" fmla="*/ 2371463 h 2482461"/>
              <a:gd name="connsiteX0" fmla="*/ 15487 w 9184718"/>
              <a:gd name="connsiteY0" fmla="*/ 2371463 h 2482461"/>
              <a:gd name="connsiteX1" fmla="*/ 9184718 w 9184718"/>
              <a:gd name="connsiteY1" fmla="*/ 0 h 2482461"/>
              <a:gd name="connsiteX2" fmla="*/ 9145996 w 9184718"/>
              <a:gd name="connsiteY2" fmla="*/ 2443835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0 w 9215696"/>
              <a:gd name="connsiteY0" fmla="*/ 2371463 h 2482461"/>
              <a:gd name="connsiteX1" fmla="*/ 9215696 w 9215696"/>
              <a:gd name="connsiteY1" fmla="*/ 0 h 2482461"/>
              <a:gd name="connsiteX2" fmla="*/ 9207951 w 9215696"/>
              <a:gd name="connsiteY2" fmla="*/ 2459323 h 2482461"/>
              <a:gd name="connsiteX3" fmla="*/ 30978 w 9215696"/>
              <a:gd name="connsiteY3" fmla="*/ 2482461 h 2482461"/>
              <a:gd name="connsiteX4" fmla="*/ 0 w 9215696"/>
              <a:gd name="connsiteY4" fmla="*/ 2371463 h 2482461"/>
              <a:gd name="connsiteX0" fmla="*/ 0 w 9215696"/>
              <a:gd name="connsiteY0" fmla="*/ 2371463 h 2497949"/>
              <a:gd name="connsiteX1" fmla="*/ 9215696 w 9215696"/>
              <a:gd name="connsiteY1" fmla="*/ 0 h 2497949"/>
              <a:gd name="connsiteX2" fmla="*/ 9207951 w 9215696"/>
              <a:gd name="connsiteY2" fmla="*/ 2459323 h 2497949"/>
              <a:gd name="connsiteX3" fmla="*/ 2 w 9215696"/>
              <a:gd name="connsiteY3" fmla="*/ 2497949 h 2497949"/>
              <a:gd name="connsiteX4" fmla="*/ 0 w 9215696"/>
              <a:gd name="connsiteY4" fmla="*/ 2371463 h 2497949"/>
              <a:gd name="connsiteX0" fmla="*/ 0 w 9215696"/>
              <a:gd name="connsiteY0" fmla="*/ 2371463 h 2474718"/>
              <a:gd name="connsiteX1" fmla="*/ 9215696 w 9215696"/>
              <a:gd name="connsiteY1" fmla="*/ 0 h 2474718"/>
              <a:gd name="connsiteX2" fmla="*/ 9207951 w 9215696"/>
              <a:gd name="connsiteY2" fmla="*/ 2459323 h 2474718"/>
              <a:gd name="connsiteX3" fmla="*/ 30979 w 9215696"/>
              <a:gd name="connsiteY3" fmla="*/ 2474718 h 2474718"/>
              <a:gd name="connsiteX4" fmla="*/ 0 w 9215696"/>
              <a:gd name="connsiteY4" fmla="*/ 2371463 h 2474718"/>
              <a:gd name="connsiteX0" fmla="*/ 0 w 9208117"/>
              <a:gd name="connsiteY0" fmla="*/ 2371463 h 2474718"/>
              <a:gd name="connsiteX1" fmla="*/ 9184719 w 9208117"/>
              <a:gd name="connsiteY1" fmla="*/ 0 h 2474718"/>
              <a:gd name="connsiteX2" fmla="*/ 9207951 w 9208117"/>
              <a:gd name="connsiteY2" fmla="*/ 2459323 h 2474718"/>
              <a:gd name="connsiteX3" fmla="*/ 30979 w 9208117"/>
              <a:gd name="connsiteY3" fmla="*/ 2474718 h 2474718"/>
              <a:gd name="connsiteX4" fmla="*/ 0 w 9208117"/>
              <a:gd name="connsiteY4" fmla="*/ 2371463 h 2474718"/>
              <a:gd name="connsiteX0" fmla="*/ 0 w 9184719"/>
              <a:gd name="connsiteY0" fmla="*/ 2371463 h 2474718"/>
              <a:gd name="connsiteX1" fmla="*/ 9184719 w 9184719"/>
              <a:gd name="connsiteY1" fmla="*/ 0 h 2474718"/>
              <a:gd name="connsiteX2" fmla="*/ 9115020 w 9184719"/>
              <a:gd name="connsiteY2" fmla="*/ 2381886 h 2474718"/>
              <a:gd name="connsiteX3" fmla="*/ 30979 w 9184719"/>
              <a:gd name="connsiteY3" fmla="*/ 2474718 h 2474718"/>
              <a:gd name="connsiteX4" fmla="*/ 0 w 9184719"/>
              <a:gd name="connsiteY4" fmla="*/ 2371463 h 2474718"/>
              <a:gd name="connsiteX0" fmla="*/ 0 w 9184719"/>
              <a:gd name="connsiteY0" fmla="*/ 2371463 h 2474718"/>
              <a:gd name="connsiteX1" fmla="*/ 9184719 w 9184719"/>
              <a:gd name="connsiteY1" fmla="*/ 0 h 2474718"/>
              <a:gd name="connsiteX2" fmla="*/ 9169230 w 9184719"/>
              <a:gd name="connsiteY2" fmla="*/ 2451580 h 2474718"/>
              <a:gd name="connsiteX3" fmla="*/ 30979 w 9184719"/>
              <a:gd name="connsiteY3" fmla="*/ 2474718 h 2474718"/>
              <a:gd name="connsiteX4" fmla="*/ 0 w 9184719"/>
              <a:gd name="connsiteY4" fmla="*/ 2371463 h 2474718"/>
              <a:gd name="connsiteX0" fmla="*/ 0 w 9167786"/>
              <a:gd name="connsiteY0" fmla="*/ 2375696 h 2474718"/>
              <a:gd name="connsiteX1" fmla="*/ 9167786 w 9167786"/>
              <a:gd name="connsiteY1" fmla="*/ 0 h 2474718"/>
              <a:gd name="connsiteX2" fmla="*/ 9152297 w 9167786"/>
              <a:gd name="connsiteY2" fmla="*/ 2451580 h 2474718"/>
              <a:gd name="connsiteX3" fmla="*/ 14046 w 9167786"/>
              <a:gd name="connsiteY3" fmla="*/ 2474718 h 2474718"/>
              <a:gd name="connsiteX4" fmla="*/ 0 w 9167786"/>
              <a:gd name="connsiteY4" fmla="*/ 2375696 h 2474718"/>
              <a:gd name="connsiteX0" fmla="*/ 2887 w 9170673"/>
              <a:gd name="connsiteY0" fmla="*/ 2375696 h 2474718"/>
              <a:gd name="connsiteX1" fmla="*/ 9170673 w 9170673"/>
              <a:gd name="connsiteY1" fmla="*/ 0 h 2474718"/>
              <a:gd name="connsiteX2" fmla="*/ 9155184 w 9170673"/>
              <a:gd name="connsiteY2" fmla="*/ 2451580 h 2474718"/>
              <a:gd name="connsiteX3" fmla="*/ 0 w 9170673"/>
              <a:gd name="connsiteY3" fmla="*/ 2474718 h 2474718"/>
              <a:gd name="connsiteX4" fmla="*/ 2887 w 9170673"/>
              <a:gd name="connsiteY4" fmla="*/ 2375696 h 2474718"/>
              <a:gd name="connsiteX0" fmla="*/ 2887 w 9170673"/>
              <a:gd name="connsiteY0" fmla="*/ 2375696 h 2457785"/>
              <a:gd name="connsiteX1" fmla="*/ 9170673 w 9170673"/>
              <a:gd name="connsiteY1" fmla="*/ 0 h 2457785"/>
              <a:gd name="connsiteX2" fmla="*/ 9155184 w 9170673"/>
              <a:gd name="connsiteY2" fmla="*/ 2451580 h 2457785"/>
              <a:gd name="connsiteX3" fmla="*/ 0 w 9170673"/>
              <a:gd name="connsiteY3" fmla="*/ 2457785 h 2457785"/>
              <a:gd name="connsiteX4" fmla="*/ 2887 w 9170673"/>
              <a:gd name="connsiteY4" fmla="*/ 2375696 h 24577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0673" h="2457785">
                <a:moveTo>
                  <a:pt x="2887" y="2375696"/>
                </a:moveTo>
                <a:cubicBezTo>
                  <a:pt x="23548" y="2372367"/>
                  <a:pt x="7344315" y="2502055"/>
                  <a:pt x="9170673" y="0"/>
                </a:cubicBezTo>
                <a:cubicBezTo>
                  <a:pt x="9168091" y="819774"/>
                  <a:pt x="9157766" y="1631806"/>
                  <a:pt x="9155184" y="2451580"/>
                </a:cubicBezTo>
                <a:lnTo>
                  <a:pt x="0" y="2457785"/>
                </a:lnTo>
                <a:cubicBezTo>
                  <a:pt x="-1" y="2415623"/>
                  <a:pt x="2888" y="2417858"/>
                  <a:pt x="2887" y="2375696"/>
                </a:cubicBezTo>
                <a:close/>
              </a:path>
            </a:pathLst>
          </a:cu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2763155800"/>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Lst>
  <p:txStyles>
    <p:titleStyle>
      <a:lvl1pPr algn="r" defTabSz="457200" rtl="0" eaLnBrk="1" latinLnBrk="0" hangingPunct="1">
        <a:lnSpc>
          <a:spcPct val="80000"/>
        </a:lnSpc>
        <a:spcBef>
          <a:spcPct val="0"/>
        </a:spcBef>
        <a:buNone/>
        <a:defRPr sz="4400" b="1" i="0" kern="1200">
          <a:solidFill>
            <a:schemeClr val="accent1"/>
          </a:solidFill>
          <a:latin typeface="+mj-lt"/>
          <a:ea typeface="+mj-ea"/>
          <a:cs typeface="Arial Narrow Bold"/>
        </a:defRPr>
      </a:lvl1pPr>
    </p:titleStyle>
    <p:bodyStyle>
      <a:lvl1pPr marL="0" indent="0" algn="r" defTabSz="457200" rtl="0" eaLnBrk="1" latinLnBrk="0" hangingPunct="1">
        <a:spcBef>
          <a:spcPct val="20000"/>
        </a:spcBef>
        <a:buFont typeface="Arial"/>
        <a:buNone/>
        <a:defRPr sz="2400" kern="1200">
          <a:solidFill>
            <a:schemeClr val="tx2"/>
          </a:solidFill>
          <a:latin typeface="+mn-lt"/>
          <a:ea typeface="+mn-ea"/>
          <a:cs typeface="+mn-cs"/>
        </a:defRPr>
      </a:lvl1pPr>
      <a:lvl2pPr marL="742950" indent="-285750" algn="l" defTabSz="457200" rtl="0" eaLnBrk="1" latinLnBrk="0" hangingPunct="1">
        <a:spcBef>
          <a:spcPct val="20000"/>
        </a:spcBef>
        <a:buFont typeface="Arial"/>
        <a:buChar char="•"/>
        <a:defRPr sz="3200" kern="1200">
          <a:solidFill>
            <a:schemeClr val="tx2"/>
          </a:solidFill>
          <a:latin typeface="+mn-lt"/>
          <a:ea typeface="+mn-ea"/>
          <a:cs typeface="+mn-cs"/>
        </a:defRPr>
      </a:lvl2pPr>
      <a:lvl3pPr marL="1143000" indent="-228600" algn="l" defTabSz="457200" rtl="0" eaLnBrk="1" latinLnBrk="0" hangingPunct="1">
        <a:spcBef>
          <a:spcPct val="20000"/>
        </a:spcBef>
        <a:buFont typeface="Arial"/>
        <a:buChar char="•"/>
        <a:defRPr sz="2800" kern="1200">
          <a:solidFill>
            <a:schemeClr val="tx2"/>
          </a:solidFill>
          <a:latin typeface="+mn-lt"/>
          <a:ea typeface="+mn-ea"/>
          <a:cs typeface="+mn-cs"/>
        </a:defRPr>
      </a:lvl3pPr>
      <a:lvl4pPr marL="1600200" indent="-228600" algn="l" defTabSz="457200" rtl="0" eaLnBrk="1" latinLnBrk="0" hangingPunct="1">
        <a:spcBef>
          <a:spcPct val="20000"/>
        </a:spcBef>
        <a:buFont typeface="Arial"/>
        <a:buChar char="•"/>
        <a:defRPr sz="2800" kern="1200">
          <a:solidFill>
            <a:schemeClr val="tx2"/>
          </a:solidFill>
          <a:latin typeface="+mn-lt"/>
          <a:ea typeface="+mn-ea"/>
          <a:cs typeface="+mn-cs"/>
        </a:defRPr>
      </a:lvl4pPr>
      <a:lvl5pPr marL="2057400" indent="-228600" algn="l" defTabSz="457200" rtl="0" eaLnBrk="1" latinLnBrk="0" hangingPunct="1">
        <a:spcBef>
          <a:spcPct val="20000"/>
        </a:spcBef>
        <a:buFont typeface="Arial"/>
        <a:buChar char="•"/>
        <a:defRPr sz="2800" kern="1200">
          <a:solidFill>
            <a:schemeClr val="tx2"/>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6355080"/>
            <a:ext cx="121920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2" name="Title Placeholder 1"/>
          <p:cNvSpPr>
            <a:spLocks noGrp="1"/>
          </p:cNvSpPr>
          <p:nvPr>
            <p:ph type="title"/>
          </p:nvPr>
        </p:nvSpPr>
        <p:spPr>
          <a:xfrm>
            <a:off x="609600" y="457200"/>
            <a:ext cx="10972800" cy="676014"/>
          </a:xfrm>
          <a:prstGeom prst="rect">
            <a:avLst/>
          </a:prstGeom>
        </p:spPr>
        <p:txBody>
          <a:bodyPr vert="horz" lIns="91440" tIns="45720" rIns="91440" bIns="4572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207294"/>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3048000" y="6355081"/>
            <a:ext cx="8534401" cy="502919"/>
          </a:xfrm>
          <a:prstGeom prst="rect">
            <a:avLst/>
          </a:prstGeom>
        </p:spPr>
        <p:txBody>
          <a:bodyPr vert="horz" lIns="0" tIns="45720" rIns="0" bIns="45720" rtlCol="0" anchor="ctr"/>
          <a:lstStyle>
            <a:lvl1pPr algn="r">
              <a:defRPr sz="800">
                <a:solidFill>
                  <a:srgbClr val="000000"/>
                </a:solidFill>
              </a:defRPr>
            </a:lvl1pPr>
          </a:lstStyle>
          <a:p>
            <a:r>
              <a:rPr lang="en-US" dirty="0"/>
              <a:t>U.S. Department of Commerce | National Oceanic and Atmospheric Administration | NOAA Fisheries | Page </a:t>
            </a:r>
            <a:fld id="{632D3AEB-7CBE-3049-91AC-335C6B4F5BF6}" type="slidenum">
              <a:rPr lang="en-US" smtClean="0"/>
              <a:pPr/>
              <a:t>‹#›</a:t>
            </a:fld>
            <a:endParaRPr lang="en-US" dirty="0"/>
          </a:p>
        </p:txBody>
      </p:sp>
      <p:sp>
        <p:nvSpPr>
          <p:cNvPr id="7" name="Rectangle 6"/>
          <p:cNvSpPr/>
          <p:nvPr/>
        </p:nvSpPr>
        <p:spPr>
          <a:xfrm>
            <a:off x="0" y="0"/>
            <a:ext cx="12192000" cy="914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pic>
        <p:nvPicPr>
          <p:cNvPr id="8" name="Picture 7" descr="NOAA-Fisheries-horizontal.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2672" y="6419089"/>
            <a:ext cx="2191920" cy="388747"/>
          </a:xfrm>
          <a:prstGeom prst="rect">
            <a:avLst/>
          </a:prstGeom>
        </p:spPr>
      </p:pic>
    </p:spTree>
    <p:extLst>
      <p:ext uri="{BB962C8B-B14F-4D97-AF65-F5344CB8AC3E}">
        <p14:creationId xmlns:p14="http://schemas.microsoft.com/office/powerpoint/2010/main" val="886210570"/>
      </p:ext>
    </p:extLst>
  </p:cSld>
  <p:clrMap bg1="lt1" tx1="dk1" bg2="lt2" tx2="dk2" accent1="accent1" accent2="accent2" accent3="accent3" accent4="accent4" accent5="accent5" accent6="accent6" hlink="hlink" folHlink="folHlink"/>
  <p:sldLayoutIdLst>
    <p:sldLayoutId id="2147483691" r:id="rId1"/>
    <p:sldLayoutId id="2147483700" r:id="rId2"/>
  </p:sldLayoutIdLst>
  <p:hf hdr="0"/>
  <p:txStyles>
    <p:titleStyle>
      <a:lvl1pPr algn="l" defTabSz="457200" rtl="0" eaLnBrk="1" latinLnBrk="0" hangingPunct="1">
        <a:spcBef>
          <a:spcPct val="0"/>
        </a:spcBef>
        <a:buNone/>
        <a:defRPr sz="3600" b="1" i="0" kern="1200">
          <a:solidFill>
            <a:schemeClr val="accent1"/>
          </a:solidFill>
          <a:latin typeface="+mj-lt"/>
          <a:ea typeface="+mj-ea"/>
          <a:cs typeface="Arial Narrow Bold"/>
        </a:defRPr>
      </a:lvl1pPr>
    </p:titleStyle>
    <p:bodyStyle>
      <a:lvl1pPr marL="342900" indent="-342900" algn="l" defTabSz="457200" rtl="0" eaLnBrk="1" latinLnBrk="0" hangingPunct="1">
        <a:spcBef>
          <a:spcPct val="20000"/>
        </a:spcBef>
        <a:buFont typeface="Arial"/>
        <a:buChar char="•"/>
        <a:defRPr sz="3200" kern="1200">
          <a:solidFill>
            <a:schemeClr val="tx2"/>
          </a:solidFill>
          <a:latin typeface="+mn-lt"/>
          <a:ea typeface="+mn-ea"/>
          <a:cs typeface="+mn-cs"/>
        </a:defRPr>
      </a:lvl1pPr>
      <a:lvl2pPr marL="742950" indent="-285750" algn="l" defTabSz="457200" rtl="0" eaLnBrk="1" latinLnBrk="0" hangingPunct="1">
        <a:spcBef>
          <a:spcPct val="20000"/>
        </a:spcBef>
        <a:buFont typeface="Arial"/>
        <a:buChar char="•"/>
        <a:defRPr sz="3200" kern="1200">
          <a:solidFill>
            <a:schemeClr val="tx2"/>
          </a:solidFill>
          <a:latin typeface="+mn-lt"/>
          <a:ea typeface="+mn-ea"/>
          <a:cs typeface="+mn-cs"/>
        </a:defRPr>
      </a:lvl2pPr>
      <a:lvl3pPr marL="1143000" indent="-228600" algn="l" defTabSz="457200" rtl="0" eaLnBrk="1" latinLnBrk="0" hangingPunct="1">
        <a:spcBef>
          <a:spcPct val="20000"/>
        </a:spcBef>
        <a:buFont typeface="Arial"/>
        <a:buChar char="•"/>
        <a:defRPr sz="2800" kern="1200">
          <a:solidFill>
            <a:schemeClr val="tx2"/>
          </a:solidFill>
          <a:latin typeface="+mn-lt"/>
          <a:ea typeface="+mn-ea"/>
          <a:cs typeface="+mn-cs"/>
        </a:defRPr>
      </a:lvl3pPr>
      <a:lvl4pPr marL="1600200" indent="-228600" algn="l" defTabSz="457200" rtl="0" eaLnBrk="1" latinLnBrk="0" hangingPunct="1">
        <a:spcBef>
          <a:spcPct val="20000"/>
        </a:spcBef>
        <a:buFont typeface="Arial"/>
        <a:buChar char="•"/>
        <a:defRPr sz="2800" kern="1200">
          <a:solidFill>
            <a:schemeClr val="tx2"/>
          </a:solidFill>
          <a:latin typeface="+mn-lt"/>
          <a:ea typeface="+mn-ea"/>
          <a:cs typeface="+mn-cs"/>
        </a:defRPr>
      </a:lvl4pPr>
      <a:lvl5pPr marL="2057400" indent="-228600" algn="l" defTabSz="457200" rtl="0" eaLnBrk="1" latinLnBrk="0" hangingPunct="1">
        <a:spcBef>
          <a:spcPct val="20000"/>
        </a:spcBef>
        <a:buFont typeface="Arial"/>
        <a:buChar char="•"/>
        <a:defRPr sz="2800" kern="1200">
          <a:solidFill>
            <a:schemeClr val="tx2"/>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355080"/>
            <a:ext cx="12192000"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2" name="Title Placeholder 1"/>
          <p:cNvSpPr>
            <a:spLocks noGrp="1"/>
          </p:cNvSpPr>
          <p:nvPr>
            <p:ph type="title"/>
          </p:nvPr>
        </p:nvSpPr>
        <p:spPr>
          <a:xfrm>
            <a:off x="609600" y="457200"/>
            <a:ext cx="10972800" cy="676014"/>
          </a:xfrm>
          <a:prstGeom prst="rect">
            <a:avLst/>
          </a:prstGeom>
        </p:spPr>
        <p:txBody>
          <a:bodyPr vert="horz" lIns="91440" tIns="45720" rIns="91440" bIns="4572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207294"/>
            <a:ext cx="10972800" cy="4525963"/>
          </a:xfrm>
          <a:prstGeom prst="rect">
            <a:avLst/>
          </a:prstGeom>
        </p:spPr>
        <p:txBody>
          <a:bodyPr vert="horz" lIns="91440" tIns="45720" rIns="91440" bIns="45720" rtlCol="0">
            <a:normAutofit/>
          </a:bodyPr>
          <a:lstStyle/>
          <a:p>
            <a:pPr lvl="0"/>
            <a:r>
              <a:rPr lang="en-US" dirty="0"/>
              <a:t>Click to edit Master text styles</a:t>
            </a:r>
          </a:p>
        </p:txBody>
      </p:sp>
      <p:sp>
        <p:nvSpPr>
          <p:cNvPr id="6" name="Slide Number Placeholder 5"/>
          <p:cNvSpPr>
            <a:spLocks noGrp="1"/>
          </p:cNvSpPr>
          <p:nvPr>
            <p:ph type="sldNum" sz="quarter" idx="4"/>
          </p:nvPr>
        </p:nvSpPr>
        <p:spPr>
          <a:xfrm>
            <a:off x="3048000" y="6355081"/>
            <a:ext cx="8534401" cy="502919"/>
          </a:xfrm>
          <a:prstGeom prst="rect">
            <a:avLst/>
          </a:prstGeom>
        </p:spPr>
        <p:txBody>
          <a:bodyPr vert="horz" lIns="0" tIns="45720" rIns="0" bIns="45720" rtlCol="0" anchor="ctr"/>
          <a:lstStyle>
            <a:lvl1pPr algn="r">
              <a:defRPr sz="800">
                <a:solidFill>
                  <a:schemeClr val="bg1"/>
                </a:solidFill>
              </a:defRPr>
            </a:lvl1pPr>
          </a:lstStyle>
          <a:p>
            <a:r>
              <a:rPr lang="en-US" dirty="0"/>
              <a:t>U.S. Department of Commerce | National Oceanic and Atmospheric Administration | NOAA Fisheries | Page </a:t>
            </a:r>
            <a:fld id="{632D3AEB-7CBE-3049-91AC-335C6B4F5BF6}" type="slidenum">
              <a:rPr lang="en-US" smtClean="0"/>
              <a:pPr/>
              <a:t>‹#›</a:t>
            </a:fld>
            <a:endParaRPr lang="en-US" dirty="0"/>
          </a:p>
        </p:txBody>
      </p:sp>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2674" y="6419089"/>
            <a:ext cx="2191917" cy="388747"/>
          </a:xfrm>
          <a:prstGeom prst="rect">
            <a:avLst/>
          </a:prstGeom>
        </p:spPr>
      </p:pic>
    </p:spTree>
    <p:extLst>
      <p:ext uri="{BB962C8B-B14F-4D97-AF65-F5344CB8AC3E}">
        <p14:creationId xmlns:p14="http://schemas.microsoft.com/office/powerpoint/2010/main" val="657982528"/>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701" r:id="rId3"/>
    <p:sldLayoutId id="2147483702" r:id="rId4"/>
  </p:sldLayoutIdLst>
  <p:hf hdr="0"/>
  <p:txStyles>
    <p:titleStyle>
      <a:lvl1pPr algn="l" defTabSz="457200" rtl="0" eaLnBrk="1" latinLnBrk="0" hangingPunct="1">
        <a:spcBef>
          <a:spcPct val="0"/>
        </a:spcBef>
        <a:buNone/>
        <a:defRPr sz="3600" b="1" i="0" kern="1200">
          <a:solidFill>
            <a:srgbClr val="FFFFFF"/>
          </a:solidFill>
          <a:latin typeface="+mj-lt"/>
          <a:ea typeface="+mj-ea"/>
          <a:cs typeface="Arial Narrow Bold"/>
        </a:defRPr>
      </a:lvl1pPr>
    </p:titleStyle>
    <p:bodyStyle>
      <a:lvl1pPr marL="0" indent="0" algn="r" defTabSz="457200" rtl="0" eaLnBrk="1" latinLnBrk="0" hangingPunct="1">
        <a:spcBef>
          <a:spcPct val="20000"/>
        </a:spcBef>
        <a:buFont typeface="Arial"/>
        <a:buNone/>
        <a:defRPr sz="2000" kern="1200">
          <a:solidFill>
            <a:srgbClr val="FFFFFF"/>
          </a:solidFill>
          <a:latin typeface="+mn-lt"/>
          <a:ea typeface="+mn-ea"/>
          <a:cs typeface="+mn-cs"/>
        </a:defRPr>
      </a:lvl1pPr>
      <a:lvl2pPr marL="742950" indent="-285750" algn="l" defTabSz="457200" rtl="0" eaLnBrk="1" latinLnBrk="0" hangingPunct="1">
        <a:spcBef>
          <a:spcPct val="20000"/>
        </a:spcBef>
        <a:buFont typeface="Arial"/>
        <a:buChar char="•"/>
        <a:defRPr sz="3200" kern="1200">
          <a:solidFill>
            <a:schemeClr val="tx2"/>
          </a:solidFill>
          <a:latin typeface="+mn-lt"/>
          <a:ea typeface="+mn-ea"/>
          <a:cs typeface="+mn-cs"/>
        </a:defRPr>
      </a:lvl2pPr>
      <a:lvl3pPr marL="1143000" indent="-228600" algn="l" defTabSz="457200" rtl="0" eaLnBrk="1" latinLnBrk="0" hangingPunct="1">
        <a:spcBef>
          <a:spcPct val="20000"/>
        </a:spcBef>
        <a:buFont typeface="Arial"/>
        <a:buChar char="•"/>
        <a:defRPr sz="2800" kern="1200">
          <a:solidFill>
            <a:schemeClr val="tx2"/>
          </a:solidFill>
          <a:latin typeface="+mn-lt"/>
          <a:ea typeface="+mn-ea"/>
          <a:cs typeface="+mn-cs"/>
        </a:defRPr>
      </a:lvl3pPr>
      <a:lvl4pPr marL="1600200" indent="-228600" algn="l" defTabSz="457200" rtl="0" eaLnBrk="1" latinLnBrk="0" hangingPunct="1">
        <a:spcBef>
          <a:spcPct val="20000"/>
        </a:spcBef>
        <a:buFont typeface="Arial"/>
        <a:buChar char="•"/>
        <a:defRPr sz="2800" kern="1200">
          <a:solidFill>
            <a:schemeClr val="tx2"/>
          </a:solidFill>
          <a:latin typeface="+mn-lt"/>
          <a:ea typeface="+mn-ea"/>
          <a:cs typeface="+mn-cs"/>
        </a:defRPr>
      </a:lvl4pPr>
      <a:lvl5pPr marL="2057400" indent="-228600" algn="l" defTabSz="457200" rtl="0" eaLnBrk="1" latinLnBrk="0" hangingPunct="1">
        <a:spcBef>
          <a:spcPct val="20000"/>
        </a:spcBef>
        <a:buFont typeface="Arial"/>
        <a:buChar char="•"/>
        <a:defRPr sz="2800" kern="1200">
          <a:solidFill>
            <a:schemeClr val="tx2"/>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4227266"/>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19" r:id="rId6"/>
    <p:sldLayoutId id="2147483720" r:id="rId7"/>
  </p:sldLayoutIdLst>
  <mc:AlternateContent xmlns:mc="http://schemas.openxmlformats.org/markup-compatibility/2006" xmlns:p14="http://schemas.microsoft.com/office/powerpoint/2010/main">
    <mc:Choice Requires="p14">
      <p:transition spd="slow" p14:dur="1500" advClick="0" advTm="5000">
        <p:push dir="u"/>
      </p:transition>
    </mc:Choice>
    <mc:Fallback xmlns="">
      <p:transition spd="slow" advClick="0" advTm="5000">
        <p:push dir="u"/>
      </p:transition>
    </mc:Fallback>
  </mc:AlternateContent>
  <p:txStyles>
    <p:titleStyle>
      <a:lvl1pPr algn="l" defTabSz="914377" rtl="0" eaLnBrk="1" latinLnBrk="0" hangingPunct="1">
        <a:lnSpc>
          <a:spcPct val="90000"/>
        </a:lnSpc>
        <a:spcBef>
          <a:spcPct val="0"/>
        </a:spcBef>
        <a:buNone/>
        <a:defRPr sz="4400" kern="1200" spc="-51" baseline="0">
          <a:solidFill>
            <a:schemeClr val="tx1"/>
          </a:solidFill>
          <a:latin typeface="+mj-lt"/>
          <a:ea typeface="+mj-ea"/>
          <a:cs typeface="+mj-cs"/>
        </a:defRPr>
      </a:lvl1pPr>
    </p:titleStyle>
    <p:bodyStyle>
      <a:lvl1pPr marL="182875" indent="-182875" algn="l" defTabSz="914377" rtl="0" eaLnBrk="1" latinLnBrk="0" hangingPunct="1">
        <a:lnSpc>
          <a:spcPct val="95000"/>
        </a:lnSpc>
        <a:spcBef>
          <a:spcPts val="1400"/>
        </a:spcBef>
        <a:spcAft>
          <a:spcPts val="200"/>
        </a:spcAft>
        <a:buClr>
          <a:schemeClr val="accent1"/>
        </a:buClr>
        <a:buSzPct val="80000"/>
        <a:buFont typeface="Arial" pitchFamily="34" charset="0"/>
        <a:buChar char="•"/>
        <a:defRPr sz="1800" kern="1200" spc="11" baseline="0">
          <a:solidFill>
            <a:schemeClr val="tx1"/>
          </a:solidFill>
          <a:latin typeface="+mn-lt"/>
          <a:ea typeface="+mn-ea"/>
          <a:cs typeface="+mn-cs"/>
        </a:defRPr>
      </a:lvl1pPr>
      <a:lvl2pPr marL="457189" indent="-182875" algn="l" defTabSz="914377"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02" indent="-182875" algn="l" defTabSz="914377"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15" indent="-182875" algn="l" defTabSz="914377"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28" indent="-182875" algn="l" defTabSz="914377"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599960" indent="-228594" algn="l" defTabSz="914377"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899953" indent="-228594" algn="l" defTabSz="914377"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199945" indent="-228594" algn="l" defTabSz="914377"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499938" indent="-228594" algn="l" defTabSz="914377"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2843955"/>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21" r:id="rId5"/>
    <p:sldLayoutId id="2147483722" r:id="rId6"/>
    <p:sldLayoutId id="2147483841" r:id="rId7"/>
  </p:sldLayoutIdLst>
  <mc:AlternateContent xmlns:mc="http://schemas.openxmlformats.org/markup-compatibility/2006" xmlns:p14="http://schemas.microsoft.com/office/powerpoint/2010/main">
    <mc:Choice Requires="p14">
      <p:transition spd="slow" p14:dur="1500" advClick="0" advTm="5000">
        <p:push dir="u"/>
      </p:transition>
    </mc:Choice>
    <mc:Fallback xmlns="">
      <p:transition spd="slow" advClick="0" advTm="5000">
        <p:push dir="u"/>
      </p:transition>
    </mc:Fallback>
  </mc:AlternateContent>
  <p:txStyles>
    <p:titleStyle>
      <a:lvl1pPr algn="l" defTabSz="914377" rtl="0" eaLnBrk="1" latinLnBrk="0" hangingPunct="1">
        <a:lnSpc>
          <a:spcPct val="90000"/>
        </a:lnSpc>
        <a:spcBef>
          <a:spcPct val="0"/>
        </a:spcBef>
        <a:buNone/>
        <a:defRPr sz="4400" kern="1200" spc="-51" baseline="0">
          <a:solidFill>
            <a:schemeClr val="tx1"/>
          </a:solidFill>
          <a:latin typeface="+mj-lt"/>
          <a:ea typeface="+mj-ea"/>
          <a:cs typeface="+mj-cs"/>
        </a:defRPr>
      </a:lvl1pPr>
    </p:titleStyle>
    <p:bodyStyle>
      <a:lvl1pPr marL="182875" indent="-182875" algn="l" defTabSz="914377" rtl="0" eaLnBrk="1" latinLnBrk="0" hangingPunct="1">
        <a:lnSpc>
          <a:spcPct val="95000"/>
        </a:lnSpc>
        <a:spcBef>
          <a:spcPts val="1400"/>
        </a:spcBef>
        <a:spcAft>
          <a:spcPts val="200"/>
        </a:spcAft>
        <a:buClr>
          <a:schemeClr val="accent1"/>
        </a:buClr>
        <a:buSzPct val="80000"/>
        <a:buFont typeface="Arial" pitchFamily="34" charset="0"/>
        <a:buChar char="•"/>
        <a:defRPr sz="1800" kern="1200" spc="11" baseline="0">
          <a:solidFill>
            <a:schemeClr val="tx1"/>
          </a:solidFill>
          <a:latin typeface="+mn-lt"/>
          <a:ea typeface="+mn-ea"/>
          <a:cs typeface="+mn-cs"/>
        </a:defRPr>
      </a:lvl1pPr>
      <a:lvl2pPr marL="457189" indent="-182875" algn="l" defTabSz="914377"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02" indent="-182875" algn="l" defTabSz="914377"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15" indent="-182875" algn="l" defTabSz="914377"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28" indent="-182875" algn="l" defTabSz="914377"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599960" indent="-228594" algn="l" defTabSz="914377"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899953" indent="-228594" algn="l" defTabSz="914377"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199945" indent="-228594" algn="l" defTabSz="914377"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499938" indent="-228594" algn="l" defTabSz="914377"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822437" y="2685195"/>
            <a:ext cx="10070512" cy="886397"/>
          </a:xfrm>
          <a:prstGeom prst="rect">
            <a:avLst/>
          </a:prstGeom>
        </p:spPr>
        <p:txBody>
          <a:bodyPr vert="horz" wrap="square" lIns="0" tIns="0" rIns="0" bIns="0" rtlCol="0" anchor="b" anchorCtr="0">
            <a:spAutoFit/>
          </a:bodyPr>
          <a:lstStyle/>
          <a:p>
            <a:r>
              <a:rPr lang="en-US" dirty="0"/>
              <a:t>Click to edit Divider Page</a:t>
            </a:r>
          </a:p>
        </p:txBody>
      </p:sp>
      <p:sp>
        <p:nvSpPr>
          <p:cNvPr id="3" name="Text Placeholder 2"/>
          <p:cNvSpPr>
            <a:spLocks noGrp="1"/>
          </p:cNvSpPr>
          <p:nvPr>
            <p:ph type="body" idx="1"/>
          </p:nvPr>
        </p:nvSpPr>
        <p:spPr>
          <a:xfrm>
            <a:off x="1822438" y="3777557"/>
            <a:ext cx="10070513" cy="942811"/>
          </a:xfrm>
          <a:prstGeom prst="rect">
            <a:avLst/>
          </a:prstGeom>
        </p:spPr>
        <p:txBody>
          <a:bodyPr vert="horz" lIns="0" tIns="0" rIns="0" bIns="0" rtlCol="0">
            <a:normAutofit/>
          </a:bodyPr>
          <a:lstStyle/>
          <a:p>
            <a:pPr lvl="0"/>
            <a:r>
              <a:rPr lang="en-US" dirty="0"/>
              <a:t>Click to edit Master text styles</a:t>
            </a:r>
          </a:p>
        </p:txBody>
      </p:sp>
    </p:spTree>
    <p:extLst>
      <p:ext uri="{BB962C8B-B14F-4D97-AF65-F5344CB8AC3E}">
        <p14:creationId xmlns:p14="http://schemas.microsoft.com/office/powerpoint/2010/main" val="1763447952"/>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Lst>
  <p:txStyles>
    <p:titleStyle>
      <a:lvl1pPr algn="l" defTabSz="914377" rtl="0" eaLnBrk="1" latinLnBrk="0" hangingPunct="1">
        <a:lnSpc>
          <a:spcPct val="80000"/>
        </a:lnSpc>
        <a:spcBef>
          <a:spcPct val="0"/>
        </a:spcBef>
        <a:buNone/>
        <a:defRPr sz="7200" kern="1200">
          <a:solidFill>
            <a:schemeClr val="tx2"/>
          </a:solidFill>
          <a:latin typeface="Cambria" charset="0"/>
          <a:ea typeface="Cambria" charset="0"/>
          <a:cs typeface="Cambria" charset="0"/>
        </a:defRPr>
      </a:lvl1pPr>
    </p:titleStyle>
    <p:bodyStyle>
      <a:lvl1pPr marL="0" indent="0" algn="l" defTabSz="914377" rtl="0" eaLnBrk="1" latinLnBrk="0" hangingPunct="1">
        <a:lnSpc>
          <a:spcPct val="90000"/>
        </a:lnSpc>
        <a:spcBef>
          <a:spcPts val="1000"/>
        </a:spcBef>
        <a:buFont typeface="Arial"/>
        <a:buNone/>
        <a:defRPr sz="3600" b="0" i="0" kern="1200">
          <a:solidFill>
            <a:schemeClr val="accent1">
              <a:lumMod val="20000"/>
              <a:lumOff val="80000"/>
            </a:schemeClr>
          </a:solidFill>
          <a:latin typeface="Cambria" charset="0"/>
          <a:ea typeface="Cambria" charset="0"/>
          <a:cs typeface="Cambria" charset="0"/>
        </a:defRPr>
      </a:lvl1pPr>
      <a:lvl2pPr marL="685783" indent="-228594" algn="l" defTabSz="914377"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blipFill>
          <a:blip r:embed="rId10">
            <a:alphaModFix/>
          </a:blip>
          <a:stretch>
            <a:fillRect/>
          </a:stretch>
        </a:blipFill>
        <a:effectLst/>
      </p:bgPr>
    </p:bg>
    <p:spTree>
      <p:nvGrpSpPr>
        <p:cNvPr id="1" name="Shape 9"/>
        <p:cNvGrpSpPr/>
        <p:nvPr/>
      </p:nvGrpSpPr>
      <p:grpSpPr>
        <a:xfrm>
          <a:off x="0" y="0"/>
          <a:ext cx="0" cy="0"/>
          <a:chOff x="0" y="0"/>
          <a:chExt cx="0" cy="0"/>
        </a:xfrm>
      </p:grpSpPr>
      <p:sp>
        <p:nvSpPr>
          <p:cNvPr id="10" name="Google Shape;10;p29"/>
          <p:cNvSpPr txBox="1">
            <a:spLocks noGrp="1"/>
          </p:cNvSpPr>
          <p:nvPr>
            <p:ph type="title"/>
          </p:nvPr>
        </p:nvSpPr>
        <p:spPr>
          <a:xfrm>
            <a:off x="4268909" y="1141667"/>
            <a:ext cx="7313491" cy="1398472"/>
          </a:xfrm>
          <a:prstGeom prst="rect">
            <a:avLst/>
          </a:prstGeom>
          <a:noFill/>
          <a:ln>
            <a:noFill/>
          </a:ln>
        </p:spPr>
        <p:txBody>
          <a:bodyPr spcFirstLastPara="1" wrap="square" lIns="91425" tIns="45700" rIns="91425" bIns="45700" anchor="t" anchorCtr="0">
            <a:noAutofit/>
          </a:bodyPr>
          <a:lstStyle>
            <a:lvl1pPr marR="0" lvl="0" algn="r" rtl="0">
              <a:lnSpc>
                <a:spcPct val="80000"/>
              </a:lnSpc>
              <a:spcBef>
                <a:spcPts val="0"/>
              </a:spcBef>
              <a:spcAft>
                <a:spcPts val="0"/>
              </a:spcAft>
              <a:buClr>
                <a:schemeClr val="accent1"/>
              </a:buClr>
              <a:buSzPts val="4400"/>
              <a:buFont typeface="Arial Narrow"/>
              <a:buNone/>
              <a:defRPr sz="4400" b="1" i="0" u="none" strike="noStrike" cap="none">
                <a:solidFill>
                  <a:schemeClr val="accent1"/>
                </a:solidFill>
                <a:latin typeface="Arial Narrow"/>
                <a:ea typeface="Arial Narrow"/>
                <a:cs typeface="Arial Narrow"/>
                <a:sym typeface="Arial Narrow"/>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9"/>
          <p:cNvSpPr txBox="1">
            <a:spLocks noGrp="1"/>
          </p:cNvSpPr>
          <p:nvPr>
            <p:ph type="body" idx="1"/>
          </p:nvPr>
        </p:nvSpPr>
        <p:spPr>
          <a:xfrm>
            <a:off x="4268914" y="2707605"/>
            <a:ext cx="7313489" cy="1277675"/>
          </a:xfrm>
          <a:prstGeom prst="rect">
            <a:avLst/>
          </a:prstGeom>
          <a:noFill/>
          <a:ln>
            <a:noFill/>
          </a:ln>
        </p:spPr>
        <p:txBody>
          <a:bodyPr spcFirstLastPara="1" wrap="square" lIns="91425" tIns="45700" rIns="91425" bIns="45700" anchor="t" anchorCtr="0">
            <a:normAutofit/>
          </a:bodyPr>
          <a:lstStyle>
            <a:lvl1pPr marL="457200" marR="0" lvl="0" indent="-228600" algn="r" rtl="0">
              <a:lnSpc>
                <a:spcPct val="100000"/>
              </a:lnSpc>
              <a:spcBef>
                <a:spcPts val="480"/>
              </a:spcBef>
              <a:spcAft>
                <a:spcPts val="0"/>
              </a:spcAft>
              <a:buClr>
                <a:schemeClr val="dk2"/>
              </a:buClr>
              <a:buSzPts val="2400"/>
              <a:buFont typeface="Arial"/>
              <a:buNone/>
              <a:defRPr sz="2400" b="0" i="0" u="none" strike="noStrike" cap="none">
                <a:solidFill>
                  <a:schemeClr val="dk2"/>
                </a:solidFill>
                <a:latin typeface="Arial Narrow"/>
                <a:ea typeface="Arial Narrow"/>
                <a:cs typeface="Arial Narrow"/>
                <a:sym typeface="Arial Narrow"/>
              </a:defRPr>
            </a:lvl1pPr>
            <a:lvl2pPr marL="914400" marR="0" lvl="1" indent="-431800" algn="l" rtl="0">
              <a:lnSpc>
                <a:spcPct val="100000"/>
              </a:lnSpc>
              <a:spcBef>
                <a:spcPts val="640"/>
              </a:spcBef>
              <a:spcAft>
                <a:spcPts val="0"/>
              </a:spcAft>
              <a:buClr>
                <a:schemeClr val="dk2"/>
              </a:buClr>
              <a:buSzPts val="3200"/>
              <a:buFont typeface="Arial"/>
              <a:buChar char="•"/>
              <a:defRPr sz="3200" b="0" i="0" u="none" strike="noStrike" cap="none">
                <a:solidFill>
                  <a:schemeClr val="dk2"/>
                </a:solidFill>
                <a:latin typeface="Arial Narrow"/>
                <a:ea typeface="Arial Narrow"/>
                <a:cs typeface="Arial Narrow"/>
                <a:sym typeface="Arial Narrow"/>
              </a:defRPr>
            </a:lvl2pPr>
            <a:lvl3pPr marL="1371600" marR="0" lvl="2" indent="-406400" algn="l" rtl="0">
              <a:lnSpc>
                <a:spcPct val="100000"/>
              </a:lnSpc>
              <a:spcBef>
                <a:spcPts val="560"/>
              </a:spcBef>
              <a:spcAft>
                <a:spcPts val="0"/>
              </a:spcAft>
              <a:buClr>
                <a:schemeClr val="dk2"/>
              </a:buClr>
              <a:buSzPts val="2800"/>
              <a:buFont typeface="Arial"/>
              <a:buChar char="•"/>
              <a:defRPr sz="2800" b="0" i="0" u="none" strike="noStrike" cap="none">
                <a:solidFill>
                  <a:schemeClr val="dk2"/>
                </a:solidFill>
                <a:latin typeface="Arial Narrow"/>
                <a:ea typeface="Arial Narrow"/>
                <a:cs typeface="Arial Narrow"/>
                <a:sym typeface="Arial Narrow"/>
              </a:defRPr>
            </a:lvl3pPr>
            <a:lvl4pPr marL="1828800" marR="0" lvl="3" indent="-406400" algn="l" rtl="0">
              <a:lnSpc>
                <a:spcPct val="100000"/>
              </a:lnSpc>
              <a:spcBef>
                <a:spcPts val="560"/>
              </a:spcBef>
              <a:spcAft>
                <a:spcPts val="0"/>
              </a:spcAft>
              <a:buClr>
                <a:schemeClr val="dk2"/>
              </a:buClr>
              <a:buSzPts val="2800"/>
              <a:buFont typeface="Arial"/>
              <a:buChar char="•"/>
              <a:defRPr sz="2800" b="0" i="0" u="none" strike="noStrike" cap="none">
                <a:solidFill>
                  <a:schemeClr val="dk2"/>
                </a:solidFill>
                <a:latin typeface="Arial Narrow"/>
                <a:ea typeface="Arial Narrow"/>
                <a:cs typeface="Arial Narrow"/>
                <a:sym typeface="Arial Narrow"/>
              </a:defRPr>
            </a:lvl4pPr>
            <a:lvl5pPr marL="2286000" marR="0" lvl="4" indent="-406400" algn="l" rtl="0">
              <a:lnSpc>
                <a:spcPct val="100000"/>
              </a:lnSpc>
              <a:spcBef>
                <a:spcPts val="560"/>
              </a:spcBef>
              <a:spcAft>
                <a:spcPts val="0"/>
              </a:spcAft>
              <a:buClr>
                <a:schemeClr val="dk2"/>
              </a:buClr>
              <a:buSzPts val="2800"/>
              <a:buFont typeface="Arial"/>
              <a:buChar char="•"/>
              <a:defRPr sz="2800" b="0" i="0" u="none" strike="noStrike" cap="none">
                <a:solidFill>
                  <a:schemeClr val="dk2"/>
                </a:solidFill>
                <a:latin typeface="Arial Narrow"/>
                <a:ea typeface="Arial Narrow"/>
                <a:cs typeface="Arial Narrow"/>
                <a:sym typeface="Arial Narrow"/>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Narrow"/>
                <a:ea typeface="Arial Narrow"/>
                <a:cs typeface="Arial Narrow"/>
                <a:sym typeface="Arial Narrow"/>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Narrow"/>
                <a:ea typeface="Arial Narrow"/>
                <a:cs typeface="Arial Narrow"/>
                <a:sym typeface="Arial Narrow"/>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Narrow"/>
                <a:ea typeface="Arial Narrow"/>
                <a:cs typeface="Arial Narrow"/>
                <a:sym typeface="Arial Narrow"/>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Narrow"/>
                <a:ea typeface="Arial Narrow"/>
                <a:cs typeface="Arial Narrow"/>
                <a:sym typeface="Arial Narrow"/>
              </a:defRPr>
            </a:lvl9pPr>
          </a:lstStyle>
          <a:p>
            <a:endParaRPr/>
          </a:p>
        </p:txBody>
      </p:sp>
      <p:sp>
        <p:nvSpPr>
          <p:cNvPr id="12" name="Google Shape;12;p29"/>
          <p:cNvSpPr/>
          <p:nvPr/>
        </p:nvSpPr>
        <p:spPr>
          <a:xfrm>
            <a:off x="995510" y="4242243"/>
            <a:ext cx="11216245" cy="2680563"/>
          </a:xfrm>
          <a:custGeom>
            <a:avLst/>
            <a:gdLst/>
            <a:ahLst/>
            <a:cxnLst/>
            <a:rect l="l" t="t" r="r" b="b"/>
            <a:pathLst>
              <a:path w="9170674" h="2502055" extrusionOk="0">
                <a:moveTo>
                  <a:pt x="2888" y="2436286"/>
                </a:moveTo>
                <a:cubicBezTo>
                  <a:pt x="23549" y="2432957"/>
                  <a:pt x="7344316" y="2502055"/>
                  <a:pt x="9170674" y="0"/>
                </a:cubicBezTo>
                <a:cubicBezTo>
                  <a:pt x="9168092" y="819774"/>
                  <a:pt x="9157767" y="1631807"/>
                  <a:pt x="9155185" y="2451581"/>
                </a:cubicBezTo>
                <a:lnTo>
                  <a:pt x="9154521" y="2452105"/>
                </a:lnTo>
                <a:lnTo>
                  <a:pt x="1" y="2457785"/>
                </a:lnTo>
                <a:cubicBezTo>
                  <a:pt x="0" y="2415623"/>
                  <a:pt x="2889" y="2478448"/>
                  <a:pt x="2888" y="2436286"/>
                </a:cubicBezTo>
                <a:close/>
              </a:path>
            </a:pathLst>
          </a:custGeom>
          <a:solidFill>
            <a:schemeClr val="lt2"/>
          </a:solidFill>
          <a:ln>
            <a:noFill/>
          </a:ln>
        </p:spPr>
        <p:txBody>
          <a:bodyPr spcFirstLastPara="1" wrap="square" lIns="121900" tIns="60933" rIns="121900" bIns="60933" anchor="ctr" anchorCtr="0">
            <a:noAutofit/>
          </a:bodyPr>
          <a:lstStyle/>
          <a:p>
            <a:pPr marL="0" marR="0" lvl="0" indent="0" algn="ctr" rtl="0">
              <a:spcBef>
                <a:spcPts val="0"/>
              </a:spcBef>
              <a:spcAft>
                <a:spcPts val="0"/>
              </a:spcAft>
              <a:buClr>
                <a:schemeClr val="dk1"/>
              </a:buClr>
              <a:buSzPts val="1800"/>
              <a:buFont typeface="Arial"/>
              <a:buNone/>
            </a:pPr>
            <a:endParaRPr sz="2400" b="0" i="0" u="none" strike="noStrike" cap="none">
              <a:solidFill>
                <a:schemeClr val="lt1"/>
              </a:solidFill>
              <a:latin typeface="Arial Narrow"/>
              <a:ea typeface="Arial Narrow"/>
              <a:cs typeface="Arial Narrow"/>
              <a:sym typeface="Arial Narrow"/>
            </a:endParaRPr>
          </a:p>
        </p:txBody>
      </p:sp>
    </p:spTree>
    <p:extLst>
      <p:ext uri="{BB962C8B-B14F-4D97-AF65-F5344CB8AC3E}">
        <p14:creationId xmlns:p14="http://schemas.microsoft.com/office/powerpoint/2010/main" val="1847852091"/>
      </p:ext>
    </p:extLst>
  </p:cSld>
  <p:clrMap bg1="lt1" tx1="dk1" bg2="dk2" tx2="lt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Lst>
  <mc:AlternateContent xmlns:mc="http://schemas.openxmlformats.org/markup-compatibility/2006" xmlns:p14="http://schemas.microsoft.com/office/powerpoint/2010/main">
    <mc:Choice Requires="p14">
      <p:transition spd="slow" p14:dur="1500">
        <p:push dir="u"/>
      </p:transition>
    </mc:Choice>
    <mc:Fallback xmlns="">
      <p:transition spd="slow" advClick="0" advTm="5000">
        <p:push dir="u"/>
      </p:transition>
    </mc:Fallback>
  </mc:AlternateConten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44"/>
        <p:cNvGrpSpPr/>
        <p:nvPr/>
      </p:nvGrpSpPr>
      <p:grpSpPr>
        <a:xfrm>
          <a:off x="0" y="0"/>
          <a:ext cx="0" cy="0"/>
          <a:chOff x="0" y="0"/>
          <a:chExt cx="0" cy="0"/>
        </a:xfrm>
      </p:grpSpPr>
      <p:sp>
        <p:nvSpPr>
          <p:cNvPr id="45" name="Google Shape;45;p31"/>
          <p:cNvSpPr/>
          <p:nvPr/>
        </p:nvSpPr>
        <p:spPr>
          <a:xfrm>
            <a:off x="0" y="6355080"/>
            <a:ext cx="12192000" cy="502920"/>
          </a:xfrm>
          <a:prstGeom prst="rect">
            <a:avLst/>
          </a:prstGeom>
          <a:solidFill>
            <a:schemeClr val="lt2"/>
          </a:solidFill>
          <a:ln>
            <a:noFill/>
          </a:ln>
        </p:spPr>
        <p:txBody>
          <a:bodyPr spcFirstLastPara="1" wrap="square" lIns="121900" tIns="60933" rIns="121900" bIns="60933" anchor="ctr" anchorCtr="0">
            <a:noAutofit/>
          </a:bodyPr>
          <a:lstStyle/>
          <a:p>
            <a:pPr marL="0" marR="0" lvl="0" indent="0" algn="ctr" rtl="0">
              <a:spcBef>
                <a:spcPts val="0"/>
              </a:spcBef>
              <a:spcAft>
                <a:spcPts val="0"/>
              </a:spcAft>
              <a:buClr>
                <a:schemeClr val="dk1"/>
              </a:buClr>
              <a:buSzPts val="1800"/>
              <a:buFont typeface="Arial"/>
              <a:buNone/>
            </a:pPr>
            <a:endParaRPr sz="2400" b="0" i="0" u="none" strike="noStrike" cap="none">
              <a:solidFill>
                <a:schemeClr val="lt1"/>
              </a:solidFill>
              <a:latin typeface="Arial Narrow"/>
              <a:ea typeface="Arial Narrow"/>
              <a:cs typeface="Arial Narrow"/>
              <a:sym typeface="Arial Narrow"/>
            </a:endParaRPr>
          </a:p>
        </p:txBody>
      </p:sp>
      <p:sp>
        <p:nvSpPr>
          <p:cNvPr id="46" name="Google Shape;46;p31"/>
          <p:cNvSpPr txBox="1">
            <a:spLocks noGrp="1"/>
          </p:cNvSpPr>
          <p:nvPr>
            <p:ph type="title"/>
          </p:nvPr>
        </p:nvSpPr>
        <p:spPr>
          <a:xfrm>
            <a:off x="609600" y="457202"/>
            <a:ext cx="10972800" cy="676015"/>
          </a:xfrm>
          <a:prstGeom prst="rect">
            <a:avLst/>
          </a:prstGeom>
          <a:noFill/>
          <a:ln>
            <a:noFill/>
          </a:ln>
        </p:spPr>
        <p:txBody>
          <a:bodyPr spcFirstLastPara="1" wrap="square" lIns="91425" tIns="45700" rIns="91425" bIns="45700" anchor="t" anchorCtr="0">
            <a:normAutofit/>
          </a:bodyPr>
          <a:lstStyle>
            <a:lvl1pPr marR="0" lvl="0" algn="l" rtl="0">
              <a:lnSpc>
                <a:spcPct val="100000"/>
              </a:lnSpc>
              <a:spcBef>
                <a:spcPts val="0"/>
              </a:spcBef>
              <a:spcAft>
                <a:spcPts val="0"/>
              </a:spcAft>
              <a:buClr>
                <a:schemeClr val="accent1"/>
              </a:buClr>
              <a:buSzPts val="3600"/>
              <a:buFont typeface="Arial Narrow"/>
              <a:buNone/>
              <a:defRPr sz="3600" b="1" i="0" u="none" strike="noStrike" cap="none">
                <a:solidFill>
                  <a:schemeClr val="accent1"/>
                </a:solidFill>
                <a:latin typeface="Arial Narrow"/>
                <a:ea typeface="Arial Narrow"/>
                <a:cs typeface="Arial Narrow"/>
                <a:sym typeface="Arial Narrow"/>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7" name="Google Shape;47;p31"/>
          <p:cNvSpPr txBox="1">
            <a:spLocks noGrp="1"/>
          </p:cNvSpPr>
          <p:nvPr>
            <p:ph type="body" idx="1"/>
          </p:nvPr>
        </p:nvSpPr>
        <p:spPr>
          <a:xfrm>
            <a:off x="609600" y="1207293"/>
            <a:ext cx="109728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2"/>
              </a:buClr>
              <a:buSzPts val="3200"/>
              <a:buFont typeface="Arial"/>
              <a:buChar char="•"/>
              <a:defRPr sz="3200" b="0" i="0" u="none" strike="noStrike" cap="none">
                <a:solidFill>
                  <a:schemeClr val="dk2"/>
                </a:solidFill>
                <a:latin typeface="Arial Narrow"/>
                <a:ea typeface="Arial Narrow"/>
                <a:cs typeface="Arial Narrow"/>
                <a:sym typeface="Arial Narrow"/>
              </a:defRPr>
            </a:lvl1pPr>
            <a:lvl2pPr marL="914400" marR="0" lvl="1" indent="-431800" algn="l" rtl="0">
              <a:lnSpc>
                <a:spcPct val="100000"/>
              </a:lnSpc>
              <a:spcBef>
                <a:spcPts val="640"/>
              </a:spcBef>
              <a:spcAft>
                <a:spcPts val="0"/>
              </a:spcAft>
              <a:buClr>
                <a:schemeClr val="dk2"/>
              </a:buClr>
              <a:buSzPts val="3200"/>
              <a:buFont typeface="Arial"/>
              <a:buChar char="•"/>
              <a:defRPr sz="3200" b="0" i="0" u="none" strike="noStrike" cap="none">
                <a:solidFill>
                  <a:schemeClr val="dk2"/>
                </a:solidFill>
                <a:latin typeface="Arial Narrow"/>
                <a:ea typeface="Arial Narrow"/>
                <a:cs typeface="Arial Narrow"/>
                <a:sym typeface="Arial Narrow"/>
              </a:defRPr>
            </a:lvl2pPr>
            <a:lvl3pPr marL="1371600" marR="0" lvl="2" indent="-406400" algn="l" rtl="0">
              <a:lnSpc>
                <a:spcPct val="100000"/>
              </a:lnSpc>
              <a:spcBef>
                <a:spcPts val="560"/>
              </a:spcBef>
              <a:spcAft>
                <a:spcPts val="0"/>
              </a:spcAft>
              <a:buClr>
                <a:schemeClr val="dk2"/>
              </a:buClr>
              <a:buSzPts val="2800"/>
              <a:buFont typeface="Arial"/>
              <a:buChar char="•"/>
              <a:defRPr sz="2800" b="0" i="0" u="none" strike="noStrike" cap="none">
                <a:solidFill>
                  <a:schemeClr val="dk2"/>
                </a:solidFill>
                <a:latin typeface="Arial Narrow"/>
                <a:ea typeface="Arial Narrow"/>
                <a:cs typeface="Arial Narrow"/>
                <a:sym typeface="Arial Narrow"/>
              </a:defRPr>
            </a:lvl3pPr>
            <a:lvl4pPr marL="1828800" marR="0" lvl="3" indent="-406400" algn="l" rtl="0">
              <a:lnSpc>
                <a:spcPct val="100000"/>
              </a:lnSpc>
              <a:spcBef>
                <a:spcPts val="560"/>
              </a:spcBef>
              <a:spcAft>
                <a:spcPts val="0"/>
              </a:spcAft>
              <a:buClr>
                <a:schemeClr val="dk2"/>
              </a:buClr>
              <a:buSzPts val="2800"/>
              <a:buFont typeface="Arial"/>
              <a:buChar char="•"/>
              <a:defRPr sz="2800" b="0" i="0" u="none" strike="noStrike" cap="none">
                <a:solidFill>
                  <a:schemeClr val="dk2"/>
                </a:solidFill>
                <a:latin typeface="Arial Narrow"/>
                <a:ea typeface="Arial Narrow"/>
                <a:cs typeface="Arial Narrow"/>
                <a:sym typeface="Arial Narrow"/>
              </a:defRPr>
            </a:lvl4pPr>
            <a:lvl5pPr marL="2286000" marR="0" lvl="4" indent="-406400" algn="l" rtl="0">
              <a:lnSpc>
                <a:spcPct val="100000"/>
              </a:lnSpc>
              <a:spcBef>
                <a:spcPts val="560"/>
              </a:spcBef>
              <a:spcAft>
                <a:spcPts val="0"/>
              </a:spcAft>
              <a:buClr>
                <a:schemeClr val="dk2"/>
              </a:buClr>
              <a:buSzPts val="2800"/>
              <a:buFont typeface="Arial"/>
              <a:buChar char="•"/>
              <a:defRPr sz="2800" b="0" i="0" u="none" strike="noStrike" cap="none">
                <a:solidFill>
                  <a:schemeClr val="dk2"/>
                </a:solidFill>
                <a:latin typeface="Arial Narrow"/>
                <a:ea typeface="Arial Narrow"/>
                <a:cs typeface="Arial Narrow"/>
                <a:sym typeface="Arial Narrow"/>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Narrow"/>
                <a:ea typeface="Arial Narrow"/>
                <a:cs typeface="Arial Narrow"/>
                <a:sym typeface="Arial Narrow"/>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Narrow"/>
                <a:ea typeface="Arial Narrow"/>
                <a:cs typeface="Arial Narrow"/>
                <a:sym typeface="Arial Narrow"/>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Narrow"/>
                <a:ea typeface="Arial Narrow"/>
                <a:cs typeface="Arial Narrow"/>
                <a:sym typeface="Arial Narrow"/>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Narrow"/>
                <a:ea typeface="Arial Narrow"/>
                <a:cs typeface="Arial Narrow"/>
                <a:sym typeface="Arial Narrow"/>
              </a:defRPr>
            </a:lvl9pPr>
          </a:lstStyle>
          <a:p>
            <a:endParaRPr/>
          </a:p>
        </p:txBody>
      </p:sp>
      <p:sp>
        <p:nvSpPr>
          <p:cNvPr id="48" name="Google Shape;48;p31"/>
          <p:cNvSpPr txBox="1">
            <a:spLocks noGrp="1"/>
          </p:cNvSpPr>
          <p:nvPr>
            <p:ph type="sldNum" idx="12"/>
          </p:nvPr>
        </p:nvSpPr>
        <p:spPr>
          <a:xfrm>
            <a:off x="3048004" y="6355083"/>
            <a:ext cx="8534401" cy="502919"/>
          </a:xfrm>
          <a:prstGeom prst="rect">
            <a:avLst/>
          </a:prstGeom>
          <a:noFill/>
          <a:ln>
            <a:noFill/>
          </a:ln>
        </p:spPr>
        <p:txBody>
          <a:bodyPr spcFirstLastPara="1" wrap="square" lIns="0" tIns="45700" rIns="0" bIns="45700" anchor="ctr" anchorCtr="0">
            <a:noAutofit/>
          </a:bodyPr>
          <a:lstStyle>
            <a:lvl1pPr marL="0" marR="0" lvl="0" indent="0" algn="r" rtl="0">
              <a:spcBef>
                <a:spcPts val="0"/>
              </a:spcBef>
              <a:spcAft>
                <a:spcPts val="0"/>
              </a:spcAft>
              <a:buClr>
                <a:srgbClr val="000000"/>
              </a:buClr>
              <a:buSzPts val="800"/>
              <a:buFont typeface="Arial Narrow"/>
              <a:buNone/>
              <a:defRPr sz="1067" b="0" i="0" u="none" strike="noStrike" cap="none">
                <a:solidFill>
                  <a:srgbClr val="000000"/>
                </a:solidFill>
                <a:latin typeface="Arial Narrow"/>
                <a:ea typeface="Arial Narrow"/>
                <a:cs typeface="Arial Narrow"/>
                <a:sym typeface="Arial Narrow"/>
              </a:defRPr>
            </a:lvl1pPr>
            <a:lvl2pPr marL="0" marR="0" lvl="1" indent="0" algn="r" rtl="0">
              <a:spcBef>
                <a:spcPts val="0"/>
              </a:spcBef>
              <a:spcAft>
                <a:spcPts val="0"/>
              </a:spcAft>
              <a:buClr>
                <a:srgbClr val="000000"/>
              </a:buClr>
              <a:buSzPts val="800"/>
              <a:buFont typeface="Arial Narrow"/>
              <a:buNone/>
              <a:defRPr sz="1067" b="0" i="0" u="none" strike="noStrike" cap="none">
                <a:solidFill>
                  <a:srgbClr val="000000"/>
                </a:solidFill>
                <a:latin typeface="Arial Narrow"/>
                <a:ea typeface="Arial Narrow"/>
                <a:cs typeface="Arial Narrow"/>
                <a:sym typeface="Arial Narrow"/>
              </a:defRPr>
            </a:lvl2pPr>
            <a:lvl3pPr marL="0" marR="0" lvl="2" indent="0" algn="r" rtl="0">
              <a:spcBef>
                <a:spcPts val="0"/>
              </a:spcBef>
              <a:spcAft>
                <a:spcPts val="0"/>
              </a:spcAft>
              <a:buClr>
                <a:srgbClr val="000000"/>
              </a:buClr>
              <a:buSzPts val="800"/>
              <a:buFont typeface="Arial Narrow"/>
              <a:buNone/>
              <a:defRPr sz="1067" b="0" i="0" u="none" strike="noStrike" cap="none">
                <a:solidFill>
                  <a:srgbClr val="000000"/>
                </a:solidFill>
                <a:latin typeface="Arial Narrow"/>
                <a:ea typeface="Arial Narrow"/>
                <a:cs typeface="Arial Narrow"/>
                <a:sym typeface="Arial Narrow"/>
              </a:defRPr>
            </a:lvl3pPr>
            <a:lvl4pPr marL="0" marR="0" lvl="3" indent="0" algn="r" rtl="0">
              <a:spcBef>
                <a:spcPts val="0"/>
              </a:spcBef>
              <a:spcAft>
                <a:spcPts val="0"/>
              </a:spcAft>
              <a:buClr>
                <a:srgbClr val="000000"/>
              </a:buClr>
              <a:buSzPts val="800"/>
              <a:buFont typeface="Arial Narrow"/>
              <a:buNone/>
              <a:defRPr sz="1067" b="0" i="0" u="none" strike="noStrike" cap="none">
                <a:solidFill>
                  <a:srgbClr val="000000"/>
                </a:solidFill>
                <a:latin typeface="Arial Narrow"/>
                <a:ea typeface="Arial Narrow"/>
                <a:cs typeface="Arial Narrow"/>
                <a:sym typeface="Arial Narrow"/>
              </a:defRPr>
            </a:lvl4pPr>
            <a:lvl5pPr marL="0" marR="0" lvl="4" indent="0" algn="r" rtl="0">
              <a:spcBef>
                <a:spcPts val="0"/>
              </a:spcBef>
              <a:spcAft>
                <a:spcPts val="0"/>
              </a:spcAft>
              <a:buClr>
                <a:srgbClr val="000000"/>
              </a:buClr>
              <a:buSzPts val="800"/>
              <a:buFont typeface="Arial Narrow"/>
              <a:buNone/>
              <a:defRPr sz="1067" b="0" i="0" u="none" strike="noStrike" cap="none">
                <a:solidFill>
                  <a:srgbClr val="000000"/>
                </a:solidFill>
                <a:latin typeface="Arial Narrow"/>
                <a:ea typeface="Arial Narrow"/>
                <a:cs typeface="Arial Narrow"/>
                <a:sym typeface="Arial Narrow"/>
              </a:defRPr>
            </a:lvl5pPr>
            <a:lvl6pPr marL="0" marR="0" lvl="5" indent="0" algn="r" rtl="0">
              <a:spcBef>
                <a:spcPts val="0"/>
              </a:spcBef>
              <a:spcAft>
                <a:spcPts val="0"/>
              </a:spcAft>
              <a:buClr>
                <a:srgbClr val="000000"/>
              </a:buClr>
              <a:buSzPts val="800"/>
              <a:buFont typeface="Arial Narrow"/>
              <a:buNone/>
              <a:defRPr sz="1067" b="0" i="0" u="none" strike="noStrike" cap="none">
                <a:solidFill>
                  <a:srgbClr val="000000"/>
                </a:solidFill>
                <a:latin typeface="Arial Narrow"/>
                <a:ea typeface="Arial Narrow"/>
                <a:cs typeface="Arial Narrow"/>
                <a:sym typeface="Arial Narrow"/>
              </a:defRPr>
            </a:lvl6pPr>
            <a:lvl7pPr marL="0" marR="0" lvl="6" indent="0" algn="r" rtl="0">
              <a:spcBef>
                <a:spcPts val="0"/>
              </a:spcBef>
              <a:spcAft>
                <a:spcPts val="0"/>
              </a:spcAft>
              <a:buClr>
                <a:srgbClr val="000000"/>
              </a:buClr>
              <a:buSzPts val="800"/>
              <a:buFont typeface="Arial Narrow"/>
              <a:buNone/>
              <a:defRPr sz="1067" b="0" i="0" u="none" strike="noStrike" cap="none">
                <a:solidFill>
                  <a:srgbClr val="000000"/>
                </a:solidFill>
                <a:latin typeface="Arial Narrow"/>
                <a:ea typeface="Arial Narrow"/>
                <a:cs typeface="Arial Narrow"/>
                <a:sym typeface="Arial Narrow"/>
              </a:defRPr>
            </a:lvl7pPr>
            <a:lvl8pPr marL="0" marR="0" lvl="7" indent="0" algn="r" rtl="0">
              <a:spcBef>
                <a:spcPts val="0"/>
              </a:spcBef>
              <a:spcAft>
                <a:spcPts val="0"/>
              </a:spcAft>
              <a:buClr>
                <a:srgbClr val="000000"/>
              </a:buClr>
              <a:buSzPts val="800"/>
              <a:buFont typeface="Arial Narrow"/>
              <a:buNone/>
              <a:defRPr sz="1067" b="0" i="0" u="none" strike="noStrike" cap="none">
                <a:solidFill>
                  <a:srgbClr val="000000"/>
                </a:solidFill>
                <a:latin typeface="Arial Narrow"/>
                <a:ea typeface="Arial Narrow"/>
                <a:cs typeface="Arial Narrow"/>
                <a:sym typeface="Arial Narrow"/>
              </a:defRPr>
            </a:lvl8pPr>
            <a:lvl9pPr marL="0" marR="0" lvl="8" indent="0" algn="r" rtl="0">
              <a:spcBef>
                <a:spcPts val="0"/>
              </a:spcBef>
              <a:spcAft>
                <a:spcPts val="0"/>
              </a:spcAft>
              <a:buClr>
                <a:srgbClr val="000000"/>
              </a:buClr>
              <a:buSzPts val="800"/>
              <a:buFont typeface="Arial Narrow"/>
              <a:buNone/>
              <a:defRPr sz="1067" b="0" i="0" u="none" strike="noStrike" cap="none">
                <a:solidFill>
                  <a:srgbClr val="000000"/>
                </a:solidFill>
                <a:latin typeface="Arial Narrow"/>
                <a:ea typeface="Arial Narrow"/>
                <a:cs typeface="Arial Narrow"/>
                <a:sym typeface="Arial Narrow"/>
              </a:defRPr>
            </a:lvl9pPr>
          </a:lstStyle>
          <a:p>
            <a:r>
              <a:rPr lang="en-US"/>
              <a:t>U.S. Department of Commerce | National Oceanic and Atmospheric Administration | National Marine Fisheries Service | Page </a:t>
            </a:r>
            <a:fld id="{00000000-1234-1234-1234-123412341234}" type="slidenum">
              <a:rPr lang="en-US" smtClean="0"/>
              <a:pPr/>
              <a:t>‹#›</a:t>
            </a:fld>
            <a:endParaRPr lang="en-US"/>
          </a:p>
        </p:txBody>
      </p:sp>
      <p:sp>
        <p:nvSpPr>
          <p:cNvPr id="49" name="Google Shape;49;p31"/>
          <p:cNvSpPr/>
          <p:nvPr/>
        </p:nvSpPr>
        <p:spPr>
          <a:xfrm>
            <a:off x="0" y="0"/>
            <a:ext cx="12192000" cy="91440"/>
          </a:xfrm>
          <a:prstGeom prst="rect">
            <a:avLst/>
          </a:prstGeom>
          <a:solidFill>
            <a:schemeClr val="dk2"/>
          </a:solidFill>
          <a:ln>
            <a:noFill/>
          </a:ln>
        </p:spPr>
        <p:txBody>
          <a:bodyPr spcFirstLastPara="1" wrap="square" lIns="121900" tIns="60933" rIns="121900" bIns="60933" anchor="ctr" anchorCtr="0">
            <a:noAutofit/>
          </a:bodyPr>
          <a:lstStyle/>
          <a:p>
            <a:pPr marL="0" marR="0" lvl="0" indent="0" algn="ctr" rtl="0">
              <a:spcBef>
                <a:spcPts val="0"/>
              </a:spcBef>
              <a:spcAft>
                <a:spcPts val="0"/>
              </a:spcAft>
              <a:buClr>
                <a:schemeClr val="dk1"/>
              </a:buClr>
              <a:buSzPts val="1800"/>
              <a:buFont typeface="Arial"/>
              <a:buNone/>
            </a:pPr>
            <a:endParaRPr sz="2400" b="0" i="0" u="none" strike="noStrike" cap="none">
              <a:solidFill>
                <a:schemeClr val="lt1"/>
              </a:solidFill>
              <a:latin typeface="Arial Narrow"/>
              <a:ea typeface="Arial Narrow"/>
              <a:cs typeface="Arial Narrow"/>
              <a:sym typeface="Arial Narrow"/>
            </a:endParaRPr>
          </a:p>
        </p:txBody>
      </p:sp>
      <p:pic>
        <p:nvPicPr>
          <p:cNvPr id="50" name="Google Shape;50;p31" descr="NOAA-Fisheries-horizontal.png"/>
          <p:cNvPicPr preferRelativeResize="0"/>
          <p:nvPr/>
        </p:nvPicPr>
        <p:blipFill rotWithShape="1">
          <a:blip r:embed="rId3">
            <a:alphaModFix/>
          </a:blip>
          <a:srcRect/>
          <a:stretch/>
        </p:blipFill>
        <p:spPr>
          <a:xfrm>
            <a:off x="609602" y="6414349"/>
            <a:ext cx="1701401" cy="402336"/>
          </a:xfrm>
          <a:prstGeom prst="rect">
            <a:avLst/>
          </a:prstGeom>
          <a:noFill/>
          <a:ln>
            <a:noFill/>
          </a:ln>
        </p:spPr>
      </p:pic>
    </p:spTree>
    <p:extLst>
      <p:ext uri="{BB962C8B-B14F-4D97-AF65-F5344CB8AC3E}">
        <p14:creationId xmlns:p14="http://schemas.microsoft.com/office/powerpoint/2010/main" val="2006506349"/>
      </p:ext>
    </p:extLst>
  </p:cSld>
  <p:clrMap bg1="lt1" tx1="dk1" bg2="dk2" tx2="lt2" accent1="accent1" accent2="accent2" accent3="accent3" accent4="accent4" accent5="accent5" accent6="accent6" hlink="hlink" folHlink="folHlink"/>
  <p:sldLayoutIdLst>
    <p:sldLayoutId id="2147483745" r:id="rId1"/>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E24D63-3C60-4BBE-B616-0BD773C16C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91F1AC2-2325-43F7-96D3-F5A99FA637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82C16A-A986-4E3F-97A0-D7B983587F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90C5E9-B3E8-4794-83EA-537C35117230}" type="datetimeFigureOut">
              <a:rPr lang="en-US" smtClean="0"/>
              <a:t>9/8/2026</a:t>
            </a:fld>
            <a:endParaRPr lang="en-US"/>
          </a:p>
        </p:txBody>
      </p:sp>
      <p:sp>
        <p:nvSpPr>
          <p:cNvPr id="5" name="Footer Placeholder 4">
            <a:extLst>
              <a:ext uri="{FF2B5EF4-FFF2-40B4-BE49-F238E27FC236}">
                <a16:creationId xmlns:a16="http://schemas.microsoft.com/office/drawing/2014/main" id="{1FF8A871-8932-478B-A3CE-683F0E7C53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0724700-F3EA-46E5-A578-E9F662B5CC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D53C23-F9DB-4784-9357-0643AAC21A46}" type="slidenum">
              <a:rPr lang="en-US" smtClean="0"/>
              <a:t>‹#›</a:t>
            </a:fld>
            <a:endParaRPr lang="en-US"/>
          </a:p>
        </p:txBody>
      </p:sp>
    </p:spTree>
    <p:extLst>
      <p:ext uri="{BB962C8B-B14F-4D97-AF65-F5344CB8AC3E}">
        <p14:creationId xmlns:p14="http://schemas.microsoft.com/office/powerpoint/2010/main" val="1938133681"/>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4.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5.xml"/><Relationship Id="rId1" Type="http://schemas.openxmlformats.org/officeDocument/2006/relationships/tags" Target="../tags/tag1.xml"/><Relationship Id="rId5" Type="http://schemas.openxmlformats.org/officeDocument/2006/relationships/image" Target="../media/image22.png"/><Relationship Id="rId4" Type="http://schemas.openxmlformats.org/officeDocument/2006/relationships/image" Target="../media/image21.jpeg"/></Relationships>
</file>

<file path=ppt/slides/_rels/slide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5.xml"/><Relationship Id="rId5" Type="http://schemas.openxmlformats.org/officeDocument/2006/relationships/image" Target="../media/image26.png"/><Relationship Id="rId4" Type="http://schemas.openxmlformats.org/officeDocument/2006/relationships/image" Target="../media/image25.png"/></Relationships>
</file>

<file path=ppt/slides/_rels/slide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5.xml"/><Relationship Id="rId4" Type="http://schemas.openxmlformats.org/officeDocument/2006/relationships/hyperlink" Target="https://doi.org/10.1111/eva.70174Digital%20Object%20Identifier%20(DOI)"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doi.org/10.1111/eva.70174Digital%20Object%20Identifier%20(DOI)" TargetMode="External"/><Relationship Id="rId2" Type="http://schemas.openxmlformats.org/officeDocument/2006/relationships/image" Target="../media/image28.png"/><Relationship Id="rId1" Type="http://schemas.openxmlformats.org/officeDocument/2006/relationships/slideLayout" Target="../slideLayouts/slideLayout65.xml"/><Relationship Id="rId5" Type="http://schemas.openxmlformats.org/officeDocument/2006/relationships/image" Target="../media/image30.png"/><Relationship Id="rId4" Type="http://schemas.openxmlformats.org/officeDocument/2006/relationships/image" Target="../media/image29.png"/></Relationships>
</file>

<file path=ppt/slides/_rels/slide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8.png"/><Relationship Id="rId1" Type="http://schemas.openxmlformats.org/officeDocument/2006/relationships/slideLayout" Target="../slideLayouts/slideLayout65.xml"/></Relationships>
</file>

<file path=ppt/slides/_rels/slide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65.xml"/><Relationship Id="rId5" Type="http://schemas.openxmlformats.org/officeDocument/2006/relationships/image" Target="../media/image34.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8.png"/><Relationship Id="rId1" Type="http://schemas.openxmlformats.org/officeDocument/2006/relationships/slideLayout" Target="../slideLayouts/slideLayout65.xml"/></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6.png"/><Relationship Id="rId1" Type="http://schemas.openxmlformats.org/officeDocument/2006/relationships/slideLayout" Target="../slideLayouts/slideLayout65.xml"/></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8.png"/><Relationship Id="rId1" Type="http://schemas.openxmlformats.org/officeDocument/2006/relationships/slideLayout" Target="../slideLayouts/slideLayout65.xml"/></Relationships>
</file>

<file path=ppt/slides/_rels/slide1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28.png"/><Relationship Id="rId1" Type="http://schemas.openxmlformats.org/officeDocument/2006/relationships/slideLayout" Target="../slideLayouts/slideLayout65.xml"/><Relationship Id="rId4" Type="http://schemas.openxmlformats.org/officeDocument/2006/relationships/image" Target="../media/image39.png"/></Relationships>
</file>

<file path=ppt/slides/_rels/slide1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5.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1.png"/><Relationship Id="rId1" Type="http://schemas.openxmlformats.org/officeDocument/2006/relationships/slideLayout" Target="../slideLayouts/slideLayout65.xml"/><Relationship Id="rId4" Type="http://schemas.openxmlformats.org/officeDocument/2006/relationships/image" Target="../media/image42.png"/></Relationships>
</file>

<file path=ppt/slides/_rels/slide1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28.png"/><Relationship Id="rId1" Type="http://schemas.openxmlformats.org/officeDocument/2006/relationships/slideLayout" Target="../slideLayouts/slideLayout65.xml"/><Relationship Id="rId4" Type="http://schemas.openxmlformats.org/officeDocument/2006/relationships/image" Target="../media/image44.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5.png"/><Relationship Id="rId1" Type="http://schemas.openxmlformats.org/officeDocument/2006/relationships/slideLayout" Target="../slideLayouts/slideLayout65.xml"/><Relationship Id="rId4" Type="http://schemas.openxmlformats.org/officeDocument/2006/relationships/image" Target="../media/image46.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7.png"/><Relationship Id="rId1" Type="http://schemas.openxmlformats.org/officeDocument/2006/relationships/slideLayout" Target="../slideLayouts/slideLayout65.xml"/><Relationship Id="rId4" Type="http://schemas.openxmlformats.org/officeDocument/2006/relationships/image" Target="../media/image48.png"/></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5.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5.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5.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5.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5.xml"/></Relationships>
</file>

<file path=ppt/slides/_rels/slide22.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6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5.xml"/><Relationship Id="rId5" Type="http://schemas.openxmlformats.org/officeDocument/2006/relationships/image" Target="../media/image53.png"/><Relationship Id="rId4" Type="http://schemas.openxmlformats.org/officeDocument/2006/relationships/image" Target="../media/image52.png"/></Relationships>
</file>

<file path=ppt/slides/_rels/slide2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54.png"/><Relationship Id="rId1" Type="http://schemas.openxmlformats.org/officeDocument/2006/relationships/slideLayout" Target="../slideLayouts/slideLayout5.xml"/><Relationship Id="rId5" Type="http://schemas.openxmlformats.org/officeDocument/2006/relationships/image" Target="../media/image57.png"/><Relationship Id="rId4" Type="http://schemas.openxmlformats.org/officeDocument/2006/relationships/image" Target="../media/image56.png"/></Relationships>
</file>

<file path=ppt/slides/_rels/slide2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8.png"/><Relationship Id="rId1" Type="http://schemas.openxmlformats.org/officeDocument/2006/relationships/slideLayout" Target="../slideLayouts/slideLayout5.xml"/><Relationship Id="rId5" Type="http://schemas.openxmlformats.org/officeDocument/2006/relationships/image" Target="../media/image61.png"/><Relationship Id="rId4" Type="http://schemas.openxmlformats.org/officeDocument/2006/relationships/image" Target="../media/image60.png"/></Relationships>
</file>

<file path=ppt/slides/_rels/slide3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58.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58.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58.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66.svg"/><Relationship Id="rId2" Type="http://schemas.openxmlformats.org/officeDocument/2006/relationships/image" Target="../media/image65.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5.xml"/><Relationship Id="rId4" Type="http://schemas.openxmlformats.org/officeDocument/2006/relationships/image" Target="../media/image73.png"/></Relationships>
</file>

<file path=ppt/slides/_rels/slide4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0512AF8-6D64-4C27-A074-B0543CB41AB4}"/>
              </a:ext>
            </a:extLst>
          </p:cNvPr>
          <p:cNvSpPr txBox="1"/>
          <p:nvPr/>
        </p:nvSpPr>
        <p:spPr>
          <a:xfrm>
            <a:off x="266766" y="2183217"/>
            <a:ext cx="4576959" cy="193899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Steve Barbeaux and Pete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Hulson</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Joint NPFMC Groundfish Plan Team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September 9, 2026</a:t>
            </a:r>
          </a:p>
        </p:txBody>
      </p:sp>
      <p:pic>
        <p:nvPicPr>
          <p:cNvPr id="6" name="Picture 5">
            <a:extLst>
              <a:ext uri="{FF2B5EF4-FFF2-40B4-BE49-F238E27FC236}">
                <a16:creationId xmlns:a16="http://schemas.microsoft.com/office/drawing/2014/main" id="{5873B909-69B7-4FDE-9C59-619F1433826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65093" y="4436115"/>
            <a:ext cx="2180303" cy="2180303"/>
          </a:xfrm>
          <a:prstGeom prst="rect">
            <a:avLst/>
          </a:prstGeom>
        </p:spPr>
      </p:pic>
      <p:sp>
        <p:nvSpPr>
          <p:cNvPr id="9" name="TextBox 8">
            <a:extLst>
              <a:ext uri="{FF2B5EF4-FFF2-40B4-BE49-F238E27FC236}">
                <a16:creationId xmlns:a16="http://schemas.microsoft.com/office/drawing/2014/main" id="{5E8693C1-6DDC-4112-9730-BE6650E4195E}"/>
              </a:ext>
            </a:extLst>
          </p:cNvPr>
          <p:cNvSpPr txBox="1"/>
          <p:nvPr/>
        </p:nvSpPr>
        <p:spPr>
          <a:xfrm>
            <a:off x="266766" y="449036"/>
            <a:ext cx="4792436"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Pacific cod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in Space and Time</a:t>
            </a:r>
          </a:p>
        </p:txBody>
      </p:sp>
      <p:pic>
        <p:nvPicPr>
          <p:cNvPr id="10" name="Picture 9">
            <a:extLst>
              <a:ext uri="{FF2B5EF4-FFF2-40B4-BE49-F238E27FC236}">
                <a16:creationId xmlns:a16="http://schemas.microsoft.com/office/drawing/2014/main" id="{CBB116DF-23E2-4CEB-80A6-36D760F59761}"/>
              </a:ext>
            </a:extLst>
          </p:cNvPr>
          <p:cNvPicPr>
            <a:picLocks noChangeAspect="1"/>
          </p:cNvPicPr>
          <p:nvPr/>
        </p:nvPicPr>
        <p:blipFill>
          <a:blip r:embed="rId3"/>
          <a:stretch>
            <a:fillRect/>
          </a:stretch>
        </p:blipFill>
        <p:spPr>
          <a:xfrm>
            <a:off x="5334000" y="0"/>
            <a:ext cx="6858000" cy="6858000"/>
          </a:xfrm>
          <a:prstGeom prst="rect">
            <a:avLst/>
          </a:prstGeom>
        </p:spPr>
      </p:pic>
    </p:spTree>
    <p:extLst>
      <p:ext uri="{BB962C8B-B14F-4D97-AF65-F5344CB8AC3E}">
        <p14:creationId xmlns:p14="http://schemas.microsoft.com/office/powerpoint/2010/main" val="37972985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https://www.pnas.org/content/pnas/115/52/13288/F1.large.jpg?width=800&amp;height=600&amp;carousel=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3446" y="2945761"/>
            <a:ext cx="6826606" cy="2773308"/>
          </a:xfrm>
          <a:prstGeom prst="rect">
            <a:avLst/>
          </a:prstGeom>
          <a:noFill/>
          <a:extLst>
            <a:ext uri="{909E8E84-426E-40DD-AFC4-6F175D3DCCD1}">
              <a14:hiddenFill xmlns:a14="http://schemas.microsoft.com/office/drawing/2010/main">
                <a:solidFill>
                  <a:srgbClr val="FFFFFF"/>
                </a:solidFill>
              </a14:hiddenFill>
            </a:ext>
          </a:extLst>
        </p:spPr>
      </p:pic>
      <p:sp>
        <p:nvSpPr>
          <p:cNvPr id="30" name="Rectangle 29">
            <a:extLst>
              <a:ext uri="{FF2B5EF4-FFF2-40B4-BE49-F238E27FC236}">
                <a16:creationId xmlns:a16="http://schemas.microsoft.com/office/drawing/2014/main" id="{D5ACFFA3-436C-4D52-91AB-75C23FB683A4}"/>
              </a:ext>
            </a:extLst>
          </p:cNvPr>
          <p:cNvSpPr/>
          <p:nvPr/>
        </p:nvSpPr>
        <p:spPr>
          <a:xfrm>
            <a:off x="8639248" y="3936152"/>
            <a:ext cx="550923" cy="2352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Rectangle 28">
            <a:extLst>
              <a:ext uri="{FF2B5EF4-FFF2-40B4-BE49-F238E27FC236}">
                <a16:creationId xmlns:a16="http://schemas.microsoft.com/office/drawing/2014/main" id="{3DD7F6B2-9458-4631-9818-C9425A6E01B8}"/>
              </a:ext>
            </a:extLst>
          </p:cNvPr>
          <p:cNvSpPr/>
          <p:nvPr/>
        </p:nvSpPr>
        <p:spPr>
          <a:xfrm>
            <a:off x="6985200" y="3893127"/>
            <a:ext cx="550923" cy="2352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 name="Picture 1"/>
          <p:cNvPicPr>
            <a:picLocks noChangeAspect="1"/>
          </p:cNvPicPr>
          <p:nvPr/>
        </p:nvPicPr>
        <p:blipFill>
          <a:blip r:embed="rId5"/>
          <a:stretch>
            <a:fillRect/>
          </a:stretch>
        </p:blipFill>
        <p:spPr>
          <a:xfrm>
            <a:off x="97286" y="55719"/>
            <a:ext cx="4273868" cy="4243341"/>
          </a:xfrm>
          <a:prstGeom prst="rect">
            <a:avLst/>
          </a:prstGeom>
        </p:spPr>
      </p:pic>
      <p:sp>
        <p:nvSpPr>
          <p:cNvPr id="7" name="Text Placeholder 3"/>
          <p:cNvSpPr txBox="1">
            <a:spLocks/>
          </p:cNvSpPr>
          <p:nvPr/>
        </p:nvSpPr>
        <p:spPr>
          <a:xfrm>
            <a:off x="2209802" y="5506520"/>
            <a:ext cx="6375399" cy="1173511"/>
          </a:xfrm>
          <a:prstGeom prst="rect">
            <a:avLst/>
          </a:prstGeom>
        </p:spPr>
        <p:txBody>
          <a:bodyPr>
            <a:noAutofit/>
          </a:bodyPr>
          <a:lstStyle>
            <a:lvl1pPr marL="182875" indent="-182875" algn="l" defTabSz="914377" rtl="0" eaLnBrk="1" latinLnBrk="0" hangingPunct="1">
              <a:lnSpc>
                <a:spcPct val="95000"/>
              </a:lnSpc>
              <a:spcBef>
                <a:spcPts val="1400"/>
              </a:spcBef>
              <a:spcAft>
                <a:spcPts val="200"/>
              </a:spcAft>
              <a:buClr>
                <a:schemeClr val="accent1"/>
              </a:buClr>
              <a:buSzPct val="80000"/>
              <a:buFont typeface="Arial" pitchFamily="34" charset="0"/>
              <a:buChar char="•"/>
              <a:defRPr sz="1800" b="0" i="0" kern="1200" spc="11" baseline="0">
                <a:solidFill>
                  <a:schemeClr val="tx1"/>
                </a:solidFill>
                <a:latin typeface="Cambria" panose="02040503050406030204" pitchFamily="18" charset="0"/>
                <a:ea typeface="+mn-ea"/>
                <a:cs typeface="+mn-cs"/>
              </a:defRPr>
            </a:lvl1pPr>
            <a:lvl2pPr marL="457189" indent="-182875" algn="l" defTabSz="914377" rtl="0" eaLnBrk="1" latinLnBrk="0" hangingPunct="1">
              <a:lnSpc>
                <a:spcPct val="90000"/>
              </a:lnSpc>
              <a:spcBef>
                <a:spcPts val="300"/>
              </a:spcBef>
              <a:spcAft>
                <a:spcPts val="300"/>
              </a:spcAft>
              <a:buClr>
                <a:schemeClr val="accent1"/>
              </a:buClr>
              <a:buFont typeface="Wingdings 2" pitchFamily="18" charset="2"/>
              <a:buChar char=""/>
              <a:defRPr sz="1600" b="0" i="0" kern="1200">
                <a:solidFill>
                  <a:schemeClr val="tx1">
                    <a:lumMod val="85000"/>
                    <a:lumOff val="15000"/>
                  </a:schemeClr>
                </a:solidFill>
                <a:latin typeface="Cambria" panose="02040503050406030204" pitchFamily="18" charset="0"/>
                <a:ea typeface="+mn-ea"/>
                <a:cs typeface="+mn-cs"/>
              </a:defRPr>
            </a:lvl2pPr>
            <a:lvl3pPr marL="731502" indent="-182875" algn="l" defTabSz="914377" rtl="0" eaLnBrk="1" latinLnBrk="0" hangingPunct="1">
              <a:lnSpc>
                <a:spcPct val="90000"/>
              </a:lnSpc>
              <a:spcBef>
                <a:spcPts val="300"/>
              </a:spcBef>
              <a:spcAft>
                <a:spcPts val="300"/>
              </a:spcAft>
              <a:buClr>
                <a:schemeClr val="accent1"/>
              </a:buClr>
              <a:buFont typeface="Wingdings 2" pitchFamily="18" charset="2"/>
              <a:buChar char=""/>
              <a:defRPr sz="1400" b="0" i="0" kern="1200">
                <a:solidFill>
                  <a:schemeClr val="tx1">
                    <a:lumMod val="85000"/>
                    <a:lumOff val="15000"/>
                  </a:schemeClr>
                </a:solidFill>
                <a:latin typeface="Cambria" panose="02040503050406030204" pitchFamily="18" charset="0"/>
                <a:ea typeface="+mn-ea"/>
                <a:cs typeface="+mn-cs"/>
              </a:defRPr>
            </a:lvl3pPr>
            <a:lvl4pPr marL="1005815" indent="-182875" algn="l" defTabSz="914377" rtl="0" eaLnBrk="1" latinLnBrk="0" hangingPunct="1">
              <a:lnSpc>
                <a:spcPct val="90000"/>
              </a:lnSpc>
              <a:spcBef>
                <a:spcPts val="300"/>
              </a:spcBef>
              <a:spcAft>
                <a:spcPts val="300"/>
              </a:spcAft>
              <a:buClr>
                <a:schemeClr val="accent1"/>
              </a:buClr>
              <a:buFont typeface="Wingdings 2" pitchFamily="18" charset="2"/>
              <a:buChar char=""/>
              <a:defRPr sz="1400" b="0" i="0" kern="1200">
                <a:solidFill>
                  <a:schemeClr val="tx1">
                    <a:lumMod val="85000"/>
                    <a:lumOff val="15000"/>
                  </a:schemeClr>
                </a:solidFill>
                <a:latin typeface="Cambria" panose="02040503050406030204" pitchFamily="18" charset="0"/>
                <a:ea typeface="+mn-ea"/>
                <a:cs typeface="+mn-cs"/>
              </a:defRPr>
            </a:lvl4pPr>
            <a:lvl5pPr marL="1280128" indent="-182875" algn="l" defTabSz="914377" rtl="0" eaLnBrk="1" latinLnBrk="0" hangingPunct="1">
              <a:lnSpc>
                <a:spcPct val="90000"/>
              </a:lnSpc>
              <a:spcBef>
                <a:spcPts val="300"/>
              </a:spcBef>
              <a:spcAft>
                <a:spcPts val="300"/>
              </a:spcAft>
              <a:buClr>
                <a:schemeClr val="accent1"/>
              </a:buClr>
              <a:buFont typeface="Wingdings 2" pitchFamily="18" charset="2"/>
              <a:buChar char=""/>
              <a:defRPr sz="1400" b="0" i="0" kern="1200">
                <a:solidFill>
                  <a:schemeClr val="tx1">
                    <a:lumMod val="85000"/>
                    <a:lumOff val="15000"/>
                  </a:schemeClr>
                </a:solidFill>
                <a:latin typeface="Cambria" panose="02040503050406030204" pitchFamily="18" charset="0"/>
                <a:ea typeface="+mn-ea"/>
                <a:cs typeface="+mn-cs"/>
              </a:defRPr>
            </a:lvl5pPr>
            <a:lvl6pPr marL="1599960" indent="-228594" algn="l" defTabSz="914377"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899953" indent="-228594" algn="l" defTabSz="914377"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199945" indent="-228594" algn="l" defTabSz="914377"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499938" indent="-228594" algn="l" defTabSz="914377"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182875" marR="0" lvl="0" indent="-182875" algn="l" defTabSz="914377" rtl="0" eaLnBrk="1" fontAlgn="auto" latinLnBrk="0" hangingPunct="1">
              <a:lnSpc>
                <a:spcPct val="100000"/>
              </a:lnSpc>
              <a:spcBef>
                <a:spcPts val="600"/>
              </a:spcBef>
              <a:spcAft>
                <a:spcPts val="0"/>
              </a:spcAft>
              <a:buClr>
                <a:srgbClr val="008998"/>
              </a:buClr>
              <a:buSzPct val="80000"/>
              <a:buFont typeface="Arial" pitchFamily="34" charset="0"/>
              <a:buChar char="•"/>
              <a:tabLst/>
              <a:defRPr/>
            </a:pPr>
            <a:endParaRPr kumimoji="0" lang="en-US" sz="1800" b="0" i="0" u="none" strike="noStrike" kern="1200" cap="none" spc="11" normalizeH="0" baseline="0" noProof="0" dirty="0">
              <a:ln>
                <a:noFill/>
              </a:ln>
              <a:solidFill>
                <a:srgbClr val="FFFFFF"/>
              </a:solidFill>
              <a:effectLst/>
              <a:uLnTx/>
              <a:uFillTx/>
              <a:latin typeface="Cambria" panose="02040503050406030204" pitchFamily="18" charset="0"/>
              <a:ea typeface="+mn-ea"/>
              <a:cs typeface="+mn-cs"/>
            </a:endParaRPr>
          </a:p>
        </p:txBody>
      </p:sp>
      <p:sp>
        <p:nvSpPr>
          <p:cNvPr id="8" name="Title 1"/>
          <p:cNvSpPr txBox="1">
            <a:spLocks/>
          </p:cNvSpPr>
          <p:nvPr/>
        </p:nvSpPr>
        <p:spPr>
          <a:xfrm>
            <a:off x="4502926" y="-354899"/>
            <a:ext cx="8823569" cy="821236"/>
          </a:xfrm>
          <a:prstGeom prst="rect">
            <a:avLst/>
          </a:prstGeom>
        </p:spPr>
        <p:txBody>
          <a:bodyPr vert="horz" lIns="91440" tIns="45720" rIns="91440" bIns="45720" rtlCol="0" anchor="b">
            <a:noAutofit/>
          </a:bodyPr>
          <a:lstStyle>
            <a:lvl1pPr algn="l" defTabSz="914377" rtl="0" eaLnBrk="1" latinLnBrk="0" hangingPunct="1">
              <a:lnSpc>
                <a:spcPct val="90000"/>
              </a:lnSpc>
              <a:spcBef>
                <a:spcPct val="0"/>
              </a:spcBef>
              <a:buNone/>
              <a:defRPr sz="4400" kern="1200" spc="-51" baseline="0">
                <a:solidFill>
                  <a:schemeClr val="tx2"/>
                </a:solidFill>
                <a:latin typeface="Cambria" panose="02040503050406030204" pitchFamily="18" charset="0"/>
                <a:ea typeface="+mj-ea"/>
                <a:cs typeface="+mj-cs"/>
              </a:defRPr>
            </a:lvl1pPr>
          </a:lstStyle>
          <a:p>
            <a:pPr marL="0" marR="0" lvl="0" indent="0" algn="l" defTabSz="914377"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51" normalizeH="0" baseline="0" noProof="0" dirty="0">
                <a:ln>
                  <a:noFill/>
                </a:ln>
                <a:solidFill>
                  <a:prstClr val="black"/>
                </a:solidFill>
                <a:effectLst/>
                <a:uLnTx/>
                <a:uFillTx/>
                <a:latin typeface="Cambria" panose="02040503050406030204" pitchFamily="18" charset="0"/>
                <a:ea typeface="+mj-ea"/>
                <a:cs typeface="+mj-cs"/>
              </a:rPr>
              <a:t>Pre-history of </a:t>
            </a:r>
            <a:r>
              <a:rPr kumimoji="0" lang="en-US" sz="2800" b="1" i="0" u="none" strike="noStrike" kern="1200" cap="none" spc="-51" normalizeH="0" baseline="0" noProof="0" dirty="0" err="1">
                <a:ln>
                  <a:noFill/>
                </a:ln>
                <a:solidFill>
                  <a:prstClr val="black"/>
                </a:solidFill>
                <a:effectLst/>
                <a:uLnTx/>
                <a:uFillTx/>
                <a:latin typeface="Cambria" panose="02040503050406030204" pitchFamily="18" charset="0"/>
                <a:ea typeface="+mj-ea"/>
                <a:cs typeface="+mj-cs"/>
              </a:rPr>
              <a:t>gadids</a:t>
            </a:r>
            <a:r>
              <a:rPr kumimoji="0" lang="en-US" sz="2800" b="1" i="0" u="none" strike="noStrike" kern="1200" cap="none" spc="-51" normalizeH="0" baseline="0" noProof="0" dirty="0">
                <a:ln>
                  <a:noFill/>
                </a:ln>
                <a:solidFill>
                  <a:prstClr val="black"/>
                </a:solidFill>
                <a:effectLst/>
                <a:uLnTx/>
                <a:uFillTx/>
                <a:latin typeface="Cambria" panose="02040503050406030204" pitchFamily="18" charset="0"/>
                <a:ea typeface="+mj-ea"/>
                <a:cs typeface="+mj-cs"/>
              </a:rPr>
              <a:t> in the Pacific Ocean</a:t>
            </a:r>
          </a:p>
        </p:txBody>
      </p:sp>
      <p:sp>
        <p:nvSpPr>
          <p:cNvPr id="6" name="TextBox 5"/>
          <p:cNvSpPr txBox="1"/>
          <p:nvPr/>
        </p:nvSpPr>
        <p:spPr>
          <a:xfrm>
            <a:off x="5057364" y="481544"/>
            <a:ext cx="6971151" cy="193899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Pacific cod and walleye pollock are both derived from an Atlantic cod common ancestor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Pliocene divergence</a:t>
            </a:r>
          </a:p>
          <a:p>
            <a:pPr marL="6286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Pacific cod ~4 million years</a:t>
            </a:r>
          </a:p>
          <a:p>
            <a:pPr marL="6286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Pollock ~3.8 million years</a:t>
            </a:r>
          </a:p>
        </p:txBody>
      </p:sp>
      <p:sp>
        <p:nvSpPr>
          <p:cNvPr id="9" name="TextBox 8"/>
          <p:cNvSpPr txBox="1"/>
          <p:nvPr/>
        </p:nvSpPr>
        <p:spPr>
          <a:xfrm>
            <a:off x="30783" y="5807927"/>
            <a:ext cx="11997732" cy="19082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Pre-history from genetic studies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Coulson, M.W., Marshall, H.D., Pepin, P. and </a:t>
            </a: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Carr</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S.M., 2006. Mitochondrial genomics of </a:t>
            </a: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gadine</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fishes: implications for taxonomy and biogeographic origins from whole-genome data sets. Genome, 49(9), pp.1115-1130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Árnason</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E. and </a:t>
            </a: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Halldórsdóttir</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K., 2019. </a:t>
            </a: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Codweb</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Whole-genome sequencing uncovers extensive reticulations fueling adaptation among Atlantic, Arctic, and Pacific </a:t>
            </a: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gadids</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Science advances, 5(3), p.eaat8788.</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TextBox 11"/>
          <p:cNvSpPr txBox="1"/>
          <p:nvPr/>
        </p:nvSpPr>
        <p:spPr>
          <a:xfrm>
            <a:off x="10724273" y="5684816"/>
            <a:ext cx="1205779"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Burke et al. (2018.) </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Box 12"/>
          <p:cNvSpPr txBox="1"/>
          <p:nvPr/>
        </p:nvSpPr>
        <p:spPr>
          <a:xfrm>
            <a:off x="326191" y="3828511"/>
            <a:ext cx="1782860"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err="1">
                <a:ln>
                  <a:noFill/>
                </a:ln>
                <a:solidFill>
                  <a:prstClr val="black"/>
                </a:solidFill>
                <a:effectLst/>
                <a:uLnTx/>
                <a:uFillTx/>
                <a:latin typeface="Calibri" panose="020F0502020204030204"/>
                <a:ea typeface="+mn-ea"/>
                <a:cs typeface="+mn-cs"/>
              </a:rPr>
              <a:t>Árnason</a:t>
            </a:r>
            <a:r>
              <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rPr>
              <a:t> and </a:t>
            </a:r>
            <a:r>
              <a:rPr kumimoji="0" lang="en-US" sz="900" b="0" i="0" u="none" strike="noStrike" kern="1200" cap="none" spc="0" normalizeH="0" baseline="0" noProof="0" dirty="0" err="1">
                <a:ln>
                  <a:noFill/>
                </a:ln>
                <a:solidFill>
                  <a:prstClr val="black"/>
                </a:solidFill>
                <a:effectLst/>
                <a:uLnTx/>
                <a:uFillTx/>
                <a:latin typeface="Calibri" panose="020F0502020204030204"/>
                <a:ea typeface="+mn-ea"/>
                <a:cs typeface="+mn-cs"/>
              </a:rPr>
              <a:t>Halldórsdóttir</a:t>
            </a:r>
            <a:r>
              <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rPr>
              <a:t> (2019)</a:t>
            </a:r>
          </a:p>
        </p:txBody>
      </p:sp>
      <p:cxnSp>
        <p:nvCxnSpPr>
          <p:cNvPr id="34" name="Straight Connector 33"/>
          <p:cNvCxnSpPr/>
          <p:nvPr/>
        </p:nvCxnSpPr>
        <p:spPr>
          <a:xfrm flipH="1" flipV="1">
            <a:off x="3068321" y="1072343"/>
            <a:ext cx="184728" cy="840509"/>
          </a:xfrm>
          <a:prstGeom prst="line">
            <a:avLst/>
          </a:prstGeom>
          <a:ln w="38100"/>
        </p:spPr>
        <p:style>
          <a:lnRef idx="1">
            <a:schemeClr val="accent6"/>
          </a:lnRef>
          <a:fillRef idx="0">
            <a:schemeClr val="accent6"/>
          </a:fillRef>
          <a:effectRef idx="0">
            <a:schemeClr val="accent6"/>
          </a:effectRef>
          <a:fontRef idx="minor">
            <a:schemeClr val="tx1"/>
          </a:fontRef>
        </p:style>
      </p:cxnSp>
      <p:cxnSp>
        <p:nvCxnSpPr>
          <p:cNvPr id="37" name="Straight Connector 36"/>
          <p:cNvCxnSpPr/>
          <p:nvPr/>
        </p:nvCxnSpPr>
        <p:spPr>
          <a:xfrm flipH="1" flipV="1">
            <a:off x="3132976" y="1349700"/>
            <a:ext cx="127089" cy="586508"/>
          </a:xfrm>
          <a:prstGeom prst="line">
            <a:avLst/>
          </a:prstGeom>
          <a:ln w="19050">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42" name="Straight Arrow Connector 41"/>
          <p:cNvCxnSpPr/>
          <p:nvPr/>
        </p:nvCxnSpPr>
        <p:spPr>
          <a:xfrm flipH="1" flipV="1">
            <a:off x="888541" y="869142"/>
            <a:ext cx="2179781" cy="212436"/>
          </a:xfrm>
          <a:prstGeom prst="straightConnector1">
            <a:avLst/>
          </a:prstGeom>
          <a:ln w="3175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flipH="1">
            <a:off x="990141" y="1364371"/>
            <a:ext cx="2142834" cy="40481"/>
          </a:xfrm>
          <a:prstGeom prst="straightConnector1">
            <a:avLst/>
          </a:prstGeom>
          <a:ln w="254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49" name="Rectangle 48"/>
          <p:cNvSpPr/>
          <p:nvPr/>
        </p:nvSpPr>
        <p:spPr>
          <a:xfrm>
            <a:off x="5347856" y="3740727"/>
            <a:ext cx="341745"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Rectangle 53"/>
          <p:cNvSpPr/>
          <p:nvPr/>
        </p:nvSpPr>
        <p:spPr>
          <a:xfrm>
            <a:off x="7775162" y="3672624"/>
            <a:ext cx="341745"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 name="Rectangle 54"/>
          <p:cNvSpPr/>
          <p:nvPr/>
        </p:nvSpPr>
        <p:spPr>
          <a:xfrm>
            <a:off x="8743839" y="3689927"/>
            <a:ext cx="341745"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2" name="Oval 51"/>
          <p:cNvSpPr/>
          <p:nvPr/>
        </p:nvSpPr>
        <p:spPr>
          <a:xfrm>
            <a:off x="9265445" y="4225361"/>
            <a:ext cx="269081" cy="14423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p:cNvSpPr/>
          <p:nvPr/>
        </p:nvSpPr>
        <p:spPr>
          <a:xfrm>
            <a:off x="7008360" y="3060361"/>
            <a:ext cx="128816" cy="2403084"/>
          </a:xfrm>
          <a:prstGeom prst="rect">
            <a:avLst/>
          </a:prstGeom>
          <a:solidFill>
            <a:schemeClr val="accent6">
              <a:lumMod val="7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 name="Rectangle 49"/>
          <p:cNvSpPr/>
          <p:nvPr/>
        </p:nvSpPr>
        <p:spPr>
          <a:xfrm>
            <a:off x="7071956" y="3039319"/>
            <a:ext cx="55449" cy="2403084"/>
          </a:xfrm>
          <a:prstGeom prst="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7" name="Rectangle 56"/>
          <p:cNvSpPr/>
          <p:nvPr/>
        </p:nvSpPr>
        <p:spPr>
          <a:xfrm>
            <a:off x="9931246" y="3929404"/>
            <a:ext cx="550923" cy="2352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8" name="Rectangle 57"/>
          <p:cNvSpPr/>
          <p:nvPr/>
        </p:nvSpPr>
        <p:spPr>
          <a:xfrm>
            <a:off x="9143999" y="4297680"/>
            <a:ext cx="92869" cy="600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60" name="Straight Connector 59"/>
          <p:cNvCxnSpPr>
            <a:cxnSpLocks/>
          </p:cNvCxnSpPr>
          <p:nvPr/>
        </p:nvCxnSpPr>
        <p:spPr>
          <a:xfrm flipH="1">
            <a:off x="9177338" y="4357686"/>
            <a:ext cx="88107" cy="102395"/>
          </a:xfrm>
          <a:prstGeom prst="line">
            <a:avLst/>
          </a:prstGeom>
          <a:ln>
            <a:solidFill>
              <a:srgbClr val="9B9B9B"/>
            </a:solidFill>
          </a:ln>
        </p:spPr>
        <p:style>
          <a:lnRef idx="1">
            <a:schemeClr val="accent1"/>
          </a:lnRef>
          <a:fillRef idx="0">
            <a:schemeClr val="accent1"/>
          </a:fillRef>
          <a:effectRef idx="0">
            <a:schemeClr val="accent1"/>
          </a:effectRef>
          <a:fontRef idx="minor">
            <a:schemeClr val="tx1"/>
          </a:fontRef>
        </p:style>
      </p:cxnSp>
      <p:sp>
        <p:nvSpPr>
          <p:cNvPr id="61" name="Rectangle 60"/>
          <p:cNvSpPr/>
          <p:nvPr/>
        </p:nvSpPr>
        <p:spPr>
          <a:xfrm>
            <a:off x="8639248" y="3077433"/>
            <a:ext cx="140789" cy="2404148"/>
          </a:xfrm>
          <a:prstGeom prst="rect">
            <a:avLst/>
          </a:prstGeom>
          <a:solidFill>
            <a:schemeClr val="tx1">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39FD6B5D-C84F-4F19-8475-33E6492DD810}"/>
              </a:ext>
            </a:extLst>
          </p:cNvPr>
          <p:cNvSpPr/>
          <p:nvPr/>
        </p:nvSpPr>
        <p:spPr>
          <a:xfrm>
            <a:off x="5440104" y="4045316"/>
            <a:ext cx="550923" cy="2352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Rectangle 31"/>
          <p:cNvSpPr/>
          <p:nvPr/>
        </p:nvSpPr>
        <p:spPr>
          <a:xfrm>
            <a:off x="7303403" y="3078805"/>
            <a:ext cx="2559684" cy="2366159"/>
          </a:xfrm>
          <a:prstGeom prst="rect">
            <a:avLst/>
          </a:prstGeom>
          <a:solidFill>
            <a:schemeClr val="accent1">
              <a:lumMod val="60000"/>
              <a:lumOff val="4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72C4"/>
                </a:solidFill>
                <a:effectLst/>
                <a:uLnTx/>
                <a:uFillTx/>
                <a:latin typeface="Calibri" panose="020F0502020204030204"/>
                <a:ea typeface="+mn-ea"/>
                <a:cs typeface="+mn-cs"/>
              </a:rPr>
              <a:t>Ice Ages</a:t>
            </a:r>
          </a:p>
        </p:txBody>
      </p:sp>
      <p:sp>
        <p:nvSpPr>
          <p:cNvPr id="31" name="Rectangle 30">
            <a:extLst>
              <a:ext uri="{FF2B5EF4-FFF2-40B4-BE49-F238E27FC236}">
                <a16:creationId xmlns:a16="http://schemas.microsoft.com/office/drawing/2014/main" id="{2ED04BE3-EA09-4463-97F6-A982FC879E6E}"/>
              </a:ext>
            </a:extLst>
          </p:cNvPr>
          <p:cNvSpPr/>
          <p:nvPr/>
        </p:nvSpPr>
        <p:spPr>
          <a:xfrm>
            <a:off x="10530457" y="4646815"/>
            <a:ext cx="550923" cy="3241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Rectangle 32">
            <a:extLst>
              <a:ext uri="{FF2B5EF4-FFF2-40B4-BE49-F238E27FC236}">
                <a16:creationId xmlns:a16="http://schemas.microsoft.com/office/drawing/2014/main" id="{CB479ED7-12D8-4567-9484-CA8F2D1E5AE1}"/>
              </a:ext>
            </a:extLst>
          </p:cNvPr>
          <p:cNvSpPr/>
          <p:nvPr/>
        </p:nvSpPr>
        <p:spPr>
          <a:xfrm>
            <a:off x="9949673" y="4722708"/>
            <a:ext cx="550923" cy="3241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TextBox 34">
            <a:extLst>
              <a:ext uri="{FF2B5EF4-FFF2-40B4-BE49-F238E27FC236}">
                <a16:creationId xmlns:a16="http://schemas.microsoft.com/office/drawing/2014/main" id="{83C69C53-9088-42B6-A874-A7C1DEE266D0}"/>
              </a:ext>
            </a:extLst>
          </p:cNvPr>
          <p:cNvSpPr txBox="1"/>
          <p:nvPr/>
        </p:nvSpPr>
        <p:spPr>
          <a:xfrm>
            <a:off x="8695864" y="3784920"/>
            <a:ext cx="15036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Homo sapiens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walk out of Africa </a:t>
            </a:r>
          </a:p>
        </p:txBody>
      </p:sp>
      <p:sp>
        <p:nvSpPr>
          <p:cNvPr id="36" name="TextBox 35">
            <a:extLst>
              <a:ext uri="{FF2B5EF4-FFF2-40B4-BE49-F238E27FC236}">
                <a16:creationId xmlns:a16="http://schemas.microsoft.com/office/drawing/2014/main" id="{AEEB5B08-3B11-4513-A40F-6D2474446203}"/>
              </a:ext>
            </a:extLst>
          </p:cNvPr>
          <p:cNvSpPr txBox="1"/>
          <p:nvPr/>
        </p:nvSpPr>
        <p:spPr>
          <a:xfrm>
            <a:off x="6994784" y="3391692"/>
            <a:ext cx="14151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Pacific cod arrive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from Atlantic</a:t>
            </a:r>
          </a:p>
        </p:txBody>
      </p:sp>
    </p:spTree>
    <p:custDataLst>
      <p:tags r:id="rId1"/>
    </p:custDataLst>
    <p:extLst>
      <p:ext uri="{BB962C8B-B14F-4D97-AF65-F5344CB8AC3E}">
        <p14:creationId xmlns:p14="http://schemas.microsoft.com/office/powerpoint/2010/main" val="990400807"/>
      </p:ext>
    </p:extLst>
  </p:cSld>
  <p:clrMapOvr>
    <a:masterClrMapping/>
  </p:clrMapOvr>
  <p:transition spd="slow" advClick="0" advTm="40384">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500"/>
                                  </p:stCondLst>
                                  <p:childTnLst>
                                    <p:set>
                                      <p:cBhvr>
                                        <p:cTn id="8" dur="1" fill="hold">
                                          <p:stCondLst>
                                            <p:cond delay="0"/>
                                          </p:stCondLst>
                                        </p:cTn>
                                        <p:tgtEl>
                                          <p:spTgt spid="5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2"/>
                                        </p:tgtEl>
                                        <p:attrNameLst>
                                          <p:attrName>style.visibility</p:attrName>
                                        </p:attrNameLst>
                                      </p:cBhvr>
                                      <p:to>
                                        <p:strVal val="visible"/>
                                      </p:to>
                                    </p:set>
                                  </p:childTnLst>
                                </p:cTn>
                              </p:par>
                              <p:par>
                                <p:cTn id="13" presetID="1" presetClass="entr" presetSubtype="0" fill="hold" nodeType="withEffect">
                                  <p:stCondLst>
                                    <p:cond delay="50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nodeType="withEffect">
                                  <p:stCondLst>
                                    <p:cond delay="500"/>
                                  </p:stCondLst>
                                  <p:childTnLst>
                                    <p:set>
                                      <p:cBhvr>
                                        <p:cTn id="16" dur="1" fill="hold">
                                          <p:stCondLst>
                                            <p:cond delay="0"/>
                                          </p:stCondLst>
                                        </p:cTn>
                                        <p:tgtEl>
                                          <p:spTgt spid="3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50" grpId="0" animBg="1"/>
      <p:bldP spid="61" grpId="0" animBg="1"/>
      <p:bldP spid="3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9763CAF-1B74-4DA7-A280-259F132BD71F}"/>
              </a:ext>
            </a:extLst>
          </p:cNvPr>
          <p:cNvPicPr>
            <a:picLocks noChangeAspect="1"/>
          </p:cNvPicPr>
          <p:nvPr/>
        </p:nvPicPr>
        <p:blipFill>
          <a:blip r:embed="rId2"/>
          <a:stretch>
            <a:fillRect/>
          </a:stretch>
        </p:blipFill>
        <p:spPr>
          <a:xfrm>
            <a:off x="-11593" y="8164"/>
            <a:ext cx="12192000" cy="6858000"/>
          </a:xfrm>
          <a:prstGeom prst="rect">
            <a:avLst/>
          </a:prstGeom>
        </p:spPr>
      </p:pic>
      <p:pic>
        <p:nvPicPr>
          <p:cNvPr id="9" name="Picture 8">
            <a:extLst>
              <a:ext uri="{FF2B5EF4-FFF2-40B4-BE49-F238E27FC236}">
                <a16:creationId xmlns:a16="http://schemas.microsoft.com/office/drawing/2014/main" id="{3F597CD3-F633-4216-AA8C-84E80D20D72F}"/>
              </a:ext>
            </a:extLst>
          </p:cNvPr>
          <p:cNvPicPr>
            <a:picLocks noChangeAspect="1"/>
          </p:cNvPicPr>
          <p:nvPr/>
        </p:nvPicPr>
        <p:blipFill rotWithShape="1">
          <a:blip r:embed="rId3">
            <a:extLst>
              <a:ext uri="{28A0092B-C50C-407E-A947-70E740481C1C}">
                <a14:useLocalDpi xmlns:a14="http://schemas.microsoft.com/office/drawing/2010/main" val="0"/>
              </a:ext>
            </a:extLst>
          </a:blip>
          <a:srcRect l="11998" t="31072" r="12819" b="34047"/>
          <a:stretch/>
        </p:blipFill>
        <p:spPr>
          <a:xfrm>
            <a:off x="2792186" y="681037"/>
            <a:ext cx="6644367" cy="5495926"/>
          </a:xfrm>
          <a:prstGeom prst="rect">
            <a:avLst/>
          </a:prstGeom>
        </p:spPr>
      </p:pic>
      <p:sp>
        <p:nvSpPr>
          <p:cNvPr id="12" name="Arrow: Right 11">
            <a:extLst>
              <a:ext uri="{FF2B5EF4-FFF2-40B4-BE49-F238E27FC236}">
                <a16:creationId xmlns:a16="http://schemas.microsoft.com/office/drawing/2014/main" id="{11CC6FB7-7504-4020-A099-FDE52C964784}"/>
              </a:ext>
            </a:extLst>
          </p:cNvPr>
          <p:cNvSpPr/>
          <p:nvPr/>
        </p:nvSpPr>
        <p:spPr>
          <a:xfrm rot="3032345">
            <a:off x="5430079" y="4918704"/>
            <a:ext cx="520117" cy="245854"/>
          </a:xfrm>
          <a:prstGeom prst="rightArrow">
            <a:avLst/>
          </a:prstGeom>
          <a:solidFill>
            <a:srgbClr val="FF0000">
              <a:alpha val="7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6" name="Picture 15">
            <a:extLst>
              <a:ext uri="{FF2B5EF4-FFF2-40B4-BE49-F238E27FC236}">
                <a16:creationId xmlns:a16="http://schemas.microsoft.com/office/drawing/2014/main" id="{5765472B-CC23-4E88-B596-77C9673C0B19}"/>
              </a:ext>
            </a:extLst>
          </p:cNvPr>
          <p:cNvPicPr>
            <a:picLocks noChangeAspect="1"/>
          </p:cNvPicPr>
          <p:nvPr/>
        </p:nvPicPr>
        <p:blipFill>
          <a:blip r:embed="rId4"/>
          <a:stretch>
            <a:fillRect/>
          </a:stretch>
        </p:blipFill>
        <p:spPr>
          <a:xfrm>
            <a:off x="4865635" y="3358827"/>
            <a:ext cx="647790" cy="257211"/>
          </a:xfrm>
          <a:prstGeom prst="rect">
            <a:avLst/>
          </a:prstGeom>
        </p:spPr>
      </p:pic>
      <p:pic>
        <p:nvPicPr>
          <p:cNvPr id="17" name="Picture 16">
            <a:extLst>
              <a:ext uri="{FF2B5EF4-FFF2-40B4-BE49-F238E27FC236}">
                <a16:creationId xmlns:a16="http://schemas.microsoft.com/office/drawing/2014/main" id="{5F136E59-4BDA-42AD-8BC6-FA9BFE6D7997}"/>
              </a:ext>
            </a:extLst>
          </p:cNvPr>
          <p:cNvPicPr>
            <a:picLocks noChangeAspect="1"/>
          </p:cNvPicPr>
          <p:nvPr/>
        </p:nvPicPr>
        <p:blipFill>
          <a:blip r:embed="rId4">
            <a:alphaModFix amt="82000"/>
          </a:blip>
          <a:stretch>
            <a:fillRect/>
          </a:stretch>
        </p:blipFill>
        <p:spPr>
          <a:xfrm>
            <a:off x="5189530" y="4344039"/>
            <a:ext cx="494174" cy="196216"/>
          </a:xfrm>
          <a:prstGeom prst="rect">
            <a:avLst/>
          </a:prstGeom>
        </p:spPr>
      </p:pic>
      <p:pic>
        <p:nvPicPr>
          <p:cNvPr id="18" name="Picture 17">
            <a:extLst>
              <a:ext uri="{FF2B5EF4-FFF2-40B4-BE49-F238E27FC236}">
                <a16:creationId xmlns:a16="http://schemas.microsoft.com/office/drawing/2014/main" id="{25234A09-B7CB-40C7-933F-324F266D1015}"/>
              </a:ext>
            </a:extLst>
          </p:cNvPr>
          <p:cNvPicPr>
            <a:picLocks noChangeAspect="1"/>
          </p:cNvPicPr>
          <p:nvPr/>
        </p:nvPicPr>
        <p:blipFill>
          <a:blip r:embed="rId4">
            <a:alphaModFix amt="85000"/>
          </a:blip>
          <a:stretch>
            <a:fillRect/>
          </a:stretch>
        </p:blipFill>
        <p:spPr>
          <a:xfrm>
            <a:off x="5760512" y="4297022"/>
            <a:ext cx="647790" cy="257211"/>
          </a:xfrm>
          <a:prstGeom prst="rect">
            <a:avLst/>
          </a:prstGeom>
        </p:spPr>
      </p:pic>
      <p:pic>
        <p:nvPicPr>
          <p:cNvPr id="19" name="Picture 18">
            <a:extLst>
              <a:ext uri="{FF2B5EF4-FFF2-40B4-BE49-F238E27FC236}">
                <a16:creationId xmlns:a16="http://schemas.microsoft.com/office/drawing/2014/main" id="{532A7277-A5AA-4238-984D-DDEC4B6E2F30}"/>
              </a:ext>
            </a:extLst>
          </p:cNvPr>
          <p:cNvPicPr>
            <a:picLocks noChangeAspect="1"/>
          </p:cNvPicPr>
          <p:nvPr/>
        </p:nvPicPr>
        <p:blipFill>
          <a:blip r:embed="rId4"/>
          <a:stretch>
            <a:fillRect/>
          </a:stretch>
        </p:blipFill>
        <p:spPr>
          <a:xfrm>
            <a:off x="5112722" y="2794557"/>
            <a:ext cx="647790" cy="257211"/>
          </a:xfrm>
          <a:prstGeom prst="rect">
            <a:avLst/>
          </a:prstGeom>
        </p:spPr>
      </p:pic>
      <p:sp>
        <p:nvSpPr>
          <p:cNvPr id="21" name="Arrow: Right 20">
            <a:extLst>
              <a:ext uri="{FF2B5EF4-FFF2-40B4-BE49-F238E27FC236}">
                <a16:creationId xmlns:a16="http://schemas.microsoft.com/office/drawing/2014/main" id="{5192989D-D5FF-41A6-AAF6-993BEF769A98}"/>
              </a:ext>
            </a:extLst>
          </p:cNvPr>
          <p:cNvSpPr/>
          <p:nvPr/>
        </p:nvSpPr>
        <p:spPr>
          <a:xfrm rot="13913147">
            <a:off x="5673497" y="4736421"/>
            <a:ext cx="496065" cy="232819"/>
          </a:xfrm>
          <a:prstGeom prst="rightArrow">
            <a:avLst/>
          </a:prstGeom>
          <a:solidFill>
            <a:schemeClr val="accent1">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23" name="Picture 22">
            <a:extLst>
              <a:ext uri="{FF2B5EF4-FFF2-40B4-BE49-F238E27FC236}">
                <a16:creationId xmlns:a16="http://schemas.microsoft.com/office/drawing/2014/main" id="{B3051E38-38C3-4E93-8CEE-432B3DC32838}"/>
              </a:ext>
            </a:extLst>
          </p:cNvPr>
          <p:cNvPicPr>
            <a:picLocks noChangeAspect="1"/>
          </p:cNvPicPr>
          <p:nvPr/>
        </p:nvPicPr>
        <p:blipFill>
          <a:blip r:embed="rId5">
            <a:alphaModFix amt="76000"/>
          </a:blip>
          <a:stretch>
            <a:fillRect/>
          </a:stretch>
        </p:blipFill>
        <p:spPr>
          <a:xfrm>
            <a:off x="5891508" y="5127289"/>
            <a:ext cx="571580" cy="266737"/>
          </a:xfrm>
          <a:prstGeom prst="rect">
            <a:avLst/>
          </a:prstGeom>
        </p:spPr>
      </p:pic>
      <p:sp>
        <p:nvSpPr>
          <p:cNvPr id="24" name="TextBox 23">
            <a:extLst>
              <a:ext uri="{FF2B5EF4-FFF2-40B4-BE49-F238E27FC236}">
                <a16:creationId xmlns:a16="http://schemas.microsoft.com/office/drawing/2014/main" id="{D18AA84E-AC23-44B3-A2DE-64EE705B69B1}"/>
              </a:ext>
            </a:extLst>
          </p:cNvPr>
          <p:cNvSpPr txBox="1"/>
          <p:nvPr/>
        </p:nvSpPr>
        <p:spPr>
          <a:xfrm>
            <a:off x="5621244" y="4660668"/>
            <a:ext cx="375424"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20" name="Arrow: Right 19">
            <a:extLst>
              <a:ext uri="{FF2B5EF4-FFF2-40B4-BE49-F238E27FC236}">
                <a16:creationId xmlns:a16="http://schemas.microsoft.com/office/drawing/2014/main" id="{A96AD861-9F12-430A-9180-342AAA39CA15}"/>
              </a:ext>
            </a:extLst>
          </p:cNvPr>
          <p:cNvSpPr/>
          <p:nvPr/>
        </p:nvSpPr>
        <p:spPr>
          <a:xfrm rot="8631462">
            <a:off x="6229382" y="4727929"/>
            <a:ext cx="496065" cy="232819"/>
          </a:xfrm>
          <a:prstGeom prst="rightArrow">
            <a:avLst/>
          </a:prstGeom>
          <a:solidFill>
            <a:schemeClr val="accent1">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 name="Arrow: Right 21">
            <a:extLst>
              <a:ext uri="{FF2B5EF4-FFF2-40B4-BE49-F238E27FC236}">
                <a16:creationId xmlns:a16="http://schemas.microsoft.com/office/drawing/2014/main" id="{67C5BCDF-96D6-4F6A-B47F-7340107A820E}"/>
              </a:ext>
            </a:extLst>
          </p:cNvPr>
          <p:cNvSpPr/>
          <p:nvPr/>
        </p:nvSpPr>
        <p:spPr>
          <a:xfrm rot="19390171">
            <a:off x="6322461" y="4842032"/>
            <a:ext cx="520117" cy="245854"/>
          </a:xfrm>
          <a:prstGeom prst="rightArrow">
            <a:avLst/>
          </a:prstGeom>
          <a:solidFill>
            <a:srgbClr val="FF0000">
              <a:alpha val="7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99BD1AF5-0FC4-4398-9A19-AC3780751CC1}"/>
              </a:ext>
            </a:extLst>
          </p:cNvPr>
          <p:cNvSpPr txBox="1"/>
          <p:nvPr/>
        </p:nvSpPr>
        <p:spPr>
          <a:xfrm>
            <a:off x="6341496" y="4647829"/>
            <a:ext cx="375424"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31857004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D22FD-AE52-4352-A8D5-62623D35DE96}"/>
              </a:ext>
            </a:extLst>
          </p:cNvPr>
          <p:cNvSpPr>
            <a:spLocks noGrp="1"/>
          </p:cNvSpPr>
          <p:nvPr>
            <p:ph type="title"/>
          </p:nvPr>
        </p:nvSpPr>
        <p:spPr>
          <a:xfrm>
            <a:off x="0" y="0"/>
            <a:ext cx="10515600" cy="1325563"/>
          </a:xfrm>
        </p:spPr>
        <p:txBody>
          <a:bodyPr/>
          <a:lstStyle/>
          <a:p>
            <a:r>
              <a:rPr lang="en-US" b="1" dirty="0"/>
              <a:t>What does Genetics tell us?</a:t>
            </a:r>
          </a:p>
        </p:txBody>
      </p:sp>
      <p:sp>
        <p:nvSpPr>
          <p:cNvPr id="6" name="Content Placeholder 2">
            <a:extLst>
              <a:ext uri="{FF2B5EF4-FFF2-40B4-BE49-F238E27FC236}">
                <a16:creationId xmlns:a16="http://schemas.microsoft.com/office/drawing/2014/main" id="{215F6CBA-E1ED-4EF4-853F-9FE6D004F963}"/>
              </a:ext>
            </a:extLst>
          </p:cNvPr>
          <p:cNvSpPr>
            <a:spLocks noGrp="1"/>
          </p:cNvSpPr>
          <p:nvPr>
            <p:ph idx="1"/>
          </p:nvPr>
        </p:nvSpPr>
        <p:spPr>
          <a:xfrm>
            <a:off x="838200" y="1477874"/>
            <a:ext cx="5090546" cy="4841183"/>
          </a:xfrm>
        </p:spPr>
        <p:txBody>
          <a:bodyPr>
            <a:normAutofit/>
          </a:bodyPr>
          <a:lstStyle/>
          <a:p>
            <a:r>
              <a:rPr lang="en-US" dirty="0"/>
              <a:t>Genetic break between Aleutian Islands and Eastern Bering Sea</a:t>
            </a:r>
          </a:p>
          <a:p>
            <a:r>
              <a:rPr lang="en-US" dirty="0"/>
              <a:t>Genetic break from Eastern Bering Sea to NBS/Russia </a:t>
            </a:r>
          </a:p>
          <a:p>
            <a:r>
              <a:rPr lang="en-US" dirty="0"/>
              <a:t>Genetic break from Eastern GOA to Western GOA</a:t>
            </a:r>
          </a:p>
          <a:p>
            <a:r>
              <a:rPr lang="en-US" dirty="0"/>
              <a:t> No break in genetic structure between the Central GOA, Western GOA, and EBS</a:t>
            </a:r>
          </a:p>
        </p:txBody>
      </p:sp>
      <p:pic>
        <p:nvPicPr>
          <p:cNvPr id="8" name="Picture 7">
            <a:extLst>
              <a:ext uri="{FF2B5EF4-FFF2-40B4-BE49-F238E27FC236}">
                <a16:creationId xmlns:a16="http://schemas.microsoft.com/office/drawing/2014/main" id="{292B5342-C56A-4878-9993-3DA926578F65}"/>
              </a:ext>
            </a:extLst>
          </p:cNvPr>
          <p:cNvPicPr>
            <a:picLocks noChangeAspect="1"/>
          </p:cNvPicPr>
          <p:nvPr/>
        </p:nvPicPr>
        <p:blipFill>
          <a:blip r:embed="rId2"/>
          <a:stretch>
            <a:fillRect/>
          </a:stretch>
        </p:blipFill>
        <p:spPr>
          <a:xfrm>
            <a:off x="6643440" y="1251403"/>
            <a:ext cx="5425055" cy="4912632"/>
          </a:xfrm>
          <a:prstGeom prst="rect">
            <a:avLst/>
          </a:prstGeom>
        </p:spPr>
      </p:pic>
      <p:pic>
        <p:nvPicPr>
          <p:cNvPr id="4" name="Picture 3">
            <a:extLst>
              <a:ext uri="{FF2B5EF4-FFF2-40B4-BE49-F238E27FC236}">
                <a16:creationId xmlns:a16="http://schemas.microsoft.com/office/drawing/2014/main" id="{F93E1023-EAEE-4B76-A8F5-5E4275E912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07505" y="-161652"/>
            <a:ext cx="3160990" cy="2139969"/>
          </a:xfrm>
          <a:prstGeom prst="rect">
            <a:avLst/>
          </a:prstGeom>
        </p:spPr>
      </p:pic>
      <p:sp>
        <p:nvSpPr>
          <p:cNvPr id="9" name="TextBox 8">
            <a:extLst>
              <a:ext uri="{FF2B5EF4-FFF2-40B4-BE49-F238E27FC236}">
                <a16:creationId xmlns:a16="http://schemas.microsoft.com/office/drawing/2014/main" id="{B0716204-6028-48AB-83DB-4228C468B3D2}"/>
              </a:ext>
            </a:extLst>
          </p:cNvPr>
          <p:cNvSpPr txBox="1"/>
          <p:nvPr/>
        </p:nvSpPr>
        <p:spPr>
          <a:xfrm>
            <a:off x="6581503" y="6294563"/>
            <a:ext cx="5682935"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err="1">
                <a:ln>
                  <a:noFill/>
                </a:ln>
                <a:solidFill>
                  <a:prstClr val="black"/>
                </a:solidFill>
                <a:effectLst/>
                <a:uLnTx/>
                <a:uFillTx/>
                <a:latin typeface="Calibri" panose="020F0502020204030204"/>
                <a:ea typeface="+mn-ea"/>
                <a:cs typeface="+mn-cs"/>
              </a:rPr>
              <a:t>Schaal</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 et al. 2026. Genetic Data Reveal Nonlocal Juvenile Recruitment and Variable Seasonal Movement of a Highly Mobile Marine Fish Across Alaska. Evolutionary Applications 19:1 </a:t>
            </a:r>
            <a:r>
              <a:rPr kumimoji="0" lang="fr-FR" sz="1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fr-FR" sz="1000" b="0" i="0" u="none" strike="noStrike" kern="1200" cap="none" spc="0" normalizeH="0" baseline="0" noProof="0" dirty="0">
                <a:ln>
                  <a:noFill/>
                </a:ln>
                <a:solidFill>
                  <a:prstClr val="black"/>
                </a:solidFill>
                <a:effectLst/>
                <a:uLnTx/>
                <a:uFillTx/>
                <a:latin typeface="Calibri" panose="020F0502020204030204"/>
                <a:ea typeface="+mn-ea"/>
                <a:cs typeface="+mn-cs"/>
                <a:hlinkClick r:id="rId4"/>
              </a:rPr>
              <a:t>https://doi.org/10.1111/eva.70174Digital Object Identifier (DOI)</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7222E102-DA89-4646-9967-262F3F0D149D}"/>
              </a:ext>
            </a:extLst>
          </p:cNvPr>
          <p:cNvSpPr/>
          <p:nvPr/>
        </p:nvSpPr>
        <p:spPr>
          <a:xfrm>
            <a:off x="6996793" y="4106636"/>
            <a:ext cx="677636" cy="75927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Oval 10">
            <a:extLst>
              <a:ext uri="{FF2B5EF4-FFF2-40B4-BE49-F238E27FC236}">
                <a16:creationId xmlns:a16="http://schemas.microsoft.com/office/drawing/2014/main" id="{B865B517-30D4-4561-8EA6-072A11B4635F}"/>
              </a:ext>
            </a:extLst>
          </p:cNvPr>
          <p:cNvSpPr/>
          <p:nvPr/>
        </p:nvSpPr>
        <p:spPr>
          <a:xfrm>
            <a:off x="8365672" y="5312229"/>
            <a:ext cx="677636" cy="75927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0DB9BD84-B5AA-4660-8B30-05728031A338}"/>
              </a:ext>
            </a:extLst>
          </p:cNvPr>
          <p:cNvSpPr/>
          <p:nvPr/>
        </p:nvSpPr>
        <p:spPr>
          <a:xfrm>
            <a:off x="8297636" y="3803519"/>
            <a:ext cx="677636" cy="75927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Oval 12">
            <a:extLst>
              <a:ext uri="{FF2B5EF4-FFF2-40B4-BE49-F238E27FC236}">
                <a16:creationId xmlns:a16="http://schemas.microsoft.com/office/drawing/2014/main" id="{6F521B2C-DEC2-43CF-B31C-9FFFCF34853D}"/>
              </a:ext>
            </a:extLst>
          </p:cNvPr>
          <p:cNvSpPr/>
          <p:nvPr/>
        </p:nvSpPr>
        <p:spPr>
          <a:xfrm>
            <a:off x="7620000" y="3868783"/>
            <a:ext cx="677636" cy="75927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83825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D22FD-AE52-4352-A8D5-62623D35DE96}"/>
              </a:ext>
            </a:extLst>
          </p:cNvPr>
          <p:cNvSpPr>
            <a:spLocks noGrp="1"/>
          </p:cNvSpPr>
          <p:nvPr>
            <p:ph type="title"/>
          </p:nvPr>
        </p:nvSpPr>
        <p:spPr>
          <a:xfrm>
            <a:off x="0" y="9439"/>
            <a:ext cx="10515600" cy="1325563"/>
          </a:xfrm>
        </p:spPr>
        <p:txBody>
          <a:bodyPr/>
          <a:lstStyle/>
          <a:p>
            <a:r>
              <a:rPr lang="en-US" b="1" dirty="0"/>
              <a:t>What does Genetics tell us?</a:t>
            </a:r>
          </a:p>
        </p:txBody>
      </p:sp>
      <p:sp>
        <p:nvSpPr>
          <p:cNvPr id="6" name="Content Placeholder 2">
            <a:extLst>
              <a:ext uri="{FF2B5EF4-FFF2-40B4-BE49-F238E27FC236}">
                <a16:creationId xmlns:a16="http://schemas.microsoft.com/office/drawing/2014/main" id="{215F6CBA-E1ED-4EF4-853F-9FE6D004F963}"/>
              </a:ext>
            </a:extLst>
          </p:cNvPr>
          <p:cNvSpPr>
            <a:spLocks noGrp="1"/>
          </p:cNvSpPr>
          <p:nvPr>
            <p:ph idx="1"/>
          </p:nvPr>
        </p:nvSpPr>
        <p:spPr>
          <a:xfrm>
            <a:off x="838199" y="1477874"/>
            <a:ext cx="5073783" cy="4841183"/>
          </a:xfrm>
        </p:spPr>
        <p:txBody>
          <a:bodyPr>
            <a:normAutofit/>
          </a:bodyPr>
          <a:lstStyle/>
          <a:p>
            <a:r>
              <a:rPr lang="en-US" dirty="0"/>
              <a:t>Genetic break between Aleutian Islands and Eastern Bering Sea</a:t>
            </a:r>
          </a:p>
          <a:p>
            <a:r>
              <a:rPr lang="en-US" dirty="0"/>
              <a:t>Genetic break from Eastern Bering Sea to NBS/Russia </a:t>
            </a:r>
          </a:p>
          <a:p>
            <a:r>
              <a:rPr lang="en-US" dirty="0"/>
              <a:t>Genetic break from Eastern GOA to Western GOA</a:t>
            </a:r>
          </a:p>
          <a:p>
            <a:r>
              <a:rPr lang="en-US" dirty="0"/>
              <a:t> No break in genetic structure between the Central GOA, Western GOA, and EBS</a:t>
            </a:r>
          </a:p>
        </p:txBody>
      </p:sp>
      <p:pic>
        <p:nvPicPr>
          <p:cNvPr id="4" name="Picture 3">
            <a:extLst>
              <a:ext uri="{FF2B5EF4-FFF2-40B4-BE49-F238E27FC236}">
                <a16:creationId xmlns:a16="http://schemas.microsoft.com/office/drawing/2014/main" id="{F93E1023-EAEE-4B76-A8F5-5E4275E912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07505" y="-161652"/>
            <a:ext cx="3160990" cy="2139969"/>
          </a:xfrm>
          <a:prstGeom prst="rect">
            <a:avLst/>
          </a:prstGeom>
        </p:spPr>
      </p:pic>
      <p:sp>
        <p:nvSpPr>
          <p:cNvPr id="9" name="TextBox 8">
            <a:extLst>
              <a:ext uri="{FF2B5EF4-FFF2-40B4-BE49-F238E27FC236}">
                <a16:creationId xmlns:a16="http://schemas.microsoft.com/office/drawing/2014/main" id="{B0716204-6028-48AB-83DB-4228C468B3D2}"/>
              </a:ext>
            </a:extLst>
          </p:cNvPr>
          <p:cNvSpPr txBox="1"/>
          <p:nvPr/>
        </p:nvSpPr>
        <p:spPr>
          <a:xfrm>
            <a:off x="6581503" y="6294563"/>
            <a:ext cx="5682935"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err="1">
                <a:ln>
                  <a:noFill/>
                </a:ln>
                <a:solidFill>
                  <a:prstClr val="black"/>
                </a:solidFill>
                <a:effectLst/>
                <a:uLnTx/>
                <a:uFillTx/>
                <a:latin typeface="Calibri" panose="020F0502020204030204"/>
                <a:ea typeface="+mn-ea"/>
                <a:cs typeface="+mn-cs"/>
              </a:rPr>
              <a:t>Schaal</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 et al. 2026. Genetic Data Reveal Nonlocal Juvenile Recruitment and Variable Seasonal Movement of a Highly Mobile Marine Fish Across Alaska. Evolutionary Applications 19:1 </a:t>
            </a:r>
            <a:r>
              <a:rPr kumimoji="0" lang="fr-FR" sz="1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fr-FR" sz="1000" b="0" i="0" u="none" strike="noStrike" kern="1200" cap="none" spc="0" normalizeH="0" baseline="0" noProof="0" dirty="0">
                <a:ln>
                  <a:noFill/>
                </a:ln>
                <a:solidFill>
                  <a:prstClr val="black"/>
                </a:solidFill>
                <a:effectLst/>
                <a:uLnTx/>
                <a:uFillTx/>
                <a:latin typeface="Calibri" panose="020F0502020204030204"/>
                <a:ea typeface="+mn-ea"/>
                <a:cs typeface="+mn-cs"/>
                <a:hlinkClick r:id="rId3"/>
              </a:rPr>
              <a:t>https://doi.org/10.1111/eva.70174Digital Object Identifier (DOI)</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E9B27BF5-F8A8-449F-8AC4-4E93EC6593CA}"/>
              </a:ext>
            </a:extLst>
          </p:cNvPr>
          <p:cNvPicPr>
            <a:picLocks noChangeAspect="1"/>
          </p:cNvPicPr>
          <p:nvPr/>
        </p:nvPicPr>
        <p:blipFill>
          <a:blip r:embed="rId4"/>
          <a:stretch>
            <a:fillRect/>
          </a:stretch>
        </p:blipFill>
        <p:spPr>
          <a:xfrm>
            <a:off x="5992585" y="1643580"/>
            <a:ext cx="5995307" cy="2329943"/>
          </a:xfrm>
          <a:prstGeom prst="rect">
            <a:avLst/>
          </a:prstGeom>
        </p:spPr>
      </p:pic>
      <p:pic>
        <p:nvPicPr>
          <p:cNvPr id="5" name="Picture 4">
            <a:extLst>
              <a:ext uri="{FF2B5EF4-FFF2-40B4-BE49-F238E27FC236}">
                <a16:creationId xmlns:a16="http://schemas.microsoft.com/office/drawing/2014/main" id="{8EABD8F2-3FA7-44C1-BD1F-3A88FBEDC383}"/>
              </a:ext>
            </a:extLst>
          </p:cNvPr>
          <p:cNvPicPr>
            <a:picLocks noChangeAspect="1"/>
          </p:cNvPicPr>
          <p:nvPr/>
        </p:nvPicPr>
        <p:blipFill>
          <a:blip r:embed="rId5"/>
          <a:stretch>
            <a:fillRect/>
          </a:stretch>
        </p:blipFill>
        <p:spPr>
          <a:xfrm>
            <a:off x="6096000" y="3772314"/>
            <a:ext cx="5998464" cy="2269156"/>
          </a:xfrm>
          <a:prstGeom prst="rect">
            <a:avLst/>
          </a:prstGeom>
        </p:spPr>
      </p:pic>
    </p:spTree>
    <p:extLst>
      <p:ext uri="{BB962C8B-B14F-4D97-AF65-F5344CB8AC3E}">
        <p14:creationId xmlns:p14="http://schemas.microsoft.com/office/powerpoint/2010/main" val="12044912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8AE14-1A47-417B-8678-BABE7E35171C}"/>
              </a:ext>
            </a:extLst>
          </p:cNvPr>
          <p:cNvSpPr>
            <a:spLocks noGrp="1"/>
          </p:cNvSpPr>
          <p:nvPr>
            <p:ph type="title"/>
          </p:nvPr>
        </p:nvSpPr>
        <p:spPr>
          <a:xfrm>
            <a:off x="0" y="25389"/>
            <a:ext cx="10515600" cy="1325563"/>
          </a:xfrm>
        </p:spPr>
        <p:txBody>
          <a:bodyPr/>
          <a:lstStyle/>
          <a:p>
            <a:r>
              <a:rPr lang="en-US" b="1" dirty="0"/>
              <a:t>Conventional Tagging 1982-2020</a:t>
            </a:r>
          </a:p>
        </p:txBody>
      </p:sp>
      <p:sp>
        <p:nvSpPr>
          <p:cNvPr id="3" name="Content Placeholder 2">
            <a:extLst>
              <a:ext uri="{FF2B5EF4-FFF2-40B4-BE49-F238E27FC236}">
                <a16:creationId xmlns:a16="http://schemas.microsoft.com/office/drawing/2014/main" id="{A7A7189C-D473-4426-A21C-27FA87A0EA83}"/>
              </a:ext>
            </a:extLst>
          </p:cNvPr>
          <p:cNvSpPr>
            <a:spLocks noGrp="1"/>
          </p:cNvSpPr>
          <p:nvPr>
            <p:ph idx="1"/>
          </p:nvPr>
        </p:nvSpPr>
        <p:spPr>
          <a:xfrm>
            <a:off x="364671" y="2070554"/>
            <a:ext cx="3759655" cy="4351338"/>
          </a:xfrm>
        </p:spPr>
        <p:txBody>
          <a:bodyPr/>
          <a:lstStyle/>
          <a:p>
            <a:r>
              <a:rPr lang="en-US" dirty="0"/>
              <a:t>Substantial movement between the Western GOA and Eastern Bering Sea</a:t>
            </a:r>
          </a:p>
          <a:p>
            <a:endParaRPr lang="en-US" dirty="0"/>
          </a:p>
          <a:p>
            <a:r>
              <a:rPr lang="en-US" dirty="0"/>
              <a:t>Limited movement between Central GOA and Western GOA </a:t>
            </a:r>
          </a:p>
        </p:txBody>
      </p:sp>
      <p:pic>
        <p:nvPicPr>
          <p:cNvPr id="4" name="Picture 3">
            <a:extLst>
              <a:ext uri="{FF2B5EF4-FFF2-40B4-BE49-F238E27FC236}">
                <a16:creationId xmlns:a16="http://schemas.microsoft.com/office/drawing/2014/main" id="{3EB92D75-6889-4A5A-B5A3-2B4D97FC29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31010" y="-381813"/>
            <a:ext cx="3160990" cy="2139969"/>
          </a:xfrm>
          <a:prstGeom prst="rect">
            <a:avLst/>
          </a:prstGeom>
        </p:spPr>
      </p:pic>
      <p:pic>
        <p:nvPicPr>
          <p:cNvPr id="5" name="Picture 4">
            <a:extLst>
              <a:ext uri="{FF2B5EF4-FFF2-40B4-BE49-F238E27FC236}">
                <a16:creationId xmlns:a16="http://schemas.microsoft.com/office/drawing/2014/main" id="{3F46E576-CE26-4F30-AED5-002268002E68}"/>
              </a:ext>
            </a:extLst>
          </p:cNvPr>
          <p:cNvPicPr>
            <a:picLocks noChangeAspect="1"/>
          </p:cNvPicPr>
          <p:nvPr/>
        </p:nvPicPr>
        <p:blipFill rotWithShape="1">
          <a:blip r:embed="rId3"/>
          <a:srcRect t="5188" r="13344"/>
          <a:stretch/>
        </p:blipFill>
        <p:spPr>
          <a:xfrm>
            <a:off x="4042682" y="1812471"/>
            <a:ext cx="8067673" cy="4762047"/>
          </a:xfrm>
          <a:prstGeom prst="rect">
            <a:avLst/>
          </a:prstGeom>
        </p:spPr>
      </p:pic>
      <p:sp>
        <p:nvSpPr>
          <p:cNvPr id="6" name="TextBox 5">
            <a:extLst>
              <a:ext uri="{FF2B5EF4-FFF2-40B4-BE49-F238E27FC236}">
                <a16:creationId xmlns:a16="http://schemas.microsoft.com/office/drawing/2014/main" id="{E425B0A5-DAF4-4567-8C7B-489C3FF9F7FE}"/>
              </a:ext>
            </a:extLst>
          </p:cNvPr>
          <p:cNvSpPr txBox="1"/>
          <p:nvPr/>
        </p:nvSpPr>
        <p:spPr>
          <a:xfrm>
            <a:off x="10736036" y="5421086"/>
            <a:ext cx="97494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N=2,879</a:t>
            </a:r>
          </a:p>
        </p:txBody>
      </p:sp>
    </p:spTree>
    <p:extLst>
      <p:ext uri="{BB962C8B-B14F-4D97-AF65-F5344CB8AC3E}">
        <p14:creationId xmlns:p14="http://schemas.microsoft.com/office/powerpoint/2010/main" val="36556284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8AE14-1A47-417B-8678-BABE7E35171C}"/>
              </a:ext>
            </a:extLst>
          </p:cNvPr>
          <p:cNvSpPr>
            <a:spLocks noGrp="1"/>
          </p:cNvSpPr>
          <p:nvPr>
            <p:ph type="title"/>
          </p:nvPr>
        </p:nvSpPr>
        <p:spPr>
          <a:xfrm>
            <a:off x="0" y="-264442"/>
            <a:ext cx="10515600" cy="1325563"/>
          </a:xfrm>
        </p:spPr>
        <p:txBody>
          <a:bodyPr/>
          <a:lstStyle/>
          <a:p>
            <a:r>
              <a:rPr lang="en-US" b="1" dirty="0"/>
              <a:t>Conventional Tagging 1982-2020</a:t>
            </a:r>
          </a:p>
        </p:txBody>
      </p:sp>
      <p:pic>
        <p:nvPicPr>
          <p:cNvPr id="11" name="Picture 10">
            <a:extLst>
              <a:ext uri="{FF2B5EF4-FFF2-40B4-BE49-F238E27FC236}">
                <a16:creationId xmlns:a16="http://schemas.microsoft.com/office/drawing/2014/main" id="{CC7D97FE-B93F-4215-8466-35BF8633EBA8}"/>
              </a:ext>
            </a:extLst>
          </p:cNvPr>
          <p:cNvPicPr>
            <a:picLocks noChangeAspect="1"/>
          </p:cNvPicPr>
          <p:nvPr/>
        </p:nvPicPr>
        <p:blipFill rotWithShape="1">
          <a:blip r:embed="rId2"/>
          <a:srcRect r="13143"/>
          <a:stretch/>
        </p:blipFill>
        <p:spPr>
          <a:xfrm>
            <a:off x="1066540" y="686309"/>
            <a:ext cx="5152624" cy="3200400"/>
          </a:xfrm>
          <a:prstGeom prst="rect">
            <a:avLst/>
          </a:prstGeom>
        </p:spPr>
      </p:pic>
      <p:pic>
        <p:nvPicPr>
          <p:cNvPr id="12" name="Picture 11">
            <a:extLst>
              <a:ext uri="{FF2B5EF4-FFF2-40B4-BE49-F238E27FC236}">
                <a16:creationId xmlns:a16="http://schemas.microsoft.com/office/drawing/2014/main" id="{D2453EF2-9250-468B-8DEE-6D4B8941FA5B}"/>
              </a:ext>
            </a:extLst>
          </p:cNvPr>
          <p:cNvPicPr>
            <a:picLocks noChangeAspect="1"/>
          </p:cNvPicPr>
          <p:nvPr/>
        </p:nvPicPr>
        <p:blipFill rotWithShape="1">
          <a:blip r:embed="rId3"/>
          <a:srcRect l="5545"/>
          <a:stretch/>
        </p:blipFill>
        <p:spPr>
          <a:xfrm>
            <a:off x="6204857" y="684612"/>
            <a:ext cx="5603407" cy="3200400"/>
          </a:xfrm>
          <a:prstGeom prst="rect">
            <a:avLst/>
          </a:prstGeom>
        </p:spPr>
      </p:pic>
      <p:pic>
        <p:nvPicPr>
          <p:cNvPr id="4" name="Picture 3">
            <a:extLst>
              <a:ext uri="{FF2B5EF4-FFF2-40B4-BE49-F238E27FC236}">
                <a16:creationId xmlns:a16="http://schemas.microsoft.com/office/drawing/2014/main" id="{3EB92D75-6889-4A5A-B5A3-2B4D97FC29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31010" y="-381813"/>
            <a:ext cx="3160990" cy="2139969"/>
          </a:xfrm>
          <a:prstGeom prst="rect">
            <a:avLst/>
          </a:prstGeom>
        </p:spPr>
      </p:pic>
      <p:pic>
        <p:nvPicPr>
          <p:cNvPr id="15" name="Picture 14">
            <a:extLst>
              <a:ext uri="{FF2B5EF4-FFF2-40B4-BE49-F238E27FC236}">
                <a16:creationId xmlns:a16="http://schemas.microsoft.com/office/drawing/2014/main" id="{276EB12A-8F02-48DB-9B5B-76E3427DF21F}"/>
              </a:ext>
            </a:extLst>
          </p:cNvPr>
          <p:cNvPicPr>
            <a:picLocks noChangeAspect="1"/>
          </p:cNvPicPr>
          <p:nvPr/>
        </p:nvPicPr>
        <p:blipFill rotWithShape="1">
          <a:blip r:embed="rId5"/>
          <a:srcRect r="13007"/>
          <a:stretch/>
        </p:blipFill>
        <p:spPr>
          <a:xfrm>
            <a:off x="5875308" y="3496458"/>
            <a:ext cx="5160693" cy="3200400"/>
          </a:xfrm>
          <a:prstGeom prst="rect">
            <a:avLst/>
          </a:prstGeom>
        </p:spPr>
      </p:pic>
    </p:spTree>
    <p:extLst>
      <p:ext uri="{BB962C8B-B14F-4D97-AF65-F5344CB8AC3E}">
        <p14:creationId xmlns:p14="http://schemas.microsoft.com/office/powerpoint/2010/main" val="105610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8AE14-1A47-417B-8678-BABE7E35171C}"/>
              </a:ext>
            </a:extLst>
          </p:cNvPr>
          <p:cNvSpPr>
            <a:spLocks noGrp="1"/>
          </p:cNvSpPr>
          <p:nvPr>
            <p:ph type="title"/>
          </p:nvPr>
        </p:nvSpPr>
        <p:spPr>
          <a:xfrm>
            <a:off x="0" y="25389"/>
            <a:ext cx="10515600" cy="1325563"/>
          </a:xfrm>
        </p:spPr>
        <p:txBody>
          <a:bodyPr/>
          <a:lstStyle/>
          <a:p>
            <a:r>
              <a:rPr lang="en-US" b="1" dirty="0"/>
              <a:t>Conventional Tagging 1982-2020</a:t>
            </a:r>
          </a:p>
        </p:txBody>
      </p:sp>
      <p:pic>
        <p:nvPicPr>
          <p:cNvPr id="4" name="Picture 3">
            <a:extLst>
              <a:ext uri="{FF2B5EF4-FFF2-40B4-BE49-F238E27FC236}">
                <a16:creationId xmlns:a16="http://schemas.microsoft.com/office/drawing/2014/main" id="{3EB92D75-6889-4A5A-B5A3-2B4D97FC29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31010" y="-381813"/>
            <a:ext cx="3160990" cy="2139969"/>
          </a:xfrm>
          <a:prstGeom prst="rect">
            <a:avLst/>
          </a:prstGeom>
        </p:spPr>
      </p:pic>
      <p:pic>
        <p:nvPicPr>
          <p:cNvPr id="6" name="Picture 5">
            <a:extLst>
              <a:ext uri="{FF2B5EF4-FFF2-40B4-BE49-F238E27FC236}">
                <a16:creationId xmlns:a16="http://schemas.microsoft.com/office/drawing/2014/main" id="{1ACC86B0-C5AA-4B1D-B239-2F9BA1317B3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20534" y="1027906"/>
            <a:ext cx="8052366" cy="6039274"/>
          </a:xfrm>
          <a:prstGeom prst="rect">
            <a:avLst/>
          </a:prstGeom>
        </p:spPr>
      </p:pic>
      <p:sp>
        <p:nvSpPr>
          <p:cNvPr id="7" name="Content Placeholder 2">
            <a:extLst>
              <a:ext uri="{FF2B5EF4-FFF2-40B4-BE49-F238E27FC236}">
                <a16:creationId xmlns:a16="http://schemas.microsoft.com/office/drawing/2014/main" id="{EA637120-1D98-4045-8170-8AE884BBB97A}"/>
              </a:ext>
            </a:extLst>
          </p:cNvPr>
          <p:cNvSpPr>
            <a:spLocks noGrp="1"/>
          </p:cNvSpPr>
          <p:nvPr>
            <p:ph idx="1"/>
          </p:nvPr>
        </p:nvSpPr>
        <p:spPr>
          <a:xfrm>
            <a:off x="364671" y="1825625"/>
            <a:ext cx="3355863" cy="4351338"/>
          </a:xfrm>
        </p:spPr>
        <p:txBody>
          <a:bodyPr/>
          <a:lstStyle/>
          <a:p>
            <a:r>
              <a:rPr lang="en-US" dirty="0"/>
              <a:t>Movement is seasonal with majority of movement among areas in January-March</a:t>
            </a:r>
          </a:p>
        </p:txBody>
      </p:sp>
    </p:spTree>
    <p:extLst>
      <p:ext uri="{BB962C8B-B14F-4D97-AF65-F5344CB8AC3E}">
        <p14:creationId xmlns:p14="http://schemas.microsoft.com/office/powerpoint/2010/main" val="24321942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8AE14-1A47-417B-8678-BABE7E35171C}"/>
              </a:ext>
            </a:extLst>
          </p:cNvPr>
          <p:cNvSpPr>
            <a:spLocks noGrp="1"/>
          </p:cNvSpPr>
          <p:nvPr>
            <p:ph type="title"/>
          </p:nvPr>
        </p:nvSpPr>
        <p:spPr>
          <a:xfrm>
            <a:off x="0" y="25389"/>
            <a:ext cx="10515600" cy="1325563"/>
          </a:xfrm>
        </p:spPr>
        <p:txBody>
          <a:bodyPr/>
          <a:lstStyle/>
          <a:p>
            <a:r>
              <a:rPr lang="en-US" b="1" dirty="0"/>
              <a:t>Conventional Tagging 1982-2020</a:t>
            </a:r>
          </a:p>
        </p:txBody>
      </p:sp>
      <p:sp>
        <p:nvSpPr>
          <p:cNvPr id="7" name="Content Placeholder 2">
            <a:extLst>
              <a:ext uri="{FF2B5EF4-FFF2-40B4-BE49-F238E27FC236}">
                <a16:creationId xmlns:a16="http://schemas.microsoft.com/office/drawing/2014/main" id="{EA637120-1D98-4045-8170-8AE884BBB97A}"/>
              </a:ext>
            </a:extLst>
          </p:cNvPr>
          <p:cNvSpPr>
            <a:spLocks noGrp="1"/>
          </p:cNvSpPr>
          <p:nvPr>
            <p:ph idx="1"/>
          </p:nvPr>
        </p:nvSpPr>
        <p:spPr>
          <a:xfrm>
            <a:off x="364671" y="1825625"/>
            <a:ext cx="3355863" cy="4351338"/>
          </a:xfrm>
        </p:spPr>
        <p:txBody>
          <a:bodyPr>
            <a:normAutofit fontScale="85000" lnSpcReduction="10000"/>
          </a:bodyPr>
          <a:lstStyle/>
          <a:p>
            <a:r>
              <a:rPr lang="en-US" dirty="0"/>
              <a:t>Distance traveled/movement rate is size dependent</a:t>
            </a:r>
          </a:p>
          <a:p>
            <a:r>
              <a:rPr lang="en-US" dirty="0"/>
              <a:t>Bering Sea and western GOA fish travel further distances</a:t>
            </a:r>
          </a:p>
          <a:p>
            <a:r>
              <a:rPr lang="en-US" dirty="0"/>
              <a:t>Central GOA fish do not travel long distances</a:t>
            </a:r>
          </a:p>
          <a:p>
            <a:r>
              <a:rPr lang="en-US" dirty="0"/>
              <a:t>Western GOA fish tagged in the summer appear to not travel long distances</a:t>
            </a:r>
          </a:p>
        </p:txBody>
      </p:sp>
      <p:sp>
        <p:nvSpPr>
          <p:cNvPr id="3" name="AutoShape 2">
            <a:extLst>
              <a:ext uri="{FF2B5EF4-FFF2-40B4-BE49-F238E27FC236}">
                <a16:creationId xmlns:a16="http://schemas.microsoft.com/office/drawing/2014/main" id="{8468311A-0E19-4457-BF3B-E64AE701634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28F7DCA8-BBEB-4B90-B8B9-96269BC40F45}"/>
              </a:ext>
            </a:extLst>
          </p:cNvPr>
          <p:cNvPicPr>
            <a:picLocks noChangeAspect="1"/>
          </p:cNvPicPr>
          <p:nvPr/>
        </p:nvPicPr>
        <p:blipFill>
          <a:blip r:embed="rId2"/>
          <a:stretch>
            <a:fillRect/>
          </a:stretch>
        </p:blipFill>
        <p:spPr>
          <a:xfrm>
            <a:off x="4000500" y="1993072"/>
            <a:ext cx="8191500" cy="3991646"/>
          </a:xfrm>
          <a:prstGeom prst="rect">
            <a:avLst/>
          </a:prstGeom>
        </p:spPr>
      </p:pic>
      <p:pic>
        <p:nvPicPr>
          <p:cNvPr id="4" name="Picture 3">
            <a:extLst>
              <a:ext uri="{FF2B5EF4-FFF2-40B4-BE49-F238E27FC236}">
                <a16:creationId xmlns:a16="http://schemas.microsoft.com/office/drawing/2014/main" id="{3EB92D75-6889-4A5A-B5A3-2B4D97FC29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31010" y="-381813"/>
            <a:ext cx="3160990" cy="2139969"/>
          </a:xfrm>
          <a:prstGeom prst="rect">
            <a:avLst/>
          </a:prstGeom>
        </p:spPr>
      </p:pic>
      <p:sp>
        <p:nvSpPr>
          <p:cNvPr id="10" name="TextBox 9">
            <a:extLst>
              <a:ext uri="{FF2B5EF4-FFF2-40B4-BE49-F238E27FC236}">
                <a16:creationId xmlns:a16="http://schemas.microsoft.com/office/drawing/2014/main" id="{79B78E03-9DFE-4A25-A6E9-C5CCDDD2E084}"/>
              </a:ext>
            </a:extLst>
          </p:cNvPr>
          <p:cNvSpPr txBox="1"/>
          <p:nvPr/>
        </p:nvSpPr>
        <p:spPr>
          <a:xfrm>
            <a:off x="4000500" y="1213222"/>
            <a:ext cx="666163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Fish recovered in the opposite season from release</a:t>
            </a:r>
          </a:p>
        </p:txBody>
      </p:sp>
      <p:sp>
        <p:nvSpPr>
          <p:cNvPr id="11" name="TextBox 10">
            <a:extLst>
              <a:ext uri="{FF2B5EF4-FFF2-40B4-BE49-F238E27FC236}">
                <a16:creationId xmlns:a16="http://schemas.microsoft.com/office/drawing/2014/main" id="{7D637029-3FE0-4A3A-8F21-F38D006385E2}"/>
              </a:ext>
            </a:extLst>
          </p:cNvPr>
          <p:cNvSpPr txBox="1"/>
          <p:nvPr/>
        </p:nvSpPr>
        <p:spPr>
          <a:xfrm>
            <a:off x="6044293" y="1613947"/>
            <a:ext cx="228921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Distance traveled (km)</a:t>
            </a:r>
          </a:p>
        </p:txBody>
      </p:sp>
    </p:spTree>
    <p:extLst>
      <p:ext uri="{BB962C8B-B14F-4D97-AF65-F5344CB8AC3E}">
        <p14:creationId xmlns:p14="http://schemas.microsoft.com/office/powerpoint/2010/main" val="29215822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8AE14-1A47-417B-8678-BABE7E35171C}"/>
              </a:ext>
            </a:extLst>
          </p:cNvPr>
          <p:cNvSpPr>
            <a:spLocks noGrp="1"/>
          </p:cNvSpPr>
          <p:nvPr>
            <p:ph type="title"/>
          </p:nvPr>
        </p:nvSpPr>
        <p:spPr>
          <a:xfrm>
            <a:off x="0" y="25389"/>
            <a:ext cx="10515600" cy="1325563"/>
          </a:xfrm>
        </p:spPr>
        <p:txBody>
          <a:bodyPr/>
          <a:lstStyle/>
          <a:p>
            <a:r>
              <a:rPr lang="en-US" b="1" dirty="0"/>
              <a:t>Conventional Tagging 1982-2020</a:t>
            </a:r>
          </a:p>
        </p:txBody>
      </p:sp>
      <p:sp>
        <p:nvSpPr>
          <p:cNvPr id="7" name="Content Placeholder 2">
            <a:extLst>
              <a:ext uri="{FF2B5EF4-FFF2-40B4-BE49-F238E27FC236}">
                <a16:creationId xmlns:a16="http://schemas.microsoft.com/office/drawing/2014/main" id="{EA637120-1D98-4045-8170-8AE884BBB97A}"/>
              </a:ext>
            </a:extLst>
          </p:cNvPr>
          <p:cNvSpPr>
            <a:spLocks noGrp="1"/>
          </p:cNvSpPr>
          <p:nvPr>
            <p:ph idx="1"/>
          </p:nvPr>
        </p:nvSpPr>
        <p:spPr>
          <a:xfrm>
            <a:off x="364671" y="1825625"/>
            <a:ext cx="3355863" cy="4351338"/>
          </a:xfrm>
        </p:spPr>
        <p:txBody>
          <a:bodyPr>
            <a:normAutofit fontScale="85000" lnSpcReduction="10000"/>
          </a:bodyPr>
          <a:lstStyle/>
          <a:p>
            <a:r>
              <a:rPr lang="en-US" dirty="0"/>
              <a:t>Distance traveled/movement rate is size dependent</a:t>
            </a:r>
          </a:p>
          <a:p>
            <a:r>
              <a:rPr lang="en-US" dirty="0"/>
              <a:t>Bering Sea and western GOA fish travel further distances</a:t>
            </a:r>
          </a:p>
          <a:p>
            <a:r>
              <a:rPr lang="en-US" dirty="0"/>
              <a:t>Central GOA fish do not travel long distances</a:t>
            </a:r>
          </a:p>
          <a:p>
            <a:r>
              <a:rPr lang="en-US" dirty="0"/>
              <a:t>Western GOA fish tagged in the summer appear to not travel long distances</a:t>
            </a:r>
          </a:p>
        </p:txBody>
      </p:sp>
      <p:sp>
        <p:nvSpPr>
          <p:cNvPr id="3" name="AutoShape 2">
            <a:extLst>
              <a:ext uri="{FF2B5EF4-FFF2-40B4-BE49-F238E27FC236}">
                <a16:creationId xmlns:a16="http://schemas.microsoft.com/office/drawing/2014/main" id="{8468311A-0E19-4457-BF3B-E64AE701634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3EB92D75-6889-4A5A-B5A3-2B4D97FC29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31010" y="-381813"/>
            <a:ext cx="3160990" cy="2139969"/>
          </a:xfrm>
          <a:prstGeom prst="rect">
            <a:avLst/>
          </a:prstGeom>
        </p:spPr>
      </p:pic>
      <p:pic>
        <p:nvPicPr>
          <p:cNvPr id="5" name="Picture 4">
            <a:extLst>
              <a:ext uri="{FF2B5EF4-FFF2-40B4-BE49-F238E27FC236}">
                <a16:creationId xmlns:a16="http://schemas.microsoft.com/office/drawing/2014/main" id="{EED54FFE-6766-4C36-8CC0-6B1491F9271D}"/>
              </a:ext>
            </a:extLst>
          </p:cNvPr>
          <p:cNvPicPr>
            <a:picLocks noChangeAspect="1"/>
          </p:cNvPicPr>
          <p:nvPr/>
        </p:nvPicPr>
        <p:blipFill>
          <a:blip r:embed="rId3"/>
          <a:stretch>
            <a:fillRect/>
          </a:stretch>
        </p:blipFill>
        <p:spPr>
          <a:xfrm>
            <a:off x="4000500" y="1970674"/>
            <a:ext cx="8200288" cy="3995928"/>
          </a:xfrm>
          <a:prstGeom prst="rect">
            <a:avLst/>
          </a:prstGeom>
        </p:spPr>
      </p:pic>
      <p:sp>
        <p:nvSpPr>
          <p:cNvPr id="11" name="TextBox 10">
            <a:extLst>
              <a:ext uri="{FF2B5EF4-FFF2-40B4-BE49-F238E27FC236}">
                <a16:creationId xmlns:a16="http://schemas.microsoft.com/office/drawing/2014/main" id="{03EEA7CE-C255-4A16-BC27-E4C1594CD63C}"/>
              </a:ext>
            </a:extLst>
          </p:cNvPr>
          <p:cNvSpPr txBox="1"/>
          <p:nvPr/>
        </p:nvSpPr>
        <p:spPr>
          <a:xfrm>
            <a:off x="4000500" y="1213222"/>
            <a:ext cx="666163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Fish recovered in the opposite season from release</a:t>
            </a:r>
          </a:p>
        </p:txBody>
      </p:sp>
      <p:sp>
        <p:nvSpPr>
          <p:cNvPr id="12" name="TextBox 11">
            <a:extLst>
              <a:ext uri="{FF2B5EF4-FFF2-40B4-BE49-F238E27FC236}">
                <a16:creationId xmlns:a16="http://schemas.microsoft.com/office/drawing/2014/main" id="{7F1432D8-6262-4D17-B7DB-6DC157CAD3FE}"/>
              </a:ext>
            </a:extLst>
          </p:cNvPr>
          <p:cNvSpPr txBox="1"/>
          <p:nvPr/>
        </p:nvSpPr>
        <p:spPr>
          <a:xfrm>
            <a:off x="6044293" y="1613947"/>
            <a:ext cx="254768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Movement rate (km/day)</a:t>
            </a:r>
          </a:p>
        </p:txBody>
      </p:sp>
    </p:spTree>
    <p:extLst>
      <p:ext uri="{BB962C8B-B14F-4D97-AF65-F5344CB8AC3E}">
        <p14:creationId xmlns:p14="http://schemas.microsoft.com/office/powerpoint/2010/main" val="35306201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3C41E-0636-487E-A130-C8C885B11337}"/>
              </a:ext>
            </a:extLst>
          </p:cNvPr>
          <p:cNvSpPr>
            <a:spLocks noGrp="1"/>
          </p:cNvSpPr>
          <p:nvPr>
            <p:ph type="title"/>
          </p:nvPr>
        </p:nvSpPr>
        <p:spPr>
          <a:xfrm>
            <a:off x="0" y="0"/>
            <a:ext cx="10515600" cy="1325563"/>
          </a:xfrm>
        </p:spPr>
        <p:txBody>
          <a:bodyPr/>
          <a:lstStyle/>
          <a:p>
            <a:r>
              <a:rPr lang="en-US" b="1" dirty="0"/>
              <a:t>Pop-up Satellite Tagging 2019-2026</a:t>
            </a:r>
          </a:p>
        </p:txBody>
      </p:sp>
      <p:pic>
        <p:nvPicPr>
          <p:cNvPr id="4" name="Picture 3">
            <a:extLst>
              <a:ext uri="{FF2B5EF4-FFF2-40B4-BE49-F238E27FC236}">
                <a16:creationId xmlns:a16="http://schemas.microsoft.com/office/drawing/2014/main" id="{6DD14623-CBBC-4AB6-BAB6-159C7B34C5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31010" y="-381813"/>
            <a:ext cx="3160990" cy="2139969"/>
          </a:xfrm>
          <a:prstGeom prst="rect">
            <a:avLst/>
          </a:prstGeom>
        </p:spPr>
      </p:pic>
      <p:sp>
        <p:nvSpPr>
          <p:cNvPr id="5" name="Content Placeholder 2">
            <a:extLst>
              <a:ext uri="{FF2B5EF4-FFF2-40B4-BE49-F238E27FC236}">
                <a16:creationId xmlns:a16="http://schemas.microsoft.com/office/drawing/2014/main" id="{613840A8-3F4D-4D83-A3B3-05904159C292}"/>
              </a:ext>
            </a:extLst>
          </p:cNvPr>
          <p:cNvSpPr txBox="1">
            <a:spLocks/>
          </p:cNvSpPr>
          <p:nvPr/>
        </p:nvSpPr>
        <p:spPr>
          <a:xfrm>
            <a:off x="283031" y="1825625"/>
            <a:ext cx="354041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Movement between Western GOA and Eastern Bering Sea is Seasonal</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Little movement between the Central and Western GOA</a:t>
            </a:r>
          </a:p>
        </p:txBody>
      </p:sp>
      <p:pic>
        <p:nvPicPr>
          <p:cNvPr id="7" name="Picture 6">
            <a:extLst>
              <a:ext uri="{FF2B5EF4-FFF2-40B4-BE49-F238E27FC236}">
                <a16:creationId xmlns:a16="http://schemas.microsoft.com/office/drawing/2014/main" id="{A4A0F282-EA55-410C-A00F-AFB71ECB5D8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23442" y="1758676"/>
            <a:ext cx="4177280" cy="4177280"/>
          </a:xfrm>
          <a:prstGeom prst="rect">
            <a:avLst/>
          </a:prstGeom>
        </p:spPr>
      </p:pic>
      <p:pic>
        <p:nvPicPr>
          <p:cNvPr id="9" name="Picture 8">
            <a:extLst>
              <a:ext uri="{FF2B5EF4-FFF2-40B4-BE49-F238E27FC236}">
                <a16:creationId xmlns:a16="http://schemas.microsoft.com/office/drawing/2014/main" id="{94ADEABC-893A-47DE-B8A7-084D4952154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14720" y="1758156"/>
            <a:ext cx="4177280" cy="4177280"/>
          </a:xfrm>
          <a:prstGeom prst="rect">
            <a:avLst/>
          </a:prstGeom>
        </p:spPr>
      </p:pic>
    </p:spTree>
    <p:extLst>
      <p:ext uri="{BB962C8B-B14F-4D97-AF65-F5344CB8AC3E}">
        <p14:creationId xmlns:p14="http://schemas.microsoft.com/office/powerpoint/2010/main" val="37331804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182E9-B603-403A-9230-6B2525488C9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08FB192-7573-46D4-B8E5-758882DC8D1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FB090728-E959-4E73-AEAD-3119D5B8A58F}"/>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480773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FE1FE-C8E7-4A55-953B-8BF5A3F95FD9}"/>
              </a:ext>
            </a:extLst>
          </p:cNvPr>
          <p:cNvSpPr>
            <a:spLocks noGrp="1"/>
          </p:cNvSpPr>
          <p:nvPr>
            <p:ph type="title"/>
          </p:nvPr>
        </p:nvSpPr>
        <p:spPr>
          <a:xfrm>
            <a:off x="0" y="0"/>
            <a:ext cx="10515600" cy="1325563"/>
          </a:xfrm>
        </p:spPr>
        <p:txBody>
          <a:bodyPr/>
          <a:lstStyle/>
          <a:p>
            <a:r>
              <a:rPr lang="en-US" dirty="0"/>
              <a:t>Stock Synthesis explorations</a:t>
            </a:r>
          </a:p>
        </p:txBody>
      </p:sp>
      <p:sp>
        <p:nvSpPr>
          <p:cNvPr id="3" name="Content Placeholder 2">
            <a:extLst>
              <a:ext uri="{FF2B5EF4-FFF2-40B4-BE49-F238E27FC236}">
                <a16:creationId xmlns:a16="http://schemas.microsoft.com/office/drawing/2014/main" id="{A885E373-0088-482E-9CBF-9EA2872D4B5C}"/>
              </a:ext>
            </a:extLst>
          </p:cNvPr>
          <p:cNvSpPr>
            <a:spLocks noGrp="1"/>
          </p:cNvSpPr>
          <p:nvPr>
            <p:ph idx="1"/>
          </p:nvPr>
        </p:nvSpPr>
        <p:spPr>
          <a:xfrm>
            <a:off x="415413" y="1336649"/>
            <a:ext cx="4262723" cy="4786565"/>
          </a:xfrm>
        </p:spPr>
        <p:txBody>
          <a:bodyPr>
            <a:normAutofit fontScale="85000" lnSpcReduction="20000"/>
          </a:bodyPr>
          <a:lstStyle/>
          <a:p>
            <a:r>
              <a:rPr lang="en-US" dirty="0"/>
              <a:t>Models predict faster growth but smaller asymptote for WGOA fish</a:t>
            </a:r>
          </a:p>
          <a:p>
            <a:r>
              <a:rPr lang="en-US" dirty="0"/>
              <a:t>Growth is similar among models except:</a:t>
            </a:r>
          </a:p>
          <a:p>
            <a:pPr lvl="1"/>
            <a:r>
              <a:rPr lang="en-US" dirty="0"/>
              <a:t>Model 26.1.3.1 RW has smaller asymptote in WGOA.</a:t>
            </a:r>
          </a:p>
          <a:p>
            <a:endParaRPr lang="en-US" dirty="0"/>
          </a:p>
          <a:p>
            <a:r>
              <a:rPr lang="en-US" dirty="0"/>
              <a:t>Survey selectivity has larger peak selectivity for WGOA</a:t>
            </a:r>
          </a:p>
          <a:p>
            <a:r>
              <a:rPr lang="en-US" dirty="0"/>
              <a:t>Selectivity patterns similar among models except:</a:t>
            </a:r>
          </a:p>
          <a:p>
            <a:pPr lvl="1"/>
            <a:r>
              <a:rPr lang="en-US" dirty="0"/>
              <a:t>Model 26.1.3.1 differs from other models with smaller peak selectivity for WGOA</a:t>
            </a:r>
          </a:p>
        </p:txBody>
      </p:sp>
      <p:pic>
        <p:nvPicPr>
          <p:cNvPr id="6" name="Picture 5">
            <a:extLst>
              <a:ext uri="{FF2B5EF4-FFF2-40B4-BE49-F238E27FC236}">
                <a16:creationId xmlns:a16="http://schemas.microsoft.com/office/drawing/2014/main" id="{A009357C-70E8-4A67-865F-17C5EED03CAD}"/>
              </a:ext>
            </a:extLst>
          </p:cNvPr>
          <p:cNvPicPr>
            <a:picLocks noChangeAspect="1"/>
          </p:cNvPicPr>
          <p:nvPr/>
        </p:nvPicPr>
        <p:blipFill>
          <a:blip r:embed="rId2"/>
          <a:stretch>
            <a:fillRect/>
          </a:stretch>
        </p:blipFill>
        <p:spPr>
          <a:xfrm>
            <a:off x="6860215" y="1033329"/>
            <a:ext cx="4341590" cy="2877763"/>
          </a:xfrm>
          <a:prstGeom prst="rect">
            <a:avLst/>
          </a:prstGeom>
        </p:spPr>
      </p:pic>
      <p:pic>
        <p:nvPicPr>
          <p:cNvPr id="4" name="Picture 3">
            <a:extLst>
              <a:ext uri="{FF2B5EF4-FFF2-40B4-BE49-F238E27FC236}">
                <a16:creationId xmlns:a16="http://schemas.microsoft.com/office/drawing/2014/main" id="{A0641D9A-E61B-468F-85E8-6E98740AD8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31010" y="-381813"/>
            <a:ext cx="3160990" cy="2139969"/>
          </a:xfrm>
          <a:prstGeom prst="rect">
            <a:avLst/>
          </a:prstGeom>
        </p:spPr>
      </p:pic>
      <p:pic>
        <p:nvPicPr>
          <p:cNvPr id="8" name="Picture 7">
            <a:extLst>
              <a:ext uri="{FF2B5EF4-FFF2-40B4-BE49-F238E27FC236}">
                <a16:creationId xmlns:a16="http://schemas.microsoft.com/office/drawing/2014/main" id="{BDCF76FA-5107-476C-A661-C52898FA44F4}"/>
              </a:ext>
            </a:extLst>
          </p:cNvPr>
          <p:cNvPicPr>
            <a:picLocks noChangeAspect="1"/>
          </p:cNvPicPr>
          <p:nvPr/>
        </p:nvPicPr>
        <p:blipFill>
          <a:blip r:embed="rId4"/>
          <a:stretch>
            <a:fillRect/>
          </a:stretch>
        </p:blipFill>
        <p:spPr>
          <a:xfrm>
            <a:off x="6860215" y="3935548"/>
            <a:ext cx="4409008" cy="2922451"/>
          </a:xfrm>
          <a:prstGeom prst="rect">
            <a:avLst/>
          </a:prstGeom>
        </p:spPr>
      </p:pic>
    </p:spTree>
    <p:extLst>
      <p:ext uri="{BB962C8B-B14F-4D97-AF65-F5344CB8AC3E}">
        <p14:creationId xmlns:p14="http://schemas.microsoft.com/office/powerpoint/2010/main" val="28713471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FE1FE-C8E7-4A55-953B-8BF5A3F95FD9}"/>
              </a:ext>
            </a:extLst>
          </p:cNvPr>
          <p:cNvSpPr>
            <a:spLocks noGrp="1"/>
          </p:cNvSpPr>
          <p:nvPr>
            <p:ph type="title"/>
          </p:nvPr>
        </p:nvSpPr>
        <p:spPr>
          <a:xfrm>
            <a:off x="0" y="0"/>
            <a:ext cx="10515600" cy="1325563"/>
          </a:xfrm>
        </p:spPr>
        <p:txBody>
          <a:bodyPr/>
          <a:lstStyle/>
          <a:p>
            <a:r>
              <a:rPr lang="en-US" dirty="0"/>
              <a:t>Stock Synthesis explorations</a:t>
            </a:r>
          </a:p>
        </p:txBody>
      </p:sp>
      <p:sp>
        <p:nvSpPr>
          <p:cNvPr id="3" name="Content Placeholder 2">
            <a:extLst>
              <a:ext uri="{FF2B5EF4-FFF2-40B4-BE49-F238E27FC236}">
                <a16:creationId xmlns:a16="http://schemas.microsoft.com/office/drawing/2014/main" id="{A885E373-0088-482E-9CBF-9EA2872D4B5C}"/>
              </a:ext>
            </a:extLst>
          </p:cNvPr>
          <p:cNvSpPr>
            <a:spLocks noGrp="1"/>
          </p:cNvSpPr>
          <p:nvPr>
            <p:ph idx="1"/>
          </p:nvPr>
        </p:nvSpPr>
        <p:spPr>
          <a:xfrm>
            <a:off x="415413" y="1336649"/>
            <a:ext cx="2848943" cy="1406551"/>
          </a:xfrm>
        </p:spPr>
        <p:txBody>
          <a:bodyPr>
            <a:normAutofit/>
          </a:bodyPr>
          <a:lstStyle/>
          <a:p>
            <a:r>
              <a:rPr lang="en-US" dirty="0"/>
              <a:t>Little difference in results among models</a:t>
            </a:r>
          </a:p>
        </p:txBody>
      </p:sp>
      <p:pic>
        <p:nvPicPr>
          <p:cNvPr id="4" name="Picture 3">
            <a:extLst>
              <a:ext uri="{FF2B5EF4-FFF2-40B4-BE49-F238E27FC236}">
                <a16:creationId xmlns:a16="http://schemas.microsoft.com/office/drawing/2014/main" id="{A0641D9A-E61B-468F-85E8-6E98740AD8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31010" y="-381813"/>
            <a:ext cx="3160990" cy="2139969"/>
          </a:xfrm>
          <a:prstGeom prst="rect">
            <a:avLst/>
          </a:prstGeom>
        </p:spPr>
      </p:pic>
      <p:pic>
        <p:nvPicPr>
          <p:cNvPr id="7" name="Picture 6">
            <a:extLst>
              <a:ext uri="{FF2B5EF4-FFF2-40B4-BE49-F238E27FC236}">
                <a16:creationId xmlns:a16="http://schemas.microsoft.com/office/drawing/2014/main" id="{97640B49-A9B8-49AF-8517-C6143D5372B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65" y="2694607"/>
            <a:ext cx="5427809" cy="3583521"/>
          </a:xfrm>
          <a:prstGeom prst="rect">
            <a:avLst/>
          </a:prstGeom>
          <a:noFill/>
        </p:spPr>
      </p:pic>
      <p:pic>
        <p:nvPicPr>
          <p:cNvPr id="6" name="Picture 5">
            <a:extLst>
              <a:ext uri="{FF2B5EF4-FFF2-40B4-BE49-F238E27FC236}">
                <a16:creationId xmlns:a16="http://schemas.microsoft.com/office/drawing/2014/main" id="{132323CC-050B-4096-95DB-E26F8C18452F}"/>
              </a:ext>
            </a:extLst>
          </p:cNvPr>
          <p:cNvPicPr>
            <a:picLocks noChangeAspect="1"/>
          </p:cNvPicPr>
          <p:nvPr/>
        </p:nvPicPr>
        <p:blipFill>
          <a:blip r:embed="rId4"/>
          <a:stretch>
            <a:fillRect/>
          </a:stretch>
        </p:blipFill>
        <p:spPr>
          <a:xfrm>
            <a:off x="5347266" y="1336649"/>
            <a:ext cx="6836869" cy="4941479"/>
          </a:xfrm>
          <a:prstGeom prst="rect">
            <a:avLst/>
          </a:prstGeom>
        </p:spPr>
      </p:pic>
    </p:spTree>
    <p:extLst>
      <p:ext uri="{BB962C8B-B14F-4D97-AF65-F5344CB8AC3E}">
        <p14:creationId xmlns:p14="http://schemas.microsoft.com/office/powerpoint/2010/main" val="1442648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FE1FE-C8E7-4A55-953B-8BF5A3F95FD9}"/>
              </a:ext>
            </a:extLst>
          </p:cNvPr>
          <p:cNvSpPr>
            <a:spLocks noGrp="1"/>
          </p:cNvSpPr>
          <p:nvPr>
            <p:ph type="title"/>
          </p:nvPr>
        </p:nvSpPr>
        <p:spPr>
          <a:xfrm>
            <a:off x="0" y="0"/>
            <a:ext cx="10515600" cy="1325563"/>
          </a:xfrm>
        </p:spPr>
        <p:txBody>
          <a:bodyPr/>
          <a:lstStyle/>
          <a:p>
            <a:r>
              <a:rPr lang="en-US" dirty="0"/>
              <a:t>Proportionality</a:t>
            </a:r>
          </a:p>
        </p:txBody>
      </p:sp>
      <p:pic>
        <p:nvPicPr>
          <p:cNvPr id="5" name="Content Placeholder 4">
            <a:extLst>
              <a:ext uri="{FF2B5EF4-FFF2-40B4-BE49-F238E27FC236}">
                <a16:creationId xmlns:a16="http://schemas.microsoft.com/office/drawing/2014/main" id="{9646C071-A37A-40DA-BEE4-B07759394660}"/>
              </a:ext>
            </a:extLst>
          </p:cNvPr>
          <p:cNvPicPr>
            <a:picLocks noGrp="1" noChangeAspect="1"/>
          </p:cNvPicPr>
          <p:nvPr>
            <p:ph idx="1"/>
          </p:nvPr>
        </p:nvPicPr>
        <p:blipFill>
          <a:blip r:embed="rId2"/>
          <a:stretch>
            <a:fillRect/>
          </a:stretch>
        </p:blipFill>
        <p:spPr>
          <a:xfrm>
            <a:off x="3633108" y="680010"/>
            <a:ext cx="6408964" cy="3204482"/>
          </a:xfrm>
          <a:prstGeom prst="rect">
            <a:avLst/>
          </a:prstGeom>
        </p:spPr>
      </p:pic>
      <p:pic>
        <p:nvPicPr>
          <p:cNvPr id="4" name="Picture 3">
            <a:extLst>
              <a:ext uri="{FF2B5EF4-FFF2-40B4-BE49-F238E27FC236}">
                <a16:creationId xmlns:a16="http://schemas.microsoft.com/office/drawing/2014/main" id="{A0641D9A-E61B-468F-85E8-6E98740AD8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31010" y="-381813"/>
            <a:ext cx="3160990" cy="2139969"/>
          </a:xfrm>
          <a:prstGeom prst="rect">
            <a:avLst/>
          </a:prstGeom>
        </p:spPr>
      </p:pic>
      <p:sp>
        <p:nvSpPr>
          <p:cNvPr id="6" name="Content Placeholder 2">
            <a:extLst>
              <a:ext uri="{FF2B5EF4-FFF2-40B4-BE49-F238E27FC236}">
                <a16:creationId xmlns:a16="http://schemas.microsoft.com/office/drawing/2014/main" id="{DA4843FF-3E2E-4EEC-860F-57BBC424BC56}"/>
              </a:ext>
            </a:extLst>
          </p:cNvPr>
          <p:cNvSpPr txBox="1">
            <a:spLocks/>
          </p:cNvSpPr>
          <p:nvPr/>
        </p:nvSpPr>
        <p:spPr>
          <a:xfrm>
            <a:off x="242092" y="1758156"/>
            <a:ext cx="3072608"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Little difference among model results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5-30% of spawning biomass in the Western GOA</a:t>
            </a:r>
          </a:p>
        </p:txBody>
      </p:sp>
      <p:pic>
        <p:nvPicPr>
          <p:cNvPr id="8" name="Picture 7">
            <a:extLst>
              <a:ext uri="{FF2B5EF4-FFF2-40B4-BE49-F238E27FC236}">
                <a16:creationId xmlns:a16="http://schemas.microsoft.com/office/drawing/2014/main" id="{42DD99E2-D808-42A9-A579-231C99B75804}"/>
              </a:ext>
            </a:extLst>
          </p:cNvPr>
          <p:cNvPicPr>
            <a:picLocks noChangeAspect="1"/>
          </p:cNvPicPr>
          <p:nvPr/>
        </p:nvPicPr>
        <p:blipFill>
          <a:blip r:embed="rId4"/>
          <a:stretch>
            <a:fillRect/>
          </a:stretch>
        </p:blipFill>
        <p:spPr>
          <a:xfrm>
            <a:off x="5753208" y="3884842"/>
            <a:ext cx="5660575" cy="2973162"/>
          </a:xfrm>
          <a:prstGeom prst="rect">
            <a:avLst/>
          </a:prstGeom>
        </p:spPr>
      </p:pic>
    </p:spTree>
    <p:extLst>
      <p:ext uri="{BB962C8B-B14F-4D97-AF65-F5344CB8AC3E}">
        <p14:creationId xmlns:p14="http://schemas.microsoft.com/office/powerpoint/2010/main" val="39411071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FE1FE-C8E7-4A55-953B-8BF5A3F95FD9}"/>
              </a:ext>
            </a:extLst>
          </p:cNvPr>
          <p:cNvSpPr>
            <a:spLocks noGrp="1"/>
          </p:cNvSpPr>
          <p:nvPr>
            <p:ph type="title"/>
          </p:nvPr>
        </p:nvSpPr>
        <p:spPr>
          <a:xfrm>
            <a:off x="0" y="0"/>
            <a:ext cx="10515600" cy="1325563"/>
          </a:xfrm>
        </p:spPr>
        <p:txBody>
          <a:bodyPr/>
          <a:lstStyle/>
          <a:p>
            <a:r>
              <a:rPr lang="en-US" dirty="0"/>
              <a:t>Catchability or movement?</a:t>
            </a:r>
          </a:p>
        </p:txBody>
      </p:sp>
      <p:pic>
        <p:nvPicPr>
          <p:cNvPr id="5" name="Content Placeholder 4">
            <a:extLst>
              <a:ext uri="{FF2B5EF4-FFF2-40B4-BE49-F238E27FC236}">
                <a16:creationId xmlns:a16="http://schemas.microsoft.com/office/drawing/2014/main" id="{E378AA95-3B9A-42FF-BF42-6296597A41E9}"/>
              </a:ext>
            </a:extLst>
          </p:cNvPr>
          <p:cNvPicPr>
            <a:picLocks noGrp="1" noChangeAspect="1"/>
          </p:cNvPicPr>
          <p:nvPr>
            <p:ph idx="1"/>
          </p:nvPr>
        </p:nvPicPr>
        <p:blipFill>
          <a:blip r:embed="rId2"/>
          <a:stretch>
            <a:fillRect/>
          </a:stretch>
        </p:blipFill>
        <p:spPr>
          <a:xfrm>
            <a:off x="9474" y="2696186"/>
            <a:ext cx="5614547" cy="3874037"/>
          </a:xfrm>
          <a:prstGeom prst="rect">
            <a:avLst/>
          </a:prstGeom>
        </p:spPr>
      </p:pic>
      <p:pic>
        <p:nvPicPr>
          <p:cNvPr id="4" name="Picture 3">
            <a:extLst>
              <a:ext uri="{FF2B5EF4-FFF2-40B4-BE49-F238E27FC236}">
                <a16:creationId xmlns:a16="http://schemas.microsoft.com/office/drawing/2014/main" id="{A0641D9A-E61B-468F-85E8-6E98740AD8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31010" y="-381813"/>
            <a:ext cx="3160990" cy="2139969"/>
          </a:xfrm>
          <a:prstGeom prst="rect">
            <a:avLst/>
          </a:prstGeom>
        </p:spPr>
      </p:pic>
      <p:sp>
        <p:nvSpPr>
          <p:cNvPr id="7" name="TextBox 6">
            <a:extLst>
              <a:ext uri="{FF2B5EF4-FFF2-40B4-BE49-F238E27FC236}">
                <a16:creationId xmlns:a16="http://schemas.microsoft.com/office/drawing/2014/main" id="{17FB24E0-F2FF-4F89-A38C-41A59814ED62}"/>
              </a:ext>
            </a:extLst>
          </p:cNvPr>
          <p:cNvSpPr txBox="1"/>
          <p:nvPr/>
        </p:nvSpPr>
        <p:spPr>
          <a:xfrm>
            <a:off x="235975" y="1105128"/>
            <a:ext cx="10279626" cy="830997"/>
          </a:xfrm>
          <a:prstGeom prst="rect">
            <a:avLst/>
          </a:prstGeom>
          <a:noFill/>
        </p:spPr>
        <p:txBody>
          <a:bodyPr wrap="square" rtlCol="0">
            <a:spAutoFit/>
          </a:bodyPr>
          <a:lstStyle/>
          <a:p>
            <a:pPr marL="914400" lvl="1" indent="-457200">
              <a:buFont typeface="Arial" panose="020B0604020202020204" pitchFamily="34" charset="0"/>
              <a:buChar char="•"/>
            </a:pPr>
            <a:r>
              <a:rPr lang="en-US" sz="2400" dirty="0"/>
              <a:t>Agreement in spatial state among models but substantial structural uncertainty in spatial mechanism</a:t>
            </a:r>
          </a:p>
        </p:txBody>
      </p:sp>
      <p:pic>
        <p:nvPicPr>
          <p:cNvPr id="3" name="Picture 2">
            <a:extLst>
              <a:ext uri="{FF2B5EF4-FFF2-40B4-BE49-F238E27FC236}">
                <a16:creationId xmlns:a16="http://schemas.microsoft.com/office/drawing/2014/main" id="{2E47D1E5-54B5-468B-AAAB-723DEE3A5E98}"/>
              </a:ext>
            </a:extLst>
          </p:cNvPr>
          <p:cNvPicPr>
            <a:picLocks noChangeAspect="1"/>
          </p:cNvPicPr>
          <p:nvPr/>
        </p:nvPicPr>
        <p:blipFill rotWithShape="1">
          <a:blip r:embed="rId4"/>
          <a:srcRect b="5742"/>
          <a:stretch/>
        </p:blipFill>
        <p:spPr>
          <a:xfrm>
            <a:off x="6014598" y="2736090"/>
            <a:ext cx="6032823" cy="3589895"/>
          </a:xfrm>
          <a:prstGeom prst="rect">
            <a:avLst/>
          </a:prstGeom>
        </p:spPr>
      </p:pic>
    </p:spTree>
    <p:extLst>
      <p:ext uri="{BB962C8B-B14F-4D97-AF65-F5344CB8AC3E}">
        <p14:creationId xmlns:p14="http://schemas.microsoft.com/office/powerpoint/2010/main" val="38303667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FE1FE-C8E7-4A55-953B-8BF5A3F95FD9}"/>
              </a:ext>
            </a:extLst>
          </p:cNvPr>
          <p:cNvSpPr>
            <a:spLocks noGrp="1"/>
          </p:cNvSpPr>
          <p:nvPr>
            <p:ph type="title"/>
          </p:nvPr>
        </p:nvSpPr>
        <p:spPr>
          <a:xfrm>
            <a:off x="0" y="0"/>
            <a:ext cx="10515600" cy="1325563"/>
          </a:xfrm>
        </p:spPr>
        <p:txBody>
          <a:bodyPr/>
          <a:lstStyle/>
          <a:p>
            <a:r>
              <a:rPr lang="en-US" dirty="0"/>
              <a:t>Limitation of Stock Synthesis?</a:t>
            </a:r>
          </a:p>
        </p:txBody>
      </p:sp>
      <p:pic>
        <p:nvPicPr>
          <p:cNvPr id="4" name="Picture 3">
            <a:extLst>
              <a:ext uri="{FF2B5EF4-FFF2-40B4-BE49-F238E27FC236}">
                <a16:creationId xmlns:a16="http://schemas.microsoft.com/office/drawing/2014/main" id="{A0641D9A-E61B-468F-85E8-6E98740AD8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31010" y="-381813"/>
            <a:ext cx="3160990" cy="2139969"/>
          </a:xfrm>
          <a:prstGeom prst="rect">
            <a:avLst/>
          </a:prstGeom>
        </p:spPr>
      </p:pic>
      <p:sp>
        <p:nvSpPr>
          <p:cNvPr id="5" name="TextBox 4">
            <a:extLst>
              <a:ext uri="{FF2B5EF4-FFF2-40B4-BE49-F238E27FC236}">
                <a16:creationId xmlns:a16="http://schemas.microsoft.com/office/drawing/2014/main" id="{7998EBF1-78FF-7269-7B7F-2D6A3D18CC3E}"/>
              </a:ext>
            </a:extLst>
          </p:cNvPr>
          <p:cNvSpPr txBox="1"/>
          <p:nvPr/>
        </p:nvSpPr>
        <p:spPr>
          <a:xfrm>
            <a:off x="98854" y="1325563"/>
            <a:ext cx="11994292" cy="4832092"/>
          </a:xfrm>
          <a:prstGeom prst="rect">
            <a:avLst/>
          </a:prstGeom>
          <a:noFill/>
        </p:spPr>
        <p:txBody>
          <a:bodyPr wrap="square">
            <a:spAutoFit/>
          </a:bodyPr>
          <a:lstStyle/>
          <a:p>
            <a:pPr marL="342900" lvl="0" indent="-342900" rtl="0" fontAlgn="base">
              <a:buFont typeface="Arial" panose="020B0604020202020204" pitchFamily="34" charset="0"/>
              <a:buChar char="•"/>
            </a:pPr>
            <a:r>
              <a:rPr lang="en-US" sz="2800" b="0" i="0" u="none" strike="noStrike" dirty="0">
                <a:solidFill>
                  <a:schemeClr val="tx1"/>
                </a:solidFill>
                <a:effectLst/>
                <a:latin typeface="+mn-lt"/>
              </a:rPr>
              <a:t>These models are finding multiple ways to explain essentially the same data. Changes or discrepancies in indices and composition can be absorbed by q, movement, recruitment allocation, and growth or selectivity.</a:t>
            </a:r>
          </a:p>
          <a:p>
            <a:pPr marL="342900" lvl="0" indent="-342900" rtl="0" fontAlgn="base">
              <a:buFont typeface="Arial" panose="020B0604020202020204" pitchFamily="34" charset="0"/>
              <a:buChar char="•"/>
            </a:pPr>
            <a:r>
              <a:rPr lang="en-US" sz="2800" b="0" i="0" u="none" strike="noStrike" dirty="0">
                <a:solidFill>
                  <a:schemeClr val="tx1"/>
                </a:solidFill>
                <a:effectLst/>
                <a:latin typeface="+mn-lt"/>
              </a:rPr>
              <a:t>In Stock Synthesis there is no easy ways to rigorously test among various hypothesis on how spatial processes impact stock dynamics.</a:t>
            </a:r>
          </a:p>
          <a:p>
            <a:pPr marL="342900" lvl="0" indent="-342900" rtl="0" fontAlgn="base">
              <a:buFont typeface="Arial" panose="020B0604020202020204" pitchFamily="34" charset="0"/>
              <a:buChar char="•"/>
            </a:pPr>
            <a:r>
              <a:rPr lang="en-US" sz="2800" b="0" i="0" u="none" strike="noStrike" dirty="0">
                <a:solidFill>
                  <a:schemeClr val="tx1"/>
                </a:solidFill>
                <a:effectLst/>
                <a:latin typeface="+mn-lt"/>
              </a:rPr>
              <a:t>Stock Synthesis demonstrates that a two-area Pacific cod model is feasible, but the current explorations reveal substantial confounding among catchability, movement, recruitment allocation, growth, and selectivity. A spatial-first RTMB framework such as </a:t>
            </a:r>
            <a:r>
              <a:rPr lang="en-US" sz="2800" b="0" i="0" u="none" strike="noStrike" dirty="0" err="1">
                <a:solidFill>
                  <a:schemeClr val="tx1"/>
                </a:solidFill>
                <a:effectLst/>
                <a:latin typeface="+mn-lt"/>
              </a:rPr>
              <a:t>SPoRC</a:t>
            </a:r>
            <a:r>
              <a:rPr lang="en-US" sz="2800" b="0" i="0" u="none" strike="noStrike" dirty="0">
                <a:solidFill>
                  <a:schemeClr val="tx1"/>
                </a:solidFill>
                <a:effectLst/>
                <a:latin typeface="+mn-lt"/>
              </a:rPr>
              <a:t> may provide a more flexible and sustainable platform for resolving these hypotheses, incorporating direct movement data, and developing the model further.</a:t>
            </a:r>
            <a:endParaRPr lang="en-US" sz="2800" b="0" i="0" u="none" strike="noStrike"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13972771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FE1FE-C8E7-4A55-953B-8BF5A3F95FD9}"/>
              </a:ext>
            </a:extLst>
          </p:cNvPr>
          <p:cNvSpPr>
            <a:spLocks noGrp="1"/>
          </p:cNvSpPr>
          <p:nvPr>
            <p:ph type="title"/>
          </p:nvPr>
        </p:nvSpPr>
        <p:spPr>
          <a:xfrm>
            <a:off x="277586" y="73476"/>
            <a:ext cx="9031010" cy="1325563"/>
          </a:xfrm>
        </p:spPr>
        <p:txBody>
          <a:bodyPr/>
          <a:lstStyle/>
          <a:p>
            <a:r>
              <a:rPr lang="en-US" dirty="0"/>
              <a:t>Twelve reasons to move to </a:t>
            </a:r>
            <a:r>
              <a:rPr lang="en-US" dirty="0" err="1"/>
              <a:t>SPoRC</a:t>
            </a:r>
            <a:r>
              <a:rPr lang="en-US" dirty="0"/>
              <a:t> and away from Stock Synthesis</a:t>
            </a:r>
          </a:p>
        </p:txBody>
      </p:sp>
      <p:pic>
        <p:nvPicPr>
          <p:cNvPr id="4" name="Picture 3">
            <a:extLst>
              <a:ext uri="{FF2B5EF4-FFF2-40B4-BE49-F238E27FC236}">
                <a16:creationId xmlns:a16="http://schemas.microsoft.com/office/drawing/2014/main" id="{A0641D9A-E61B-468F-85E8-6E98740AD8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31010" y="-381813"/>
            <a:ext cx="3160990" cy="2139969"/>
          </a:xfrm>
          <a:prstGeom prst="rect">
            <a:avLst/>
          </a:prstGeom>
        </p:spPr>
      </p:pic>
      <p:sp>
        <p:nvSpPr>
          <p:cNvPr id="5" name="Rectangle 2">
            <a:extLst>
              <a:ext uri="{FF2B5EF4-FFF2-40B4-BE49-F238E27FC236}">
                <a16:creationId xmlns:a16="http://schemas.microsoft.com/office/drawing/2014/main" id="{C9BB626F-3DB3-45AF-A753-4885EEDDCF3D}"/>
              </a:ext>
            </a:extLst>
          </p:cNvPr>
          <p:cNvSpPr>
            <a:spLocks noGrp="1" noChangeArrowheads="1"/>
          </p:cNvSpPr>
          <p:nvPr>
            <p:ph idx="1"/>
          </p:nvPr>
        </p:nvSpPr>
        <p:spPr bwMode="auto">
          <a:xfrm>
            <a:off x="838201" y="1877638"/>
            <a:ext cx="10068097"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rPr>
              <a:t>ADMB is a legacy dependency with limited future development.</a:t>
            </a:r>
            <a:r>
              <a:rPr kumimoji="0" lang="en-US" altLang="en-US" sz="1800" b="0" i="0" u="none" strike="noStrike" cap="none" normalizeH="0" baseline="0" dirty="0">
                <a:ln>
                  <a:noFill/>
                </a:ln>
                <a:solidFill>
                  <a:schemeClr val="tx1"/>
                </a:solidFill>
                <a:effectLst/>
                <a:latin typeface="Arial" panose="020B0604020202020204" pitchFamily="34" charset="0"/>
              </a:rPr>
              <a:t> </a:t>
            </a:r>
            <a:endParaRPr lang="en-US" altLang="en-US" sz="1800" dirty="0">
              <a:latin typeface="Arial" panose="020B0604020202020204" pitchFamily="34" charset="0"/>
            </a:endParaRPr>
          </a:p>
          <a:p>
            <a:pPr lvl="1"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The ADMB Foundation announced retirement from active development, with the goal of leaving a stable release that can continue compiling existing models such as Stock Synthesis. </a:t>
            </a:r>
          </a:p>
          <a:p>
            <a:pPr marL="457200" lvl="1" indent="0" eaLnBrk="0" fontAlgn="base" hangingPunct="0">
              <a:lnSpc>
                <a:spcPct val="100000"/>
              </a:lnSpc>
              <a:spcBef>
                <a:spcPct val="0"/>
              </a:spcBef>
              <a:spcAft>
                <a:spcPct val="0"/>
              </a:spcAft>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1" i="0" u="none" strike="noStrike" cap="none" normalizeH="0" baseline="0" dirty="0" err="1">
                <a:ln>
                  <a:noFill/>
                </a:ln>
                <a:solidFill>
                  <a:schemeClr val="tx1"/>
                </a:solidFill>
                <a:effectLst/>
                <a:latin typeface="Arial" panose="020B0604020202020204" pitchFamily="34" charset="0"/>
              </a:rPr>
              <a:t>SPoRC</a:t>
            </a:r>
            <a:r>
              <a:rPr kumimoji="0" lang="en-US" altLang="en-US" sz="1800" b="1" i="0" u="none" strike="noStrike" cap="none" normalizeH="0" baseline="0" dirty="0">
                <a:ln>
                  <a:noFill/>
                </a:ln>
                <a:solidFill>
                  <a:schemeClr val="tx1"/>
                </a:solidFill>
                <a:effectLst/>
                <a:latin typeface="Arial" panose="020B0604020202020204" pitchFamily="34" charset="0"/>
              </a:rPr>
              <a:t> was designed as a spatial model from the outset.</a:t>
            </a:r>
            <a:r>
              <a:rPr kumimoji="0" lang="en-US" altLang="en-US" sz="1800" b="0" i="0" u="none" strike="noStrike" cap="none" normalizeH="0" baseline="0" dirty="0">
                <a:ln>
                  <a:noFill/>
                </a:ln>
                <a:solidFill>
                  <a:schemeClr val="tx1"/>
                </a:solidFill>
                <a:effectLst/>
                <a:latin typeface="Arial" panose="020B0604020202020204" pitchFamily="34" charset="0"/>
              </a:rPr>
              <a:t> </a:t>
            </a:r>
            <a:endParaRPr lang="en-US" altLang="en-US" sz="1800" dirty="0">
              <a:latin typeface="Arial" panose="020B0604020202020204" pitchFamily="34" charset="0"/>
            </a:endParaRPr>
          </a:p>
          <a:p>
            <a:pPr lvl="1"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Multi-region, age-, sex-, and time-varying population processes are core design features rather than additions to a predominantly general-purpose integrated assessment framework. It supports flexible regional structures, recruitment allocation, fleet structures, and connectivity assumptions. </a:t>
            </a:r>
          </a:p>
          <a:p>
            <a:pPr marL="457200" lvl="1" indent="0" eaLnBrk="0" fontAlgn="base" hangingPunct="0">
              <a:lnSpc>
                <a:spcPct val="100000"/>
              </a:lnSpc>
              <a:spcBef>
                <a:spcPct val="0"/>
              </a:spcBef>
              <a:spcAft>
                <a:spcPct val="0"/>
              </a:spcAft>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rPr>
              <a:t>Stock Synthesis can do spatial models, but the implementation becomes complicated quickly.</a:t>
            </a:r>
            <a:r>
              <a:rPr kumimoji="0" lang="en-US" altLang="en-US" sz="1800" b="0" i="0" u="none" strike="noStrike" cap="none" normalizeH="0" baseline="0" dirty="0">
                <a:ln>
                  <a:noFill/>
                </a:ln>
                <a:solidFill>
                  <a:schemeClr val="tx1"/>
                </a:solidFill>
                <a:effectLst/>
                <a:latin typeface="Arial" panose="020B0604020202020204" pitchFamily="34" charset="0"/>
              </a:rPr>
              <a:t> </a:t>
            </a:r>
            <a:endParaRPr lang="en-US" altLang="en-US" sz="1800" dirty="0">
              <a:latin typeface="Arial" panose="020B0604020202020204" pitchFamily="34" charset="0"/>
            </a:endParaRPr>
          </a:p>
          <a:p>
            <a:pPr lvl="1"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SS requires area-specific fleets/data, recruitment-distribution decisions, movement definitions, and often growth morphs to represent regional biological differences.</a:t>
            </a:r>
          </a:p>
        </p:txBody>
      </p:sp>
    </p:spTree>
    <p:extLst>
      <p:ext uri="{BB962C8B-B14F-4D97-AF65-F5344CB8AC3E}">
        <p14:creationId xmlns:p14="http://schemas.microsoft.com/office/powerpoint/2010/main" val="32165651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0641D9A-E61B-468F-85E8-6E98740AD8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31010" y="-381813"/>
            <a:ext cx="3160990" cy="2139969"/>
          </a:xfrm>
          <a:prstGeom prst="rect">
            <a:avLst/>
          </a:prstGeom>
        </p:spPr>
      </p:pic>
      <p:sp>
        <p:nvSpPr>
          <p:cNvPr id="5" name="Rectangle 2">
            <a:extLst>
              <a:ext uri="{FF2B5EF4-FFF2-40B4-BE49-F238E27FC236}">
                <a16:creationId xmlns:a16="http://schemas.microsoft.com/office/drawing/2014/main" id="{C9BB626F-3DB3-45AF-A753-4885EEDDCF3D}"/>
              </a:ext>
            </a:extLst>
          </p:cNvPr>
          <p:cNvSpPr>
            <a:spLocks noGrp="1" noChangeArrowheads="1"/>
          </p:cNvSpPr>
          <p:nvPr>
            <p:ph idx="1"/>
          </p:nvPr>
        </p:nvSpPr>
        <p:spPr bwMode="auto">
          <a:xfrm>
            <a:off x="838201" y="2016137"/>
            <a:ext cx="1102406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rPr>
              <a:t>Random effects are much more natural in RTMB/TMB.</a:t>
            </a:r>
            <a:r>
              <a:rPr kumimoji="0" lang="en-US" altLang="en-US" sz="1800" b="0" i="0" u="none" strike="noStrike" cap="none" normalizeH="0" baseline="0" dirty="0">
                <a:ln>
                  <a:noFill/>
                </a:ln>
                <a:solidFill>
                  <a:schemeClr val="tx1"/>
                </a:solidFill>
                <a:effectLst/>
                <a:latin typeface="Arial" panose="020B0604020202020204" pitchFamily="34" charset="0"/>
              </a:rPr>
              <a:t> </a:t>
            </a:r>
          </a:p>
          <a:p>
            <a:pPr lvl="1" eaLnBrk="0" fontAlgn="base" hangingPunct="0">
              <a:lnSpc>
                <a:spcPct val="100000"/>
              </a:lnSpc>
              <a:spcBef>
                <a:spcPct val="0"/>
              </a:spcBef>
              <a:spcAft>
                <a:spcPct val="0"/>
              </a:spcAft>
            </a:pPr>
            <a:r>
              <a:rPr lang="en-US" altLang="en-US" sz="1800" dirty="0">
                <a:latin typeface="Arial" panose="020B0604020202020204" pitchFamily="34" charset="0"/>
              </a:rPr>
              <a:t>Allows more direct </a:t>
            </a:r>
            <a:r>
              <a:rPr kumimoji="0" lang="en-US" altLang="en-US" sz="1800" b="0" i="0" u="none" strike="noStrike" cap="none" normalizeH="0" baseline="0" dirty="0">
                <a:ln>
                  <a:noFill/>
                </a:ln>
                <a:solidFill>
                  <a:schemeClr val="tx1"/>
                </a:solidFill>
                <a:effectLst/>
                <a:latin typeface="Arial" panose="020B0604020202020204" pitchFamily="34" charset="0"/>
              </a:rPr>
              <a:t>testing of spatial and movement processes: annual movement, annual catchability, recruitment allocation, and environmental effects. TMB was developed with efficient Laplace approximation for random effects, whereas SS/ADMB requires implementing these processes through large sets of annual deviation parameters and penalties. </a:t>
            </a:r>
          </a:p>
          <a:p>
            <a:pPr lvl="1"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rPr>
              <a:t>A state-space formulation is a better conceptual match for time-varying spatial processes.</a:t>
            </a:r>
            <a:r>
              <a:rPr kumimoji="0" lang="en-US" altLang="en-US" sz="1800" b="0" i="0" u="none" strike="noStrike" cap="none" normalizeH="0" baseline="0" dirty="0">
                <a:ln>
                  <a:noFill/>
                </a:ln>
                <a:solidFill>
                  <a:schemeClr val="tx1"/>
                </a:solidFill>
                <a:effectLst/>
                <a:latin typeface="Arial" panose="020B0604020202020204" pitchFamily="34" charset="0"/>
              </a:rPr>
              <a:t> </a:t>
            </a:r>
          </a:p>
          <a:p>
            <a:pPr lvl="1"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Rather than treating annual movement or catchability variation primarily as fixed annual parameters with penalties, </a:t>
            </a:r>
            <a:r>
              <a:rPr kumimoji="0" lang="en-US" altLang="en-US" sz="1800" b="0" i="0" u="none" strike="noStrike" cap="none" normalizeH="0" baseline="0" dirty="0" err="1">
                <a:ln>
                  <a:noFill/>
                </a:ln>
                <a:solidFill>
                  <a:schemeClr val="tx1"/>
                </a:solidFill>
                <a:effectLst/>
                <a:latin typeface="Arial" panose="020B0604020202020204" pitchFamily="34" charset="0"/>
              </a:rPr>
              <a:t>SPoRC</a:t>
            </a:r>
            <a:r>
              <a:rPr kumimoji="0" lang="en-US" altLang="en-US" sz="1800" b="0" i="0" u="none" strike="noStrike" cap="none" normalizeH="0" baseline="0" dirty="0">
                <a:ln>
                  <a:noFill/>
                </a:ln>
                <a:solidFill>
                  <a:schemeClr val="tx1"/>
                </a:solidFill>
                <a:effectLst/>
                <a:latin typeface="Arial" panose="020B0604020202020204" pitchFamily="34" charset="0"/>
              </a:rPr>
              <a:t> explicitly supports stochastic time-varying processes as random effects. </a:t>
            </a:r>
          </a:p>
          <a:p>
            <a:pPr lvl="1"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rPr>
              <a:t>It should be easier to separate competing hypotheses about spatial dynamics.</a:t>
            </a:r>
          </a:p>
          <a:p>
            <a:pPr lvl="1" eaLnBrk="0" fontAlgn="base" hangingPunct="0">
              <a:lnSpc>
                <a:spcPct val="100000"/>
              </a:lnSpc>
              <a:spcBef>
                <a:spcPct val="0"/>
              </a:spcBef>
              <a:spcAft>
                <a:spcPct val="0"/>
              </a:spcAft>
            </a:pPr>
            <a:r>
              <a:rPr lang="en-US" altLang="en-US" sz="1800" dirty="0">
                <a:latin typeface="Arial" panose="020B0604020202020204" pitchFamily="34" charset="0"/>
              </a:rPr>
              <a:t>W</a:t>
            </a:r>
            <a:r>
              <a:rPr kumimoji="0" lang="en-US" altLang="en-US" sz="1800" b="0" i="0" u="none" strike="noStrike" cap="none" normalizeH="0" baseline="0" dirty="0">
                <a:ln>
                  <a:noFill/>
                </a:ln>
                <a:solidFill>
                  <a:schemeClr val="tx1"/>
                </a:solidFill>
                <a:effectLst/>
                <a:latin typeface="Arial" panose="020B0604020202020204" pitchFamily="34" charset="0"/>
              </a:rPr>
              <a:t>e can explicitly formulate models such as “distribution changes through recruitment,” “distribution changes through movement,” “survey availability changes through q,” or combinations of these, while keeping the rest of the model structure more directly comparable unlike Stock Synthesis. </a:t>
            </a:r>
          </a:p>
        </p:txBody>
      </p:sp>
      <p:sp>
        <p:nvSpPr>
          <p:cNvPr id="9" name="Title 1">
            <a:extLst>
              <a:ext uri="{FF2B5EF4-FFF2-40B4-BE49-F238E27FC236}">
                <a16:creationId xmlns:a16="http://schemas.microsoft.com/office/drawing/2014/main" id="{14A32F59-908B-4A32-A850-35083CE6DA1F}"/>
              </a:ext>
            </a:extLst>
          </p:cNvPr>
          <p:cNvSpPr txBox="1">
            <a:spLocks/>
          </p:cNvSpPr>
          <p:nvPr/>
        </p:nvSpPr>
        <p:spPr>
          <a:xfrm>
            <a:off x="277586" y="73476"/>
            <a:ext cx="903101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Twelve reasons to move to </a:t>
            </a:r>
            <a:r>
              <a:rPr kumimoji="0" lang="en-US" sz="4400" b="0" i="0" u="none" strike="noStrike" kern="1200" cap="none" spc="0" normalizeH="0" baseline="0" noProof="0" dirty="0" err="1">
                <a:ln>
                  <a:noFill/>
                </a:ln>
                <a:solidFill>
                  <a:prstClr val="black"/>
                </a:solidFill>
                <a:effectLst/>
                <a:uLnTx/>
                <a:uFillTx/>
                <a:latin typeface="Calibri Light" panose="020F0302020204030204"/>
                <a:ea typeface="+mj-ea"/>
                <a:cs typeface="+mj-cs"/>
              </a:rPr>
              <a:t>SPoRC</a:t>
            </a:r>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 and away from Stock Synthesis</a:t>
            </a:r>
          </a:p>
        </p:txBody>
      </p:sp>
    </p:spTree>
    <p:extLst>
      <p:ext uri="{BB962C8B-B14F-4D97-AF65-F5344CB8AC3E}">
        <p14:creationId xmlns:p14="http://schemas.microsoft.com/office/powerpoint/2010/main" val="9340099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0641D9A-E61B-468F-85E8-6E98740AD8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31010" y="-381813"/>
            <a:ext cx="3160990" cy="2139969"/>
          </a:xfrm>
          <a:prstGeom prst="rect">
            <a:avLst/>
          </a:prstGeom>
        </p:spPr>
      </p:pic>
      <p:sp>
        <p:nvSpPr>
          <p:cNvPr id="5" name="Rectangle 2">
            <a:extLst>
              <a:ext uri="{FF2B5EF4-FFF2-40B4-BE49-F238E27FC236}">
                <a16:creationId xmlns:a16="http://schemas.microsoft.com/office/drawing/2014/main" id="{C9BB626F-3DB3-45AF-A753-4885EEDDCF3D}"/>
              </a:ext>
            </a:extLst>
          </p:cNvPr>
          <p:cNvSpPr>
            <a:spLocks noGrp="1" noChangeArrowheads="1"/>
          </p:cNvSpPr>
          <p:nvPr>
            <p:ph idx="1"/>
          </p:nvPr>
        </p:nvSpPr>
        <p:spPr bwMode="auto">
          <a:xfrm>
            <a:off x="838201" y="1800693"/>
            <a:ext cx="10999123"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Arial" panose="020B0604020202020204" pitchFamily="34" charset="0"/>
              </a:rPr>
              <a:t>The code is more transparent and easier to modify.</a:t>
            </a:r>
          </a:p>
          <a:p>
            <a:pPr lvl="1"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SPoRC</a:t>
            </a:r>
            <a:r>
              <a:rPr kumimoji="0" lang="en-US" altLang="en-US" sz="2000" b="0" i="0" u="none" strike="noStrike" cap="none" normalizeH="0" baseline="0" dirty="0">
                <a:ln>
                  <a:noFill/>
                </a:ln>
                <a:solidFill>
                  <a:schemeClr val="tx1"/>
                </a:solidFill>
                <a:effectLst/>
                <a:latin typeface="Arial" panose="020B0604020202020204" pitchFamily="34" charset="0"/>
              </a:rPr>
              <a:t> is implemented in </a:t>
            </a:r>
            <a:r>
              <a:rPr kumimoji="0" lang="en-US" altLang="en-US" sz="2000" i="0" u="none" strike="noStrike" cap="none" normalizeH="0" baseline="0" dirty="0">
                <a:ln>
                  <a:noFill/>
                </a:ln>
                <a:solidFill>
                  <a:schemeClr val="tx1"/>
                </a:solidFill>
                <a:effectLst/>
                <a:latin typeface="Arial" panose="020B0604020202020204" pitchFamily="34" charset="0"/>
              </a:rPr>
              <a:t>R/RTMB</a:t>
            </a:r>
            <a:r>
              <a:rPr kumimoji="0" lang="en-US" altLang="en-US" sz="2000" b="0" i="0" u="none" strike="noStrike" cap="none" normalizeH="0" baseline="0" dirty="0">
                <a:ln>
                  <a:noFill/>
                </a:ln>
                <a:solidFill>
                  <a:schemeClr val="tx1"/>
                </a:solidFill>
                <a:effectLst/>
                <a:latin typeface="Arial" panose="020B0604020202020204" pitchFamily="34" charset="0"/>
              </a:rPr>
              <a:t>, putting much more of the model in a language assessment scientists already use. That lowers the barrier to inspecting equations, adding a new movement function, changing an environmental relationship, or testing a new likelihood. </a:t>
            </a:r>
            <a:r>
              <a:rPr lang="en-US" altLang="en-US" sz="2000" dirty="0">
                <a:latin typeface="Arial" panose="020B0604020202020204" pitchFamily="34" charset="0"/>
              </a:rPr>
              <a:t>A</a:t>
            </a:r>
            <a:r>
              <a:rPr kumimoji="0" lang="en-US" altLang="en-US" sz="2000" b="0" i="0" u="none" strike="noStrike" cap="none" normalizeH="0" baseline="0" dirty="0">
                <a:ln>
                  <a:noFill/>
                </a:ln>
                <a:solidFill>
                  <a:schemeClr val="tx1"/>
                </a:solidFill>
                <a:effectLst/>
                <a:latin typeface="Arial" panose="020B0604020202020204" pitchFamily="34" charset="0"/>
              </a:rPr>
              <a:t>ccessibility, collaboration, and knowledge transfer are explicitly stated as design goals. </a:t>
            </a:r>
          </a:p>
          <a:p>
            <a:pPr lvl="1" eaLnBrk="0" fontAlgn="base" hangingPunct="0">
              <a:lnSpc>
                <a:spcPct val="100000"/>
              </a:lnSpc>
              <a:spcBef>
                <a:spcPct val="0"/>
              </a:spcBef>
              <a:spcAft>
                <a:spcPct val="0"/>
              </a:spcAf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Arial" panose="020B0604020202020204" pitchFamily="34" charset="0"/>
              </a:rPr>
              <a:t>Better suited to team development.</a:t>
            </a:r>
            <a:r>
              <a:rPr kumimoji="0" lang="en-US" altLang="en-US" sz="2000" b="0" i="0" u="none" strike="noStrike" cap="none" normalizeH="0" baseline="0" dirty="0">
                <a:ln>
                  <a:noFill/>
                </a:ln>
                <a:solidFill>
                  <a:schemeClr val="tx1"/>
                </a:solidFill>
                <a:effectLst/>
                <a:latin typeface="Arial" panose="020B0604020202020204" pitchFamily="34" charset="0"/>
              </a:rPr>
              <a:t> </a:t>
            </a:r>
          </a:p>
          <a:p>
            <a:pPr lvl="1"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A modular R package can be version-controlled, unit-tested, reviewed, and extended without requiring most assessment scientists to understand the internals of ADMB or the very large Stock Synthesis codebase.</a:t>
            </a:r>
          </a:p>
          <a:p>
            <a:pPr lvl="1" eaLnBrk="0" fontAlgn="base" hangingPunct="0">
              <a:lnSpc>
                <a:spcPct val="100000"/>
              </a:lnSpc>
              <a:spcBef>
                <a:spcPct val="0"/>
              </a:spcBef>
              <a:spcAft>
                <a:spcPct val="0"/>
              </a:spcAf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Arial" panose="020B0604020202020204" pitchFamily="34" charset="0"/>
              </a:rPr>
              <a:t>Tagging data fit naturally into the spatial framework.</a:t>
            </a:r>
            <a:r>
              <a:rPr kumimoji="0" lang="en-US" altLang="en-US" sz="2000" b="0" i="0" u="none" strike="noStrike" cap="none" normalizeH="0" baseline="0" dirty="0">
                <a:ln>
                  <a:noFill/>
                </a:ln>
                <a:solidFill>
                  <a:schemeClr val="tx1"/>
                </a:solidFill>
                <a:effectLst/>
                <a:latin typeface="Arial" panose="020B0604020202020204" pitchFamily="34" charset="0"/>
              </a:rPr>
              <a:t> </a:t>
            </a:r>
            <a:endParaRPr lang="en-US" altLang="en-US" sz="2000" dirty="0">
              <a:latin typeface="Arial" panose="020B0604020202020204" pitchFamily="34" charset="0"/>
            </a:endParaRPr>
          </a:p>
          <a:p>
            <a:pPr lvl="1" eaLnBrk="0" fontAlgn="base" hangingPunct="0">
              <a:lnSpc>
                <a:spcPct val="100000"/>
              </a:lnSpc>
              <a:spcBef>
                <a:spcPct val="0"/>
              </a:spcBef>
              <a:spcAft>
                <a:spcPct val="0"/>
              </a:spcAft>
            </a:pPr>
            <a:r>
              <a:rPr kumimoji="0" lang="en-US" altLang="en-US" sz="2000" b="0" i="0" u="none" strike="noStrike" cap="none" normalizeH="0" baseline="0" dirty="0" err="1">
                <a:ln>
                  <a:noFill/>
                </a:ln>
                <a:solidFill>
                  <a:schemeClr val="tx1"/>
                </a:solidFill>
                <a:effectLst/>
                <a:latin typeface="Arial" panose="020B0604020202020204" pitchFamily="34" charset="0"/>
              </a:rPr>
              <a:t>SPoRC</a:t>
            </a:r>
            <a:r>
              <a:rPr kumimoji="0" lang="en-US" altLang="en-US" sz="2000" b="0" i="0" u="none" strike="noStrike" cap="none" normalizeH="0" baseline="0" dirty="0">
                <a:ln>
                  <a:noFill/>
                </a:ln>
                <a:solidFill>
                  <a:schemeClr val="tx1"/>
                </a:solidFill>
                <a:effectLst/>
                <a:latin typeface="Arial" panose="020B0604020202020204" pitchFamily="34" charset="0"/>
              </a:rPr>
              <a:t> was designed to integrate catch, indices, compositions </a:t>
            </a:r>
            <a:r>
              <a:rPr kumimoji="0" lang="en-US" altLang="en-US" sz="2000" i="0" u="none" strike="noStrike" cap="none" normalizeH="0" baseline="0" dirty="0">
                <a:ln>
                  <a:noFill/>
                </a:ln>
                <a:solidFill>
                  <a:schemeClr val="tx1"/>
                </a:solidFill>
                <a:effectLst/>
                <a:latin typeface="Arial" panose="020B0604020202020204" pitchFamily="34" charset="0"/>
              </a:rPr>
              <a:t>and tagging.</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7" name="Title 1">
            <a:extLst>
              <a:ext uri="{FF2B5EF4-FFF2-40B4-BE49-F238E27FC236}">
                <a16:creationId xmlns:a16="http://schemas.microsoft.com/office/drawing/2014/main" id="{59F43FFC-DB1E-463D-AF77-3FAAB7420F06}"/>
              </a:ext>
            </a:extLst>
          </p:cNvPr>
          <p:cNvSpPr txBox="1">
            <a:spLocks/>
          </p:cNvSpPr>
          <p:nvPr/>
        </p:nvSpPr>
        <p:spPr>
          <a:xfrm>
            <a:off x="277586" y="73476"/>
            <a:ext cx="903101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Twelve reasons to move to </a:t>
            </a:r>
            <a:r>
              <a:rPr kumimoji="0" lang="en-US" sz="4400" b="0" i="0" u="none" strike="noStrike" kern="1200" cap="none" spc="0" normalizeH="0" baseline="0" noProof="0" dirty="0" err="1">
                <a:ln>
                  <a:noFill/>
                </a:ln>
                <a:solidFill>
                  <a:prstClr val="black"/>
                </a:solidFill>
                <a:effectLst/>
                <a:uLnTx/>
                <a:uFillTx/>
                <a:latin typeface="Calibri Light" panose="020F0302020204030204"/>
                <a:ea typeface="+mj-ea"/>
                <a:cs typeface="+mj-cs"/>
              </a:rPr>
              <a:t>SPoRC</a:t>
            </a:r>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 and away from Stock Synthesis</a:t>
            </a:r>
          </a:p>
        </p:txBody>
      </p:sp>
    </p:spTree>
    <p:extLst>
      <p:ext uri="{BB962C8B-B14F-4D97-AF65-F5344CB8AC3E}">
        <p14:creationId xmlns:p14="http://schemas.microsoft.com/office/powerpoint/2010/main" val="7363266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0641D9A-E61B-468F-85E8-6E98740AD8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31010" y="-381813"/>
            <a:ext cx="3160990" cy="2139969"/>
          </a:xfrm>
          <a:prstGeom prst="rect">
            <a:avLst/>
          </a:prstGeom>
        </p:spPr>
      </p:pic>
      <p:sp>
        <p:nvSpPr>
          <p:cNvPr id="5" name="Rectangle 2">
            <a:extLst>
              <a:ext uri="{FF2B5EF4-FFF2-40B4-BE49-F238E27FC236}">
                <a16:creationId xmlns:a16="http://schemas.microsoft.com/office/drawing/2014/main" id="{C9BB626F-3DB3-45AF-A753-4885EEDDCF3D}"/>
              </a:ext>
            </a:extLst>
          </p:cNvPr>
          <p:cNvSpPr>
            <a:spLocks noGrp="1" noChangeArrowheads="1"/>
          </p:cNvSpPr>
          <p:nvPr>
            <p:ph idx="1"/>
          </p:nvPr>
        </p:nvSpPr>
        <p:spPr bwMode="auto">
          <a:xfrm>
            <a:off x="838200" y="1954583"/>
            <a:ext cx="11132127"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Arial" panose="020B0604020202020204" pitchFamily="34" charset="0"/>
              </a:rPr>
              <a:t>Simulation and MSE are built into the philosophy of the platform.</a:t>
            </a:r>
            <a:r>
              <a:rPr kumimoji="0" lang="en-US" altLang="en-US" sz="2000" b="0" i="0" u="none" strike="noStrike" cap="none" normalizeH="0" baseline="0" dirty="0">
                <a:ln>
                  <a:noFill/>
                </a:ln>
                <a:solidFill>
                  <a:schemeClr val="tx1"/>
                </a:solidFill>
                <a:effectLst/>
                <a:latin typeface="Arial" panose="020B0604020202020204" pitchFamily="34" charset="0"/>
              </a:rPr>
              <a:t> </a:t>
            </a:r>
          </a:p>
          <a:p>
            <a:pPr lvl="1" eaLnBrk="0" fontAlgn="base" hangingPunct="0">
              <a:lnSpc>
                <a:spcPct val="100000"/>
              </a:lnSpc>
              <a:spcBef>
                <a:spcPct val="0"/>
              </a:spcBef>
              <a:spcAft>
                <a:spcPct val="0"/>
              </a:spcAft>
            </a:pPr>
            <a:r>
              <a:rPr kumimoji="0" lang="en-US" altLang="en-US" sz="2000" b="0" i="0" u="none" strike="noStrike" cap="none" normalizeH="0" baseline="0" dirty="0" err="1">
                <a:ln>
                  <a:noFill/>
                </a:ln>
                <a:solidFill>
                  <a:schemeClr val="tx1"/>
                </a:solidFill>
                <a:effectLst/>
                <a:latin typeface="Arial" panose="020B0604020202020204" pitchFamily="34" charset="0"/>
              </a:rPr>
              <a:t>SPoRC</a:t>
            </a:r>
            <a:r>
              <a:rPr kumimoji="0" lang="en-US" altLang="en-US" sz="2000" b="0" i="0" u="none" strike="noStrike" cap="none" normalizeH="0" baseline="0" dirty="0">
                <a:ln>
                  <a:noFill/>
                </a:ln>
                <a:solidFill>
                  <a:schemeClr val="tx1"/>
                </a:solidFill>
                <a:effectLst/>
                <a:latin typeface="Arial" panose="020B0604020202020204" pitchFamily="34" charset="0"/>
              </a:rPr>
              <a:t> includes simulation and closed-loop evaluation, making it much easier to ask whether your proposed spatial model can actually recover movement, recruitment allocation, and q under known truth before using it operationally.</a:t>
            </a:r>
          </a:p>
          <a:p>
            <a:pPr marL="457200" lvl="1" indent="0" eaLnBrk="0" fontAlgn="base" hangingPunct="0">
              <a:lnSpc>
                <a:spcPct val="100000"/>
              </a:lnSpc>
              <a:spcBef>
                <a:spcPct val="0"/>
              </a:spcBef>
              <a:spcAft>
                <a:spcPct val="0"/>
              </a:spcAft>
              <a:buNone/>
            </a:pPr>
            <a:r>
              <a:rPr kumimoji="0" lang="en-US" altLang="en-US" sz="2000" b="0" i="0" u="none" strike="noStrike" cap="none" normalizeH="0" baseline="0" dirty="0">
                <a:ln>
                  <a:noFill/>
                </a:ln>
                <a:solidFill>
                  <a:schemeClr val="tx1"/>
                </a:solidFill>
                <a:effectLst/>
                <a:latin typeface="Arial" panose="020B0604020202020204" pitchFamily="34" charset="0"/>
              </a:rPr>
              <a:t> </a:t>
            </a: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Arial" panose="020B0604020202020204" pitchFamily="34" charset="0"/>
              </a:rPr>
              <a:t>Uncertainty estimation is more flexible.</a:t>
            </a:r>
            <a:r>
              <a:rPr kumimoji="0" lang="en-US" altLang="en-US" sz="2000" b="0" i="0" u="none" strike="noStrike" cap="none" normalizeH="0" baseline="0" dirty="0">
                <a:ln>
                  <a:noFill/>
                </a:ln>
                <a:solidFill>
                  <a:schemeClr val="tx1"/>
                </a:solidFill>
                <a:effectLst/>
                <a:latin typeface="Arial" panose="020B0604020202020204" pitchFamily="34" charset="0"/>
              </a:rPr>
              <a:t> </a:t>
            </a:r>
          </a:p>
          <a:p>
            <a:pPr lvl="1"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RTMB/TMB supports delta-method uncertainty and efficient random-effects integration, while </a:t>
            </a:r>
            <a:r>
              <a:rPr kumimoji="0" lang="en-US" altLang="en-US" sz="2000" b="0" i="0" u="none" strike="noStrike" cap="none" normalizeH="0" baseline="0" dirty="0" err="1">
                <a:ln>
                  <a:noFill/>
                </a:ln>
                <a:solidFill>
                  <a:schemeClr val="tx1"/>
                </a:solidFill>
                <a:effectLst/>
                <a:latin typeface="Arial" panose="020B0604020202020204" pitchFamily="34" charset="0"/>
              </a:rPr>
              <a:t>SPoRC</a:t>
            </a:r>
            <a:r>
              <a:rPr kumimoji="0" lang="en-US" altLang="en-US" sz="2000" b="0" i="0" u="none" strike="noStrike" cap="none" normalizeH="0" baseline="0" dirty="0">
                <a:ln>
                  <a:noFill/>
                </a:ln>
                <a:solidFill>
                  <a:schemeClr val="tx1"/>
                </a:solidFill>
                <a:effectLst/>
                <a:latin typeface="Arial" panose="020B0604020202020204" pitchFamily="34" charset="0"/>
              </a:rPr>
              <a:t> can also interface with NUTS/MCMC for Bayesian estimation when the likelihood surface is highly nonlinear.</a:t>
            </a:r>
          </a:p>
          <a:p>
            <a:pPr marL="457200" lvl="1" indent="0" eaLnBrk="0" fontAlgn="base" hangingPunct="0">
              <a:lnSpc>
                <a:spcPct val="100000"/>
              </a:lnSpc>
              <a:spcBef>
                <a:spcPct val="0"/>
              </a:spcBef>
              <a:spcAft>
                <a:spcPct val="0"/>
              </a:spcAft>
              <a:buNone/>
            </a:pPr>
            <a:r>
              <a:rPr kumimoji="0" lang="en-US" altLang="en-US" sz="2000" b="0" i="0" u="none" strike="noStrike" cap="none" normalizeH="0" baseline="0" dirty="0">
                <a:ln>
                  <a:noFill/>
                </a:ln>
                <a:solidFill>
                  <a:schemeClr val="tx1"/>
                </a:solidFill>
                <a:effectLst/>
                <a:latin typeface="Arial" panose="020B0604020202020204" pitchFamily="34" charset="0"/>
              </a:rPr>
              <a:t> </a:t>
            </a: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Arial" panose="020B0604020202020204" pitchFamily="34" charset="0"/>
              </a:rPr>
              <a:t>It is better aligned with where assessment software development is going.</a:t>
            </a:r>
            <a:r>
              <a:rPr kumimoji="0" lang="en-US" altLang="en-US" sz="2000" b="0" i="0" u="none" strike="noStrike" cap="none" normalizeH="0" baseline="0" dirty="0">
                <a:ln>
                  <a:noFill/>
                </a:ln>
                <a:solidFill>
                  <a:schemeClr val="tx1"/>
                </a:solidFill>
                <a:effectLst/>
                <a:latin typeface="Arial" panose="020B0604020202020204" pitchFamily="34" charset="0"/>
              </a:rPr>
              <a:t> </a:t>
            </a:r>
          </a:p>
          <a:p>
            <a:pPr lvl="1"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TMB/RTMB-based approaches are now used in frameworks such as SAM, WHAM, FIMS, and </a:t>
            </a:r>
            <a:r>
              <a:rPr kumimoji="0" lang="en-US" altLang="en-US" sz="2000" b="0" i="0" u="none" strike="noStrike" cap="none" normalizeH="0" baseline="0" dirty="0" err="1">
                <a:ln>
                  <a:noFill/>
                </a:ln>
                <a:solidFill>
                  <a:schemeClr val="tx1"/>
                </a:solidFill>
                <a:effectLst/>
                <a:latin typeface="Arial" panose="020B0604020202020204" pitchFamily="34" charset="0"/>
              </a:rPr>
              <a:t>SPoRC</a:t>
            </a:r>
            <a:r>
              <a:rPr kumimoji="0" lang="en-US" altLang="en-US" sz="2000" b="0" i="0" u="none" strike="noStrike" cap="none" normalizeH="0" baseline="0" dirty="0">
                <a:ln>
                  <a:noFill/>
                </a:ln>
                <a:solidFill>
                  <a:schemeClr val="tx1"/>
                </a:solidFill>
                <a:effectLst/>
                <a:latin typeface="Arial" panose="020B0604020202020204" pitchFamily="34" charset="0"/>
              </a:rPr>
              <a:t>, particularly because of random-effects and state-space capabilities. </a:t>
            </a:r>
          </a:p>
        </p:txBody>
      </p:sp>
      <p:sp>
        <p:nvSpPr>
          <p:cNvPr id="7" name="Title 1">
            <a:extLst>
              <a:ext uri="{FF2B5EF4-FFF2-40B4-BE49-F238E27FC236}">
                <a16:creationId xmlns:a16="http://schemas.microsoft.com/office/drawing/2014/main" id="{D81B50D3-A2B2-47AF-8AF7-84156C055915}"/>
              </a:ext>
            </a:extLst>
          </p:cNvPr>
          <p:cNvSpPr txBox="1">
            <a:spLocks/>
          </p:cNvSpPr>
          <p:nvPr/>
        </p:nvSpPr>
        <p:spPr>
          <a:xfrm>
            <a:off x="277586" y="73476"/>
            <a:ext cx="903101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Twelve reasons to move to </a:t>
            </a:r>
            <a:r>
              <a:rPr kumimoji="0" lang="en-US" sz="4400" b="0" i="0" u="none" strike="noStrike" kern="1200" cap="none" spc="0" normalizeH="0" baseline="0" noProof="0" dirty="0" err="1">
                <a:ln>
                  <a:noFill/>
                </a:ln>
                <a:solidFill>
                  <a:prstClr val="black"/>
                </a:solidFill>
                <a:effectLst/>
                <a:uLnTx/>
                <a:uFillTx/>
                <a:latin typeface="Calibri Light" panose="020F0302020204030204"/>
                <a:ea typeface="+mj-ea"/>
                <a:cs typeface="+mj-cs"/>
              </a:rPr>
              <a:t>SPoRC</a:t>
            </a:r>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 and away from Stock Synthesis</a:t>
            </a:r>
          </a:p>
        </p:txBody>
      </p:sp>
    </p:spTree>
    <p:extLst>
      <p:ext uri="{BB962C8B-B14F-4D97-AF65-F5344CB8AC3E}">
        <p14:creationId xmlns:p14="http://schemas.microsoft.com/office/powerpoint/2010/main" val="35043920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18088" y="676446"/>
            <a:ext cx="7313491" cy="1398472"/>
          </a:xfrm>
        </p:spPr>
        <p:txBody>
          <a:bodyPr>
            <a:normAutofit/>
          </a:bodyPr>
          <a:lstStyle/>
          <a:p>
            <a:r>
              <a:rPr lang="en-US" dirty="0"/>
              <a:t>Western GOA </a:t>
            </a:r>
            <a:r>
              <a:rPr lang="en-US" dirty="0" err="1"/>
              <a:t>Pcod</a:t>
            </a:r>
            <a:r>
              <a:rPr lang="en-US" dirty="0"/>
              <a:t> assessment research</a:t>
            </a:r>
          </a:p>
        </p:txBody>
      </p:sp>
      <p:sp>
        <p:nvSpPr>
          <p:cNvPr id="3" name="Subtitle 2"/>
          <p:cNvSpPr>
            <a:spLocks noGrp="1"/>
          </p:cNvSpPr>
          <p:nvPr>
            <p:ph type="body" idx="1"/>
          </p:nvPr>
        </p:nvSpPr>
        <p:spPr>
          <a:xfrm>
            <a:off x="4718496" y="1709384"/>
            <a:ext cx="7313083" cy="1224439"/>
          </a:xfrm>
        </p:spPr>
        <p:txBody>
          <a:bodyPr/>
          <a:lstStyle/>
          <a:p>
            <a:r>
              <a:rPr lang="en-US" dirty="0"/>
              <a:t>September 2026 Plan Team</a:t>
            </a:r>
          </a:p>
        </p:txBody>
      </p:sp>
      <p:pic>
        <p:nvPicPr>
          <p:cNvPr id="6" name="Picture 5">
            <a:extLst>
              <a:ext uri="{FF2B5EF4-FFF2-40B4-BE49-F238E27FC236}">
                <a16:creationId xmlns:a16="http://schemas.microsoft.com/office/drawing/2014/main" id="{C89BD9C2-40BB-CD53-AD82-BB88C395DAC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78442" y="1840831"/>
            <a:ext cx="4235116" cy="3176337"/>
          </a:xfrm>
          <a:prstGeom prst="rect">
            <a:avLst/>
          </a:prstGeom>
        </p:spPr>
      </p:pic>
    </p:spTree>
    <p:extLst>
      <p:ext uri="{BB962C8B-B14F-4D97-AF65-F5344CB8AC3E}">
        <p14:creationId xmlns:p14="http://schemas.microsoft.com/office/powerpoint/2010/main" val="536685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0" y="457200"/>
            <a:ext cx="10972800" cy="676275"/>
          </a:xfrm>
          <a:prstGeom prst="rect">
            <a:avLst/>
          </a:prstGeom>
        </p:spPr>
        <p:txBody>
          <a:bodyPr>
            <a:normAutofit fontScale="90000"/>
          </a:bodyPr>
          <a:lstStyle/>
          <a:p>
            <a:r>
              <a:rPr lang="en-US" dirty="0"/>
              <a:t>Outline</a:t>
            </a:r>
          </a:p>
        </p:txBody>
      </p:sp>
      <p:sp>
        <p:nvSpPr>
          <p:cNvPr id="5" name="Content Placeholder 4"/>
          <p:cNvSpPr>
            <a:spLocks noGrp="1"/>
          </p:cNvSpPr>
          <p:nvPr>
            <p:ph idx="4294967295"/>
          </p:nvPr>
        </p:nvSpPr>
        <p:spPr>
          <a:xfrm>
            <a:off x="0" y="1208088"/>
            <a:ext cx="10972800" cy="4525962"/>
          </a:xfrm>
          <a:prstGeom prst="rect">
            <a:avLst/>
          </a:prstGeom>
        </p:spPr>
        <p:txBody>
          <a:bodyPr>
            <a:noAutofit/>
          </a:bodyPr>
          <a:lstStyle/>
          <a:p>
            <a:pPr marL="514350" indent="-514350">
              <a:buFont typeface="+mj-lt"/>
              <a:buAutoNum type="arabicPeriod"/>
            </a:pPr>
            <a:r>
              <a:rPr lang="en-US" sz="2800" dirty="0"/>
              <a:t>What is </a:t>
            </a:r>
            <a:r>
              <a:rPr lang="en-US" sz="2800" dirty="0" err="1"/>
              <a:t>SPoRC</a:t>
            </a:r>
            <a:r>
              <a:rPr lang="en-US" sz="2800" dirty="0"/>
              <a:t>?</a:t>
            </a:r>
          </a:p>
          <a:p>
            <a:pPr marL="514350" indent="-514350">
              <a:buFont typeface="+mj-lt"/>
              <a:buAutoNum type="arabicPeriod"/>
            </a:pPr>
            <a:r>
              <a:rPr lang="en-US" sz="2800" dirty="0"/>
              <a:t>Model/Data set up</a:t>
            </a:r>
          </a:p>
          <a:p>
            <a:pPr marL="514350" indent="-514350">
              <a:buFont typeface="+mj-lt"/>
              <a:buAutoNum type="arabicPeriod"/>
            </a:pPr>
            <a:r>
              <a:rPr lang="en-US" sz="2800" dirty="0"/>
              <a:t>Model/Data scenarios </a:t>
            </a:r>
          </a:p>
          <a:p>
            <a:pPr marL="514350" indent="-514350">
              <a:buFont typeface="+mj-lt"/>
              <a:buAutoNum type="arabicPeriod"/>
            </a:pPr>
            <a:r>
              <a:rPr lang="en-US" sz="2800" dirty="0"/>
              <a:t>Data exploration</a:t>
            </a:r>
          </a:p>
          <a:p>
            <a:pPr marL="514350" indent="-514350">
              <a:buFont typeface="+mj-lt"/>
              <a:buAutoNum type="arabicPeriod"/>
            </a:pPr>
            <a:r>
              <a:rPr lang="en-US" sz="2800" dirty="0"/>
              <a:t>Next steps/timeline</a:t>
            </a:r>
          </a:p>
          <a:p>
            <a:pPr marL="514350" indent="-514350">
              <a:buFont typeface="+mj-lt"/>
              <a:buAutoNum type="arabicPeriod"/>
            </a:pPr>
            <a:r>
              <a:rPr lang="en-US" sz="2800" b="1" i="1" dirty="0">
                <a:solidFill>
                  <a:schemeClr val="accent4">
                    <a:lumMod val="50000"/>
                  </a:schemeClr>
                </a:solidFill>
              </a:rPr>
              <a:t>Things to consider</a:t>
            </a:r>
          </a:p>
          <a:p>
            <a:endParaRPr lang="en-US" sz="2800" dirty="0"/>
          </a:p>
        </p:txBody>
      </p:sp>
    </p:spTree>
    <p:extLst>
      <p:ext uri="{BB962C8B-B14F-4D97-AF65-F5344CB8AC3E}">
        <p14:creationId xmlns:p14="http://schemas.microsoft.com/office/powerpoint/2010/main" val="314571866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0" y="457200"/>
            <a:ext cx="10972800" cy="676275"/>
          </a:xfrm>
          <a:prstGeom prst="rect">
            <a:avLst/>
          </a:prstGeom>
        </p:spPr>
        <p:txBody>
          <a:bodyPr>
            <a:normAutofit fontScale="90000"/>
          </a:bodyPr>
          <a:lstStyle/>
          <a:p>
            <a:r>
              <a:rPr lang="en-US" dirty="0"/>
              <a:t>What is </a:t>
            </a:r>
            <a:r>
              <a:rPr lang="en-US" dirty="0" err="1"/>
              <a:t>SPoRC</a:t>
            </a:r>
            <a:r>
              <a:rPr lang="en-US" dirty="0"/>
              <a:t>?</a:t>
            </a:r>
          </a:p>
        </p:txBody>
      </p:sp>
      <p:sp>
        <p:nvSpPr>
          <p:cNvPr id="5" name="Content Placeholder 4"/>
          <p:cNvSpPr>
            <a:spLocks noGrp="1"/>
          </p:cNvSpPr>
          <p:nvPr>
            <p:ph type="body" idx="4294967295"/>
          </p:nvPr>
        </p:nvSpPr>
        <p:spPr>
          <a:xfrm>
            <a:off x="-1" y="1184833"/>
            <a:ext cx="5242561" cy="4525963"/>
          </a:xfrm>
          <a:prstGeom prst="rect">
            <a:avLst/>
          </a:prstGeom>
        </p:spPr>
        <p:txBody>
          <a:bodyPr>
            <a:noAutofit/>
          </a:bodyPr>
          <a:lstStyle/>
          <a:p>
            <a:r>
              <a:rPr lang="en-US" sz="2100" dirty="0"/>
              <a:t>Stochastic (S) Population (P) over (o) Regional (R) Components (C)</a:t>
            </a:r>
          </a:p>
          <a:p>
            <a:r>
              <a:rPr lang="en-US" sz="2100" dirty="0"/>
              <a:t>Stock assessment platform written in R and RTMB</a:t>
            </a:r>
          </a:p>
          <a:p>
            <a:r>
              <a:rPr lang="en-US" sz="2100" dirty="0"/>
              <a:t>Statistical catch-at-age model w/ </a:t>
            </a:r>
            <a:r>
              <a:rPr lang="en-US" sz="2100" i="1" u="sng" dirty="0"/>
              <a:t>spatial</a:t>
            </a:r>
            <a:r>
              <a:rPr lang="en-US" sz="2100" dirty="0"/>
              <a:t>, sex, and fleet-structure</a:t>
            </a:r>
          </a:p>
          <a:p>
            <a:pPr lvl="1"/>
            <a:r>
              <a:rPr lang="en-US" sz="2100" dirty="0"/>
              <a:t>Supports random effects (Laplace Approximation) and Bayesian inference (</a:t>
            </a:r>
            <a:r>
              <a:rPr lang="en-US" sz="2100" dirty="0" err="1"/>
              <a:t>rstan</a:t>
            </a:r>
            <a:r>
              <a:rPr lang="en-US" sz="2100" dirty="0"/>
              <a:t>)</a:t>
            </a:r>
          </a:p>
          <a:p>
            <a:r>
              <a:rPr lang="en-US" sz="2100" dirty="0"/>
              <a:t>R package that includes model fitting, comprehensive stock assessment model diagnostics, and simulation tools</a:t>
            </a:r>
          </a:p>
        </p:txBody>
      </p:sp>
      <p:pic>
        <p:nvPicPr>
          <p:cNvPr id="6" name="Picture 5">
            <a:extLst>
              <a:ext uri="{FF2B5EF4-FFF2-40B4-BE49-F238E27FC236}">
                <a16:creationId xmlns:a16="http://schemas.microsoft.com/office/drawing/2014/main" id="{3724207D-C88A-71B6-F749-A51316711E80}"/>
              </a:ext>
            </a:extLst>
          </p:cNvPr>
          <p:cNvPicPr>
            <a:picLocks noChangeAspect="1"/>
          </p:cNvPicPr>
          <p:nvPr/>
        </p:nvPicPr>
        <p:blipFill>
          <a:blip r:embed="rId2"/>
          <a:stretch>
            <a:fillRect/>
          </a:stretch>
        </p:blipFill>
        <p:spPr>
          <a:xfrm>
            <a:off x="5529072" y="110871"/>
            <a:ext cx="5718048" cy="3216402"/>
          </a:xfrm>
          <a:prstGeom prst="rect">
            <a:avLst/>
          </a:prstGeom>
          <a:effectLst>
            <a:outerShdw blurRad="63500" sx="102000" sy="102000" algn="ctr" rotWithShape="0">
              <a:prstClr val="black">
                <a:alpha val="40000"/>
              </a:prstClr>
            </a:outerShdw>
          </a:effectLst>
        </p:spPr>
      </p:pic>
      <p:pic>
        <p:nvPicPr>
          <p:cNvPr id="8" name="Picture 7">
            <a:extLst>
              <a:ext uri="{FF2B5EF4-FFF2-40B4-BE49-F238E27FC236}">
                <a16:creationId xmlns:a16="http://schemas.microsoft.com/office/drawing/2014/main" id="{EC4E7BCF-FB65-F5B1-1E77-C84366F144C7}"/>
              </a:ext>
            </a:extLst>
          </p:cNvPr>
          <p:cNvPicPr>
            <a:picLocks noChangeAspect="1"/>
          </p:cNvPicPr>
          <p:nvPr/>
        </p:nvPicPr>
        <p:blipFill>
          <a:blip r:embed="rId3"/>
          <a:stretch>
            <a:fillRect/>
          </a:stretch>
        </p:blipFill>
        <p:spPr>
          <a:xfrm>
            <a:off x="7412736" y="3429000"/>
            <a:ext cx="3322320" cy="1393847"/>
          </a:xfrm>
          <a:prstGeom prst="rect">
            <a:avLst/>
          </a:prstGeom>
          <a:effectLst>
            <a:outerShdw blurRad="63500" sx="102000" sy="102000" algn="ctr" rotWithShape="0">
              <a:prstClr val="black">
                <a:alpha val="40000"/>
              </a:prstClr>
            </a:outerShdw>
          </a:effectLst>
        </p:spPr>
      </p:pic>
      <p:pic>
        <p:nvPicPr>
          <p:cNvPr id="10" name="Picture 9">
            <a:extLst>
              <a:ext uri="{FF2B5EF4-FFF2-40B4-BE49-F238E27FC236}">
                <a16:creationId xmlns:a16="http://schemas.microsoft.com/office/drawing/2014/main" id="{0A56128C-363F-205A-92E9-6DD0BD656D8A}"/>
              </a:ext>
            </a:extLst>
          </p:cNvPr>
          <p:cNvPicPr>
            <a:picLocks noChangeAspect="1"/>
          </p:cNvPicPr>
          <p:nvPr/>
        </p:nvPicPr>
        <p:blipFill>
          <a:blip r:embed="rId4"/>
          <a:stretch>
            <a:fillRect/>
          </a:stretch>
        </p:blipFill>
        <p:spPr>
          <a:xfrm>
            <a:off x="5571744" y="4924574"/>
            <a:ext cx="2633472" cy="1375980"/>
          </a:xfrm>
          <a:prstGeom prst="rect">
            <a:avLst/>
          </a:prstGeom>
          <a:effectLst>
            <a:outerShdw blurRad="63500" sx="102000" sy="102000" algn="ctr" rotWithShape="0">
              <a:prstClr val="black">
                <a:alpha val="40000"/>
              </a:prstClr>
            </a:outerShdw>
          </a:effectLst>
        </p:spPr>
      </p:pic>
      <p:pic>
        <p:nvPicPr>
          <p:cNvPr id="12" name="Picture 11">
            <a:extLst>
              <a:ext uri="{FF2B5EF4-FFF2-40B4-BE49-F238E27FC236}">
                <a16:creationId xmlns:a16="http://schemas.microsoft.com/office/drawing/2014/main" id="{C53A592C-9758-5D78-5103-3A02D14B2967}"/>
              </a:ext>
            </a:extLst>
          </p:cNvPr>
          <p:cNvPicPr>
            <a:picLocks noChangeAspect="1"/>
          </p:cNvPicPr>
          <p:nvPr/>
        </p:nvPicPr>
        <p:blipFill>
          <a:blip r:embed="rId5"/>
          <a:stretch>
            <a:fillRect/>
          </a:stretch>
        </p:blipFill>
        <p:spPr>
          <a:xfrm>
            <a:off x="8534400" y="5010912"/>
            <a:ext cx="1897159" cy="119194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954559752"/>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0" y="457200"/>
            <a:ext cx="10972800" cy="676275"/>
          </a:xfrm>
          <a:prstGeom prst="rect">
            <a:avLst/>
          </a:prstGeom>
        </p:spPr>
        <p:txBody>
          <a:bodyPr>
            <a:normAutofit fontScale="90000"/>
          </a:bodyPr>
          <a:lstStyle/>
          <a:p>
            <a:r>
              <a:rPr lang="en-US" dirty="0"/>
              <a:t>Model/Data set up</a:t>
            </a:r>
          </a:p>
        </p:txBody>
      </p:sp>
      <p:sp>
        <p:nvSpPr>
          <p:cNvPr id="5" name="Content Placeholder 4"/>
          <p:cNvSpPr>
            <a:spLocks noGrp="1"/>
          </p:cNvSpPr>
          <p:nvPr>
            <p:ph type="body" idx="4294967295"/>
          </p:nvPr>
        </p:nvSpPr>
        <p:spPr>
          <a:xfrm>
            <a:off x="-1" y="1184833"/>
            <a:ext cx="5120641" cy="4525963"/>
          </a:xfrm>
          <a:prstGeom prst="rect">
            <a:avLst/>
          </a:prstGeom>
        </p:spPr>
        <p:txBody>
          <a:bodyPr>
            <a:noAutofit/>
          </a:bodyPr>
          <a:lstStyle/>
          <a:p>
            <a:pPr marL="742950" indent="-742950">
              <a:buFont typeface="+mj-lt"/>
              <a:buAutoNum type="arabicPeriod"/>
            </a:pPr>
            <a:r>
              <a:rPr lang="en-US" sz="3700" dirty="0"/>
              <a:t>How do we think about populations and sub-populations? </a:t>
            </a:r>
          </a:p>
          <a:p>
            <a:pPr marL="742950" indent="-742950">
              <a:buFont typeface="+mj-lt"/>
              <a:buAutoNum type="arabicPeriod"/>
            </a:pPr>
            <a:r>
              <a:rPr lang="en-US" sz="3700" dirty="0"/>
              <a:t>Where do we draw the lines? </a:t>
            </a:r>
          </a:p>
        </p:txBody>
      </p:sp>
      <p:grpSp>
        <p:nvGrpSpPr>
          <p:cNvPr id="17" name="Group 16">
            <a:extLst>
              <a:ext uri="{FF2B5EF4-FFF2-40B4-BE49-F238E27FC236}">
                <a16:creationId xmlns:a16="http://schemas.microsoft.com/office/drawing/2014/main" id="{9FBBC310-1160-974D-9468-27C64721D510}"/>
              </a:ext>
            </a:extLst>
          </p:cNvPr>
          <p:cNvGrpSpPr/>
          <p:nvPr/>
        </p:nvGrpSpPr>
        <p:grpSpPr>
          <a:xfrm>
            <a:off x="5486400" y="1053962"/>
            <a:ext cx="5001768" cy="4431098"/>
            <a:chOff x="3595116" y="1717749"/>
            <a:chExt cx="5001768" cy="4431098"/>
          </a:xfrm>
        </p:grpSpPr>
        <p:pic>
          <p:nvPicPr>
            <p:cNvPr id="3" name="Picture 2">
              <a:extLst>
                <a:ext uri="{FF2B5EF4-FFF2-40B4-BE49-F238E27FC236}">
                  <a16:creationId xmlns:a16="http://schemas.microsoft.com/office/drawing/2014/main" id="{473ECF76-E308-BA76-A45A-A8F0BB2F3638}"/>
                </a:ext>
              </a:extLst>
            </p:cNvPr>
            <p:cNvPicPr>
              <a:picLocks noChangeAspect="1"/>
            </p:cNvPicPr>
            <p:nvPr/>
          </p:nvPicPr>
          <p:blipFill>
            <a:blip r:embed="rId2" cstate="print">
              <a:extLst>
                <a:ext uri="{28A0092B-C50C-407E-A947-70E740481C1C}">
                  <a14:useLocalDpi xmlns:a14="http://schemas.microsoft.com/office/drawing/2010/main" val="0"/>
                </a:ext>
              </a:extLst>
            </a:blip>
            <a:srcRect t="6973" b="4436"/>
            <a:stretch>
              <a:fillRect/>
            </a:stretch>
          </p:blipFill>
          <p:spPr>
            <a:xfrm>
              <a:off x="3595116" y="1717749"/>
              <a:ext cx="5001768" cy="4431098"/>
            </a:xfrm>
            <a:prstGeom prst="rect">
              <a:avLst/>
            </a:prstGeom>
            <a:effectLst>
              <a:outerShdw blurRad="63500" sx="102000" sy="102000" algn="ctr" rotWithShape="0">
                <a:prstClr val="black">
                  <a:alpha val="40000"/>
                </a:prstClr>
              </a:outerShdw>
            </a:effectLst>
          </p:spPr>
        </p:pic>
        <p:sp>
          <p:nvSpPr>
            <p:cNvPr id="7" name="TextBox 6">
              <a:extLst>
                <a:ext uri="{FF2B5EF4-FFF2-40B4-BE49-F238E27FC236}">
                  <a16:creationId xmlns:a16="http://schemas.microsoft.com/office/drawing/2014/main" id="{CE980948-CE9C-AFDE-E854-24ADA2503324}"/>
                </a:ext>
              </a:extLst>
            </p:cNvPr>
            <p:cNvSpPr txBox="1"/>
            <p:nvPr/>
          </p:nvSpPr>
          <p:spPr>
            <a:xfrm>
              <a:off x="4708717" y="3192538"/>
              <a:ext cx="543739" cy="300082"/>
            </a:xfrm>
            <a:prstGeom prst="rect">
              <a:avLst/>
            </a:prstGeom>
            <a:noFill/>
          </p:spPr>
          <p:txBody>
            <a:bodyPr wrap="none" rtlCol="0">
              <a:spAutoFit/>
            </a:bodyPr>
            <a:lstStyle/>
            <a:p>
              <a:r>
                <a:rPr lang="en-US" dirty="0"/>
                <a:t>EBS</a:t>
              </a:r>
            </a:p>
          </p:txBody>
        </p:sp>
        <p:sp>
          <p:nvSpPr>
            <p:cNvPr id="9" name="TextBox 8">
              <a:extLst>
                <a:ext uri="{FF2B5EF4-FFF2-40B4-BE49-F238E27FC236}">
                  <a16:creationId xmlns:a16="http://schemas.microsoft.com/office/drawing/2014/main" id="{9F73BB7A-7F65-C75D-85A1-8AFA3263EE60}"/>
                </a:ext>
              </a:extLst>
            </p:cNvPr>
            <p:cNvSpPr txBox="1"/>
            <p:nvPr/>
          </p:nvSpPr>
          <p:spPr>
            <a:xfrm>
              <a:off x="4877994" y="4667326"/>
              <a:ext cx="748923" cy="300082"/>
            </a:xfrm>
            <a:prstGeom prst="rect">
              <a:avLst/>
            </a:prstGeom>
            <a:noFill/>
          </p:spPr>
          <p:txBody>
            <a:bodyPr wrap="none" rtlCol="0">
              <a:spAutoFit/>
            </a:bodyPr>
            <a:lstStyle/>
            <a:p>
              <a:r>
                <a:rPr lang="en-US" dirty="0"/>
                <a:t>WGOA</a:t>
              </a:r>
            </a:p>
          </p:txBody>
        </p:sp>
        <p:sp>
          <p:nvSpPr>
            <p:cNvPr id="11" name="TextBox 10">
              <a:extLst>
                <a:ext uri="{FF2B5EF4-FFF2-40B4-BE49-F238E27FC236}">
                  <a16:creationId xmlns:a16="http://schemas.microsoft.com/office/drawing/2014/main" id="{9CC96803-32E1-855B-99E2-8139231BFF5B}"/>
                </a:ext>
              </a:extLst>
            </p:cNvPr>
            <p:cNvSpPr txBox="1"/>
            <p:nvPr/>
          </p:nvSpPr>
          <p:spPr>
            <a:xfrm>
              <a:off x="7146717" y="5241859"/>
              <a:ext cx="704039" cy="300082"/>
            </a:xfrm>
            <a:prstGeom prst="rect">
              <a:avLst/>
            </a:prstGeom>
            <a:noFill/>
          </p:spPr>
          <p:txBody>
            <a:bodyPr wrap="none" rtlCol="0">
              <a:spAutoFit/>
            </a:bodyPr>
            <a:lstStyle/>
            <a:p>
              <a:r>
                <a:rPr lang="en-US" dirty="0"/>
                <a:t>CGOA</a:t>
              </a:r>
            </a:p>
          </p:txBody>
        </p:sp>
        <p:sp>
          <p:nvSpPr>
            <p:cNvPr id="13" name="TextBox 12">
              <a:extLst>
                <a:ext uri="{FF2B5EF4-FFF2-40B4-BE49-F238E27FC236}">
                  <a16:creationId xmlns:a16="http://schemas.microsoft.com/office/drawing/2014/main" id="{70AAA11C-7D77-F5B2-35E0-90AF70AEAF25}"/>
                </a:ext>
              </a:extLst>
            </p:cNvPr>
            <p:cNvSpPr txBox="1"/>
            <p:nvPr/>
          </p:nvSpPr>
          <p:spPr>
            <a:xfrm>
              <a:off x="6226954" y="4162736"/>
              <a:ext cx="473206" cy="300082"/>
            </a:xfrm>
            <a:prstGeom prst="rect">
              <a:avLst/>
            </a:prstGeom>
            <a:noFill/>
          </p:spPr>
          <p:txBody>
            <a:bodyPr wrap="none" rtlCol="0">
              <a:spAutoFit/>
            </a:bodyPr>
            <a:lstStyle/>
            <a:p>
              <a:r>
                <a:rPr lang="en-US" dirty="0"/>
                <a:t>620</a:t>
              </a:r>
            </a:p>
          </p:txBody>
        </p:sp>
        <p:sp>
          <p:nvSpPr>
            <p:cNvPr id="15" name="TextBox 14">
              <a:extLst>
                <a:ext uri="{FF2B5EF4-FFF2-40B4-BE49-F238E27FC236}">
                  <a16:creationId xmlns:a16="http://schemas.microsoft.com/office/drawing/2014/main" id="{835F0BAA-C3BE-CBC5-8BD9-B65428208AA1}"/>
                </a:ext>
              </a:extLst>
            </p:cNvPr>
            <p:cNvSpPr txBox="1"/>
            <p:nvPr/>
          </p:nvSpPr>
          <p:spPr>
            <a:xfrm>
              <a:off x="7377550" y="3538957"/>
              <a:ext cx="473206" cy="300082"/>
            </a:xfrm>
            <a:prstGeom prst="rect">
              <a:avLst/>
            </a:prstGeom>
            <a:noFill/>
          </p:spPr>
          <p:txBody>
            <a:bodyPr wrap="none" rtlCol="0">
              <a:spAutoFit/>
            </a:bodyPr>
            <a:lstStyle/>
            <a:p>
              <a:r>
                <a:rPr lang="en-US" dirty="0"/>
                <a:t>630</a:t>
              </a:r>
            </a:p>
          </p:txBody>
        </p:sp>
        <p:sp>
          <p:nvSpPr>
            <p:cNvPr id="16" name="Right Brace 15">
              <a:extLst>
                <a:ext uri="{FF2B5EF4-FFF2-40B4-BE49-F238E27FC236}">
                  <a16:creationId xmlns:a16="http://schemas.microsoft.com/office/drawing/2014/main" id="{ABE1FC41-1E4F-2792-5123-2570DC6147A6}"/>
                </a:ext>
              </a:extLst>
            </p:cNvPr>
            <p:cNvSpPr/>
            <p:nvPr/>
          </p:nvSpPr>
          <p:spPr>
            <a:xfrm rot="3470843">
              <a:off x="7048015" y="4035806"/>
              <a:ext cx="518160" cy="1850983"/>
            </a:xfrm>
            <a:prstGeom prst="rightBrace">
              <a:avLst>
                <a:gd name="adj1" fmla="val 87315"/>
                <a:gd name="adj2" fmla="val 50593"/>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3578959299"/>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5BF11-23A8-FB24-B07B-30EF7296053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B73CFE9-1969-BDB4-2542-28F41B5A936B}"/>
              </a:ext>
            </a:extLst>
          </p:cNvPr>
          <p:cNvSpPr>
            <a:spLocks noGrp="1"/>
          </p:cNvSpPr>
          <p:nvPr>
            <p:ph type="title" idx="4294967295"/>
          </p:nvPr>
        </p:nvSpPr>
        <p:spPr>
          <a:xfrm>
            <a:off x="0" y="457200"/>
            <a:ext cx="10972800" cy="676275"/>
          </a:xfrm>
          <a:prstGeom prst="rect">
            <a:avLst/>
          </a:prstGeom>
        </p:spPr>
        <p:txBody>
          <a:bodyPr>
            <a:normAutofit fontScale="90000"/>
          </a:bodyPr>
          <a:lstStyle/>
          <a:p>
            <a:r>
              <a:rPr lang="en-US" dirty="0"/>
              <a:t>Model/Data set up</a:t>
            </a:r>
          </a:p>
        </p:txBody>
      </p:sp>
      <p:sp>
        <p:nvSpPr>
          <p:cNvPr id="5" name="Content Placeholder 4">
            <a:extLst>
              <a:ext uri="{FF2B5EF4-FFF2-40B4-BE49-F238E27FC236}">
                <a16:creationId xmlns:a16="http://schemas.microsoft.com/office/drawing/2014/main" id="{6177603E-DAE6-5EBF-EEE9-B017EE4F099C}"/>
              </a:ext>
            </a:extLst>
          </p:cNvPr>
          <p:cNvSpPr>
            <a:spLocks noGrp="1"/>
          </p:cNvSpPr>
          <p:nvPr>
            <p:ph type="body" idx="4294967295"/>
          </p:nvPr>
        </p:nvSpPr>
        <p:spPr>
          <a:xfrm>
            <a:off x="-1" y="1184833"/>
            <a:ext cx="11784933" cy="4525963"/>
          </a:xfrm>
          <a:prstGeom prst="rect">
            <a:avLst/>
          </a:prstGeom>
        </p:spPr>
        <p:txBody>
          <a:bodyPr>
            <a:noAutofit/>
          </a:bodyPr>
          <a:lstStyle/>
          <a:p>
            <a:r>
              <a:rPr lang="en-US" sz="2400" dirty="0"/>
              <a:t>How do we think about populations and sub-populations? </a:t>
            </a:r>
            <a:r>
              <a:rPr lang="en-US" sz="2400" b="1" dirty="0"/>
              <a:t>Genetics</a:t>
            </a:r>
            <a:endParaRPr lang="en-US" sz="2400" dirty="0"/>
          </a:p>
        </p:txBody>
      </p:sp>
      <p:grpSp>
        <p:nvGrpSpPr>
          <p:cNvPr id="21" name="Group 20">
            <a:extLst>
              <a:ext uri="{FF2B5EF4-FFF2-40B4-BE49-F238E27FC236}">
                <a16:creationId xmlns:a16="http://schemas.microsoft.com/office/drawing/2014/main" id="{2C21D0F9-5667-56A6-72B6-270A05AE7E6B}"/>
              </a:ext>
            </a:extLst>
          </p:cNvPr>
          <p:cNvGrpSpPr/>
          <p:nvPr/>
        </p:nvGrpSpPr>
        <p:grpSpPr>
          <a:xfrm>
            <a:off x="5823543" y="1717749"/>
            <a:ext cx="5001768" cy="4431098"/>
            <a:chOff x="3595116" y="1717749"/>
            <a:chExt cx="5001768" cy="4431098"/>
          </a:xfrm>
        </p:grpSpPr>
        <p:pic>
          <p:nvPicPr>
            <p:cNvPr id="3" name="Picture 2">
              <a:extLst>
                <a:ext uri="{FF2B5EF4-FFF2-40B4-BE49-F238E27FC236}">
                  <a16:creationId xmlns:a16="http://schemas.microsoft.com/office/drawing/2014/main" id="{36ECA466-632C-0307-E6A7-682E682DB918}"/>
                </a:ext>
              </a:extLst>
            </p:cNvPr>
            <p:cNvPicPr>
              <a:picLocks noChangeAspect="1"/>
            </p:cNvPicPr>
            <p:nvPr/>
          </p:nvPicPr>
          <p:blipFill>
            <a:blip r:embed="rId2" cstate="print">
              <a:extLst>
                <a:ext uri="{28A0092B-C50C-407E-A947-70E740481C1C}">
                  <a14:useLocalDpi xmlns:a14="http://schemas.microsoft.com/office/drawing/2010/main" val="0"/>
                </a:ext>
              </a:extLst>
            </a:blip>
            <a:srcRect t="6973" b="4436"/>
            <a:stretch>
              <a:fillRect/>
            </a:stretch>
          </p:blipFill>
          <p:spPr>
            <a:xfrm>
              <a:off x="3595116" y="1717749"/>
              <a:ext cx="5001768" cy="4431098"/>
            </a:xfrm>
            <a:prstGeom prst="rect">
              <a:avLst/>
            </a:prstGeom>
            <a:effectLst>
              <a:outerShdw blurRad="63500" sx="102000" sy="102000" algn="ctr" rotWithShape="0">
                <a:prstClr val="black">
                  <a:alpha val="40000"/>
                </a:prstClr>
              </a:outerShdw>
            </a:effectLst>
          </p:spPr>
        </p:pic>
        <p:sp>
          <p:nvSpPr>
            <p:cNvPr id="7" name="TextBox 6">
              <a:extLst>
                <a:ext uri="{FF2B5EF4-FFF2-40B4-BE49-F238E27FC236}">
                  <a16:creationId xmlns:a16="http://schemas.microsoft.com/office/drawing/2014/main" id="{1673BA3E-034D-E8F4-18B0-40D0E3F07493}"/>
                </a:ext>
              </a:extLst>
            </p:cNvPr>
            <p:cNvSpPr txBox="1"/>
            <p:nvPr/>
          </p:nvSpPr>
          <p:spPr>
            <a:xfrm>
              <a:off x="4708717" y="3192538"/>
              <a:ext cx="543739" cy="300082"/>
            </a:xfrm>
            <a:prstGeom prst="rect">
              <a:avLst/>
            </a:prstGeom>
            <a:noFill/>
          </p:spPr>
          <p:txBody>
            <a:bodyPr wrap="none" rtlCol="0">
              <a:spAutoFit/>
            </a:bodyPr>
            <a:lstStyle/>
            <a:p>
              <a:r>
                <a:rPr lang="en-US" dirty="0"/>
                <a:t>EBS</a:t>
              </a:r>
            </a:p>
          </p:txBody>
        </p:sp>
        <p:sp>
          <p:nvSpPr>
            <p:cNvPr id="9" name="TextBox 8">
              <a:extLst>
                <a:ext uri="{FF2B5EF4-FFF2-40B4-BE49-F238E27FC236}">
                  <a16:creationId xmlns:a16="http://schemas.microsoft.com/office/drawing/2014/main" id="{9EC173AA-503A-7D2D-4C47-54392B64DC32}"/>
                </a:ext>
              </a:extLst>
            </p:cNvPr>
            <p:cNvSpPr txBox="1"/>
            <p:nvPr/>
          </p:nvSpPr>
          <p:spPr>
            <a:xfrm>
              <a:off x="4877994" y="4667326"/>
              <a:ext cx="748923" cy="300082"/>
            </a:xfrm>
            <a:prstGeom prst="rect">
              <a:avLst/>
            </a:prstGeom>
            <a:noFill/>
          </p:spPr>
          <p:txBody>
            <a:bodyPr wrap="none" rtlCol="0">
              <a:spAutoFit/>
            </a:bodyPr>
            <a:lstStyle/>
            <a:p>
              <a:r>
                <a:rPr lang="en-US" dirty="0"/>
                <a:t>WGOA</a:t>
              </a:r>
            </a:p>
          </p:txBody>
        </p:sp>
        <p:sp>
          <p:nvSpPr>
            <p:cNvPr id="11" name="TextBox 10">
              <a:extLst>
                <a:ext uri="{FF2B5EF4-FFF2-40B4-BE49-F238E27FC236}">
                  <a16:creationId xmlns:a16="http://schemas.microsoft.com/office/drawing/2014/main" id="{7CEF29D4-A060-BCCA-79D5-36117F7BC283}"/>
                </a:ext>
              </a:extLst>
            </p:cNvPr>
            <p:cNvSpPr txBox="1"/>
            <p:nvPr/>
          </p:nvSpPr>
          <p:spPr>
            <a:xfrm>
              <a:off x="7146717" y="5241859"/>
              <a:ext cx="704039" cy="300082"/>
            </a:xfrm>
            <a:prstGeom prst="rect">
              <a:avLst/>
            </a:prstGeom>
            <a:noFill/>
          </p:spPr>
          <p:txBody>
            <a:bodyPr wrap="none" rtlCol="0">
              <a:spAutoFit/>
            </a:bodyPr>
            <a:lstStyle/>
            <a:p>
              <a:r>
                <a:rPr lang="en-US" dirty="0"/>
                <a:t>CGOA</a:t>
              </a:r>
            </a:p>
          </p:txBody>
        </p:sp>
        <p:sp>
          <p:nvSpPr>
            <p:cNvPr id="13" name="TextBox 12">
              <a:extLst>
                <a:ext uri="{FF2B5EF4-FFF2-40B4-BE49-F238E27FC236}">
                  <a16:creationId xmlns:a16="http://schemas.microsoft.com/office/drawing/2014/main" id="{2AD09BB9-D2A0-1E76-B5F3-16BCE56DA673}"/>
                </a:ext>
              </a:extLst>
            </p:cNvPr>
            <p:cNvSpPr txBox="1"/>
            <p:nvPr/>
          </p:nvSpPr>
          <p:spPr>
            <a:xfrm>
              <a:off x="6226954" y="4162736"/>
              <a:ext cx="473206" cy="300082"/>
            </a:xfrm>
            <a:prstGeom prst="rect">
              <a:avLst/>
            </a:prstGeom>
            <a:noFill/>
          </p:spPr>
          <p:txBody>
            <a:bodyPr wrap="none" rtlCol="0">
              <a:spAutoFit/>
            </a:bodyPr>
            <a:lstStyle/>
            <a:p>
              <a:r>
                <a:rPr lang="en-US" dirty="0"/>
                <a:t>620</a:t>
              </a:r>
            </a:p>
          </p:txBody>
        </p:sp>
        <p:sp>
          <p:nvSpPr>
            <p:cNvPr id="15" name="TextBox 14">
              <a:extLst>
                <a:ext uri="{FF2B5EF4-FFF2-40B4-BE49-F238E27FC236}">
                  <a16:creationId xmlns:a16="http://schemas.microsoft.com/office/drawing/2014/main" id="{104FDD22-D171-8EB3-FE45-43229D67E99F}"/>
                </a:ext>
              </a:extLst>
            </p:cNvPr>
            <p:cNvSpPr txBox="1"/>
            <p:nvPr/>
          </p:nvSpPr>
          <p:spPr>
            <a:xfrm>
              <a:off x="7377550" y="3538957"/>
              <a:ext cx="473206" cy="300082"/>
            </a:xfrm>
            <a:prstGeom prst="rect">
              <a:avLst/>
            </a:prstGeom>
            <a:noFill/>
          </p:spPr>
          <p:txBody>
            <a:bodyPr wrap="none" rtlCol="0">
              <a:spAutoFit/>
            </a:bodyPr>
            <a:lstStyle/>
            <a:p>
              <a:r>
                <a:rPr lang="en-US" dirty="0"/>
                <a:t>630</a:t>
              </a:r>
            </a:p>
          </p:txBody>
        </p:sp>
        <p:sp>
          <p:nvSpPr>
            <p:cNvPr id="16" name="Right Brace 15">
              <a:extLst>
                <a:ext uri="{FF2B5EF4-FFF2-40B4-BE49-F238E27FC236}">
                  <a16:creationId xmlns:a16="http://schemas.microsoft.com/office/drawing/2014/main" id="{60C29DD2-A732-B467-B842-1B5D6F9A885B}"/>
                </a:ext>
              </a:extLst>
            </p:cNvPr>
            <p:cNvSpPr/>
            <p:nvPr/>
          </p:nvSpPr>
          <p:spPr>
            <a:xfrm rot="3470843">
              <a:off x="7048015" y="4035806"/>
              <a:ext cx="518160" cy="1850983"/>
            </a:xfrm>
            <a:prstGeom prst="rightBrace">
              <a:avLst>
                <a:gd name="adj1" fmla="val 87315"/>
                <a:gd name="adj2" fmla="val 50593"/>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2" name="Oval 1">
            <a:extLst>
              <a:ext uri="{FF2B5EF4-FFF2-40B4-BE49-F238E27FC236}">
                <a16:creationId xmlns:a16="http://schemas.microsoft.com/office/drawing/2014/main" id="{6C0E07FB-17B4-07CF-AFD7-A3EC60CD9193}"/>
              </a:ext>
            </a:extLst>
          </p:cNvPr>
          <p:cNvSpPr/>
          <p:nvPr/>
        </p:nvSpPr>
        <p:spPr>
          <a:xfrm>
            <a:off x="6306564" y="2369564"/>
            <a:ext cx="3991825" cy="2938949"/>
          </a:xfrm>
          <a:prstGeom prst="ellipse">
            <a:avLst/>
          </a:prstGeom>
          <a:solidFill>
            <a:srgbClr val="008998">
              <a:alpha val="23137"/>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C889D8D4-61A9-402B-A43D-191408BCCD01}"/>
              </a:ext>
            </a:extLst>
          </p:cNvPr>
          <p:cNvPicPr>
            <a:picLocks noChangeAspect="1"/>
          </p:cNvPicPr>
          <p:nvPr/>
        </p:nvPicPr>
        <p:blipFill rotWithShape="1">
          <a:blip r:embed="rId3">
            <a:extLst>
              <a:ext uri="{28A0092B-C50C-407E-A947-70E740481C1C}">
                <a14:useLocalDpi xmlns:a14="http://schemas.microsoft.com/office/drawing/2010/main" val="0"/>
              </a:ext>
            </a:extLst>
          </a:blip>
          <a:srcRect t="21412"/>
          <a:stretch/>
        </p:blipFill>
        <p:spPr bwMode="auto">
          <a:xfrm>
            <a:off x="559896" y="4720994"/>
            <a:ext cx="2613645" cy="1540263"/>
          </a:xfrm>
          <a:prstGeom prst="rect">
            <a:avLst/>
          </a:prstGeom>
          <a:ln>
            <a:noFill/>
          </a:ln>
          <a:effectLst>
            <a:outerShdw blurRad="63500" sx="102000" sy="102000" algn="ctr" rotWithShape="0">
              <a:prstClr val="black">
                <a:alpha val="40000"/>
              </a:prstClr>
            </a:outerShdw>
          </a:effectLst>
          <a:extLst>
            <a:ext uri="{53640926-AAD7-44D8-BBD7-CCE9431645EC}">
              <a14:shadowObscured xmlns:a14="http://schemas.microsoft.com/office/drawing/2010/main"/>
            </a:ext>
          </a:extLst>
        </p:spPr>
      </p:pic>
      <p:pic>
        <p:nvPicPr>
          <p:cNvPr id="20" name="Picture 19">
            <a:extLst>
              <a:ext uri="{FF2B5EF4-FFF2-40B4-BE49-F238E27FC236}">
                <a16:creationId xmlns:a16="http://schemas.microsoft.com/office/drawing/2014/main" id="{6AEE42D2-8B03-D18D-3DFC-BF3DAA557CC2}"/>
              </a:ext>
            </a:extLst>
          </p:cNvPr>
          <p:cNvPicPr>
            <a:picLocks noChangeAspect="1"/>
          </p:cNvPicPr>
          <p:nvPr/>
        </p:nvPicPr>
        <p:blipFill>
          <a:blip r:embed="rId4"/>
          <a:stretch>
            <a:fillRect/>
          </a:stretch>
        </p:blipFill>
        <p:spPr>
          <a:xfrm>
            <a:off x="511003" y="1717749"/>
            <a:ext cx="2768725" cy="2057632"/>
          </a:xfrm>
          <a:prstGeom prst="rect">
            <a:avLst/>
          </a:prstGeom>
          <a:effectLst>
            <a:outerShdw blurRad="63500" sx="102000" sy="102000" algn="ctr" rotWithShape="0">
              <a:prstClr val="black">
                <a:alpha val="40000"/>
              </a:prstClr>
            </a:outerShdw>
          </a:effectLst>
        </p:spPr>
      </p:pic>
      <p:sp>
        <p:nvSpPr>
          <p:cNvPr id="23" name="Oval 22">
            <a:extLst>
              <a:ext uri="{FF2B5EF4-FFF2-40B4-BE49-F238E27FC236}">
                <a16:creationId xmlns:a16="http://schemas.microsoft.com/office/drawing/2014/main" id="{9A64133D-D58B-E741-3AB0-D3EB4B42D3FB}"/>
              </a:ext>
            </a:extLst>
          </p:cNvPr>
          <p:cNvSpPr/>
          <p:nvPr/>
        </p:nvSpPr>
        <p:spPr>
          <a:xfrm rot="20376422">
            <a:off x="10381275" y="2042152"/>
            <a:ext cx="1342731" cy="2360058"/>
          </a:xfrm>
          <a:prstGeom prst="ellipse">
            <a:avLst/>
          </a:prstGeom>
          <a:solidFill>
            <a:srgbClr val="008998">
              <a:alpha val="23137"/>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C9549CFA-BFE3-9654-2548-050AFDBBABDE}"/>
              </a:ext>
            </a:extLst>
          </p:cNvPr>
          <p:cNvSpPr/>
          <p:nvPr/>
        </p:nvSpPr>
        <p:spPr>
          <a:xfrm rot="3841149">
            <a:off x="5283583" y="4409885"/>
            <a:ext cx="1257374" cy="1347640"/>
          </a:xfrm>
          <a:prstGeom prst="ellipse">
            <a:avLst/>
          </a:prstGeom>
          <a:solidFill>
            <a:srgbClr val="008998">
              <a:alpha val="23137"/>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D42EBC20-8970-3628-B009-812A67B66353}"/>
              </a:ext>
            </a:extLst>
          </p:cNvPr>
          <p:cNvSpPr/>
          <p:nvPr/>
        </p:nvSpPr>
        <p:spPr>
          <a:xfrm rot="3841149">
            <a:off x="5555628" y="1501888"/>
            <a:ext cx="1501238" cy="1439458"/>
          </a:xfrm>
          <a:prstGeom prst="ellipse">
            <a:avLst/>
          </a:prstGeom>
          <a:solidFill>
            <a:srgbClr val="008998">
              <a:alpha val="23137"/>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a:extLst>
              <a:ext uri="{FF2B5EF4-FFF2-40B4-BE49-F238E27FC236}">
                <a16:creationId xmlns:a16="http://schemas.microsoft.com/office/drawing/2014/main" id="{3486E8D9-78FE-F711-C167-AC5B975FA83C}"/>
              </a:ext>
            </a:extLst>
          </p:cNvPr>
          <p:cNvPicPr>
            <a:picLocks noChangeAspect="1"/>
          </p:cNvPicPr>
          <p:nvPr/>
        </p:nvPicPr>
        <p:blipFill>
          <a:blip r:embed="rId5"/>
          <a:stretch>
            <a:fillRect/>
          </a:stretch>
        </p:blipFill>
        <p:spPr>
          <a:xfrm>
            <a:off x="1011608" y="3507636"/>
            <a:ext cx="1779993" cy="1291995"/>
          </a:xfrm>
          <a:prstGeom prst="rect">
            <a:avLst/>
          </a:prstGeom>
          <a:effectLst>
            <a:outerShdw blurRad="63500" sx="102000" sy="102000" algn="ctr" rotWithShape="0">
              <a:prstClr val="black">
                <a:alpha val="40000"/>
              </a:prstClr>
            </a:outerShdw>
          </a:effectLst>
        </p:spPr>
      </p:pic>
      <p:sp>
        <p:nvSpPr>
          <p:cNvPr id="32" name="Arrow: Right 31">
            <a:extLst>
              <a:ext uri="{FF2B5EF4-FFF2-40B4-BE49-F238E27FC236}">
                <a16:creationId xmlns:a16="http://schemas.microsoft.com/office/drawing/2014/main" id="{5A459FC8-781C-490C-96C0-5A5069832D64}"/>
              </a:ext>
            </a:extLst>
          </p:cNvPr>
          <p:cNvSpPr/>
          <p:nvPr/>
        </p:nvSpPr>
        <p:spPr>
          <a:xfrm>
            <a:off x="3826933" y="3211672"/>
            <a:ext cx="1688424" cy="96034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04711463"/>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729C0-0A35-C3C5-3AC4-12A35FF0684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D3CC2A7-4CD5-A4BE-85D7-D25EB2CF0C5F}"/>
              </a:ext>
            </a:extLst>
          </p:cNvPr>
          <p:cNvSpPr>
            <a:spLocks noGrp="1"/>
          </p:cNvSpPr>
          <p:nvPr>
            <p:ph type="title" idx="4294967295"/>
          </p:nvPr>
        </p:nvSpPr>
        <p:spPr>
          <a:xfrm>
            <a:off x="0" y="457200"/>
            <a:ext cx="10972800" cy="676275"/>
          </a:xfrm>
          <a:prstGeom prst="rect">
            <a:avLst/>
          </a:prstGeom>
        </p:spPr>
        <p:txBody>
          <a:bodyPr>
            <a:normAutofit fontScale="90000"/>
          </a:bodyPr>
          <a:lstStyle/>
          <a:p>
            <a:r>
              <a:rPr lang="en-US" dirty="0"/>
              <a:t>Model/Data set up</a:t>
            </a:r>
          </a:p>
        </p:txBody>
      </p:sp>
      <p:sp>
        <p:nvSpPr>
          <p:cNvPr id="5" name="Content Placeholder 4">
            <a:extLst>
              <a:ext uri="{FF2B5EF4-FFF2-40B4-BE49-F238E27FC236}">
                <a16:creationId xmlns:a16="http://schemas.microsoft.com/office/drawing/2014/main" id="{03DEF19E-7411-0DF2-9B2E-1011247F8567}"/>
              </a:ext>
            </a:extLst>
          </p:cNvPr>
          <p:cNvSpPr>
            <a:spLocks noGrp="1"/>
          </p:cNvSpPr>
          <p:nvPr>
            <p:ph type="body" idx="4294967295"/>
          </p:nvPr>
        </p:nvSpPr>
        <p:spPr>
          <a:xfrm>
            <a:off x="-1" y="1184833"/>
            <a:ext cx="11784933" cy="4525963"/>
          </a:xfrm>
          <a:prstGeom prst="rect">
            <a:avLst/>
          </a:prstGeom>
        </p:spPr>
        <p:txBody>
          <a:bodyPr>
            <a:noAutofit/>
          </a:bodyPr>
          <a:lstStyle/>
          <a:p>
            <a:r>
              <a:rPr lang="en-US" sz="2400" dirty="0"/>
              <a:t>How do we think about populations and sub-populations? </a:t>
            </a:r>
            <a:r>
              <a:rPr lang="en-US" sz="2400" b="1" dirty="0"/>
              <a:t>Movement</a:t>
            </a:r>
            <a:endParaRPr lang="en-US" sz="2400" dirty="0"/>
          </a:p>
        </p:txBody>
      </p:sp>
      <p:grpSp>
        <p:nvGrpSpPr>
          <p:cNvPr id="12" name="Group 11">
            <a:extLst>
              <a:ext uri="{FF2B5EF4-FFF2-40B4-BE49-F238E27FC236}">
                <a16:creationId xmlns:a16="http://schemas.microsoft.com/office/drawing/2014/main" id="{9DC6C3D5-0188-D2CE-C8AB-51CE52E08629}"/>
              </a:ext>
            </a:extLst>
          </p:cNvPr>
          <p:cNvGrpSpPr/>
          <p:nvPr/>
        </p:nvGrpSpPr>
        <p:grpSpPr>
          <a:xfrm>
            <a:off x="5842357" y="2212954"/>
            <a:ext cx="4567428" cy="4134411"/>
            <a:chOff x="3595116" y="1717749"/>
            <a:chExt cx="5001768" cy="4431098"/>
          </a:xfrm>
        </p:grpSpPr>
        <p:pic>
          <p:nvPicPr>
            <p:cNvPr id="17" name="Picture 16">
              <a:extLst>
                <a:ext uri="{FF2B5EF4-FFF2-40B4-BE49-F238E27FC236}">
                  <a16:creationId xmlns:a16="http://schemas.microsoft.com/office/drawing/2014/main" id="{82ADE30A-51AD-E09A-0469-EBF1DA997263}"/>
                </a:ext>
              </a:extLst>
            </p:cNvPr>
            <p:cNvPicPr>
              <a:picLocks noChangeAspect="1"/>
            </p:cNvPicPr>
            <p:nvPr/>
          </p:nvPicPr>
          <p:blipFill>
            <a:blip r:embed="rId2" cstate="print">
              <a:extLst>
                <a:ext uri="{28A0092B-C50C-407E-A947-70E740481C1C}">
                  <a14:useLocalDpi xmlns:a14="http://schemas.microsoft.com/office/drawing/2010/main" val="0"/>
                </a:ext>
              </a:extLst>
            </a:blip>
            <a:srcRect t="6973" b="4436"/>
            <a:stretch>
              <a:fillRect/>
            </a:stretch>
          </p:blipFill>
          <p:spPr>
            <a:xfrm>
              <a:off x="3595116" y="1717749"/>
              <a:ext cx="5001768" cy="4431098"/>
            </a:xfrm>
            <a:prstGeom prst="rect">
              <a:avLst/>
            </a:prstGeom>
            <a:effectLst>
              <a:outerShdw blurRad="63500" sx="102000" sy="102000" algn="ctr" rotWithShape="0">
                <a:prstClr val="black">
                  <a:alpha val="40000"/>
                </a:prstClr>
              </a:outerShdw>
            </a:effectLst>
          </p:spPr>
        </p:pic>
        <p:sp>
          <p:nvSpPr>
            <p:cNvPr id="18" name="TextBox 17">
              <a:extLst>
                <a:ext uri="{FF2B5EF4-FFF2-40B4-BE49-F238E27FC236}">
                  <a16:creationId xmlns:a16="http://schemas.microsoft.com/office/drawing/2014/main" id="{0378A0CB-EE72-9F07-928F-8E25D78778D5}"/>
                </a:ext>
              </a:extLst>
            </p:cNvPr>
            <p:cNvSpPr txBox="1"/>
            <p:nvPr/>
          </p:nvSpPr>
          <p:spPr>
            <a:xfrm>
              <a:off x="4708717" y="3192538"/>
              <a:ext cx="543739" cy="300082"/>
            </a:xfrm>
            <a:prstGeom prst="rect">
              <a:avLst/>
            </a:prstGeom>
            <a:noFill/>
          </p:spPr>
          <p:txBody>
            <a:bodyPr wrap="none" rtlCol="0">
              <a:spAutoFit/>
            </a:bodyPr>
            <a:lstStyle/>
            <a:p>
              <a:r>
                <a:rPr lang="en-US" dirty="0"/>
                <a:t>EBS</a:t>
              </a:r>
            </a:p>
          </p:txBody>
        </p:sp>
        <p:sp>
          <p:nvSpPr>
            <p:cNvPr id="19" name="TextBox 18">
              <a:extLst>
                <a:ext uri="{FF2B5EF4-FFF2-40B4-BE49-F238E27FC236}">
                  <a16:creationId xmlns:a16="http://schemas.microsoft.com/office/drawing/2014/main" id="{994B9C3F-18DA-F919-BA48-0D53A9533CBE}"/>
                </a:ext>
              </a:extLst>
            </p:cNvPr>
            <p:cNvSpPr txBox="1"/>
            <p:nvPr/>
          </p:nvSpPr>
          <p:spPr>
            <a:xfrm>
              <a:off x="4877994" y="4667326"/>
              <a:ext cx="748923" cy="300082"/>
            </a:xfrm>
            <a:prstGeom prst="rect">
              <a:avLst/>
            </a:prstGeom>
            <a:noFill/>
          </p:spPr>
          <p:txBody>
            <a:bodyPr wrap="none" rtlCol="0">
              <a:spAutoFit/>
            </a:bodyPr>
            <a:lstStyle/>
            <a:p>
              <a:r>
                <a:rPr lang="en-US" dirty="0"/>
                <a:t>WGOA</a:t>
              </a:r>
            </a:p>
          </p:txBody>
        </p:sp>
        <p:sp>
          <p:nvSpPr>
            <p:cNvPr id="20" name="TextBox 19">
              <a:extLst>
                <a:ext uri="{FF2B5EF4-FFF2-40B4-BE49-F238E27FC236}">
                  <a16:creationId xmlns:a16="http://schemas.microsoft.com/office/drawing/2014/main" id="{45ED9EAC-D101-2E71-8C17-006AC6FCAFED}"/>
                </a:ext>
              </a:extLst>
            </p:cNvPr>
            <p:cNvSpPr txBox="1"/>
            <p:nvPr/>
          </p:nvSpPr>
          <p:spPr>
            <a:xfrm>
              <a:off x="7146717" y="5241859"/>
              <a:ext cx="704039" cy="300082"/>
            </a:xfrm>
            <a:prstGeom prst="rect">
              <a:avLst/>
            </a:prstGeom>
            <a:noFill/>
          </p:spPr>
          <p:txBody>
            <a:bodyPr wrap="none" rtlCol="0">
              <a:spAutoFit/>
            </a:bodyPr>
            <a:lstStyle/>
            <a:p>
              <a:r>
                <a:rPr lang="en-US" dirty="0"/>
                <a:t>CGOA</a:t>
              </a:r>
            </a:p>
          </p:txBody>
        </p:sp>
        <p:sp>
          <p:nvSpPr>
            <p:cNvPr id="21" name="TextBox 20">
              <a:extLst>
                <a:ext uri="{FF2B5EF4-FFF2-40B4-BE49-F238E27FC236}">
                  <a16:creationId xmlns:a16="http://schemas.microsoft.com/office/drawing/2014/main" id="{FA92AC14-2F89-EF17-BFFF-9FB48C8009C3}"/>
                </a:ext>
              </a:extLst>
            </p:cNvPr>
            <p:cNvSpPr txBox="1"/>
            <p:nvPr/>
          </p:nvSpPr>
          <p:spPr>
            <a:xfrm>
              <a:off x="6226954" y="4162736"/>
              <a:ext cx="473206" cy="300082"/>
            </a:xfrm>
            <a:prstGeom prst="rect">
              <a:avLst/>
            </a:prstGeom>
            <a:noFill/>
          </p:spPr>
          <p:txBody>
            <a:bodyPr wrap="none" rtlCol="0">
              <a:spAutoFit/>
            </a:bodyPr>
            <a:lstStyle/>
            <a:p>
              <a:r>
                <a:rPr lang="en-US" dirty="0"/>
                <a:t>620</a:t>
              </a:r>
            </a:p>
          </p:txBody>
        </p:sp>
        <p:sp>
          <p:nvSpPr>
            <p:cNvPr id="22" name="TextBox 21">
              <a:extLst>
                <a:ext uri="{FF2B5EF4-FFF2-40B4-BE49-F238E27FC236}">
                  <a16:creationId xmlns:a16="http://schemas.microsoft.com/office/drawing/2014/main" id="{F1288C8B-27CB-A7B0-99B8-FB3AECB862A9}"/>
                </a:ext>
              </a:extLst>
            </p:cNvPr>
            <p:cNvSpPr txBox="1"/>
            <p:nvPr/>
          </p:nvSpPr>
          <p:spPr>
            <a:xfrm>
              <a:off x="7377550" y="3538957"/>
              <a:ext cx="473206" cy="300082"/>
            </a:xfrm>
            <a:prstGeom prst="rect">
              <a:avLst/>
            </a:prstGeom>
            <a:noFill/>
          </p:spPr>
          <p:txBody>
            <a:bodyPr wrap="none" rtlCol="0">
              <a:spAutoFit/>
            </a:bodyPr>
            <a:lstStyle/>
            <a:p>
              <a:r>
                <a:rPr lang="en-US" dirty="0"/>
                <a:t>630</a:t>
              </a:r>
            </a:p>
          </p:txBody>
        </p:sp>
        <p:sp>
          <p:nvSpPr>
            <p:cNvPr id="23" name="Right Brace 22">
              <a:extLst>
                <a:ext uri="{FF2B5EF4-FFF2-40B4-BE49-F238E27FC236}">
                  <a16:creationId xmlns:a16="http://schemas.microsoft.com/office/drawing/2014/main" id="{F995A164-9196-FF77-5D75-D647979CF618}"/>
                </a:ext>
              </a:extLst>
            </p:cNvPr>
            <p:cNvSpPr/>
            <p:nvPr/>
          </p:nvSpPr>
          <p:spPr>
            <a:xfrm rot="3470843">
              <a:off x="7048015" y="4035806"/>
              <a:ext cx="518160" cy="1850983"/>
            </a:xfrm>
            <a:prstGeom prst="rightBrace">
              <a:avLst>
                <a:gd name="adj1" fmla="val 87315"/>
                <a:gd name="adj2" fmla="val 50593"/>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4" name="Group 23">
            <a:extLst>
              <a:ext uri="{FF2B5EF4-FFF2-40B4-BE49-F238E27FC236}">
                <a16:creationId xmlns:a16="http://schemas.microsoft.com/office/drawing/2014/main" id="{C7FA9392-C751-AB57-D9E0-3787DE08F907}"/>
              </a:ext>
            </a:extLst>
          </p:cNvPr>
          <p:cNvGrpSpPr/>
          <p:nvPr/>
        </p:nvGrpSpPr>
        <p:grpSpPr>
          <a:xfrm>
            <a:off x="822114" y="2212954"/>
            <a:ext cx="4567428" cy="4134411"/>
            <a:chOff x="3595116" y="1717749"/>
            <a:chExt cx="5001768" cy="4431098"/>
          </a:xfrm>
        </p:grpSpPr>
        <p:pic>
          <p:nvPicPr>
            <p:cNvPr id="25" name="Picture 24">
              <a:extLst>
                <a:ext uri="{FF2B5EF4-FFF2-40B4-BE49-F238E27FC236}">
                  <a16:creationId xmlns:a16="http://schemas.microsoft.com/office/drawing/2014/main" id="{696354E5-7498-55D8-7E80-1F4309C75E51}"/>
                </a:ext>
              </a:extLst>
            </p:cNvPr>
            <p:cNvPicPr>
              <a:picLocks noChangeAspect="1"/>
            </p:cNvPicPr>
            <p:nvPr/>
          </p:nvPicPr>
          <p:blipFill>
            <a:blip r:embed="rId2" cstate="print">
              <a:extLst>
                <a:ext uri="{28A0092B-C50C-407E-A947-70E740481C1C}">
                  <a14:useLocalDpi xmlns:a14="http://schemas.microsoft.com/office/drawing/2010/main" val="0"/>
                </a:ext>
              </a:extLst>
            </a:blip>
            <a:srcRect t="6973" b="4436"/>
            <a:stretch>
              <a:fillRect/>
            </a:stretch>
          </p:blipFill>
          <p:spPr>
            <a:xfrm>
              <a:off x="3595116" y="1717749"/>
              <a:ext cx="5001768" cy="4431098"/>
            </a:xfrm>
            <a:prstGeom prst="rect">
              <a:avLst/>
            </a:prstGeom>
            <a:effectLst>
              <a:outerShdw blurRad="63500" sx="102000" sy="102000" algn="ctr" rotWithShape="0">
                <a:prstClr val="black">
                  <a:alpha val="40000"/>
                </a:prstClr>
              </a:outerShdw>
            </a:effectLst>
          </p:spPr>
        </p:pic>
        <p:sp>
          <p:nvSpPr>
            <p:cNvPr id="26" name="TextBox 25">
              <a:extLst>
                <a:ext uri="{FF2B5EF4-FFF2-40B4-BE49-F238E27FC236}">
                  <a16:creationId xmlns:a16="http://schemas.microsoft.com/office/drawing/2014/main" id="{F319CC00-3660-E412-4BCB-28630BD2FAAE}"/>
                </a:ext>
              </a:extLst>
            </p:cNvPr>
            <p:cNvSpPr txBox="1"/>
            <p:nvPr/>
          </p:nvSpPr>
          <p:spPr>
            <a:xfrm>
              <a:off x="4708717" y="3192538"/>
              <a:ext cx="543739" cy="300082"/>
            </a:xfrm>
            <a:prstGeom prst="rect">
              <a:avLst/>
            </a:prstGeom>
            <a:noFill/>
          </p:spPr>
          <p:txBody>
            <a:bodyPr wrap="none" rtlCol="0">
              <a:spAutoFit/>
            </a:bodyPr>
            <a:lstStyle/>
            <a:p>
              <a:r>
                <a:rPr lang="en-US" dirty="0"/>
                <a:t>EBS</a:t>
              </a:r>
            </a:p>
          </p:txBody>
        </p:sp>
        <p:sp>
          <p:nvSpPr>
            <p:cNvPr id="27" name="TextBox 26">
              <a:extLst>
                <a:ext uri="{FF2B5EF4-FFF2-40B4-BE49-F238E27FC236}">
                  <a16:creationId xmlns:a16="http://schemas.microsoft.com/office/drawing/2014/main" id="{69BC3B9F-8DF2-87F2-11AE-8A06F1E27FE2}"/>
                </a:ext>
              </a:extLst>
            </p:cNvPr>
            <p:cNvSpPr txBox="1"/>
            <p:nvPr/>
          </p:nvSpPr>
          <p:spPr>
            <a:xfrm>
              <a:off x="4877994" y="4667326"/>
              <a:ext cx="748923" cy="300082"/>
            </a:xfrm>
            <a:prstGeom prst="rect">
              <a:avLst/>
            </a:prstGeom>
            <a:noFill/>
          </p:spPr>
          <p:txBody>
            <a:bodyPr wrap="none" rtlCol="0">
              <a:spAutoFit/>
            </a:bodyPr>
            <a:lstStyle/>
            <a:p>
              <a:r>
                <a:rPr lang="en-US" dirty="0"/>
                <a:t>WGOA</a:t>
              </a:r>
            </a:p>
          </p:txBody>
        </p:sp>
        <p:sp>
          <p:nvSpPr>
            <p:cNvPr id="28" name="TextBox 27">
              <a:extLst>
                <a:ext uri="{FF2B5EF4-FFF2-40B4-BE49-F238E27FC236}">
                  <a16:creationId xmlns:a16="http://schemas.microsoft.com/office/drawing/2014/main" id="{0E05E468-653E-A4AA-3B72-13F037E54D5A}"/>
                </a:ext>
              </a:extLst>
            </p:cNvPr>
            <p:cNvSpPr txBox="1"/>
            <p:nvPr/>
          </p:nvSpPr>
          <p:spPr>
            <a:xfrm>
              <a:off x="7146717" y="5241859"/>
              <a:ext cx="704039" cy="300082"/>
            </a:xfrm>
            <a:prstGeom prst="rect">
              <a:avLst/>
            </a:prstGeom>
            <a:noFill/>
          </p:spPr>
          <p:txBody>
            <a:bodyPr wrap="none" rtlCol="0">
              <a:spAutoFit/>
            </a:bodyPr>
            <a:lstStyle/>
            <a:p>
              <a:r>
                <a:rPr lang="en-US" dirty="0"/>
                <a:t>CGOA</a:t>
              </a:r>
            </a:p>
          </p:txBody>
        </p:sp>
        <p:sp>
          <p:nvSpPr>
            <p:cNvPr id="29" name="TextBox 28">
              <a:extLst>
                <a:ext uri="{FF2B5EF4-FFF2-40B4-BE49-F238E27FC236}">
                  <a16:creationId xmlns:a16="http://schemas.microsoft.com/office/drawing/2014/main" id="{CD440A26-2913-8140-09BF-EE9549961044}"/>
                </a:ext>
              </a:extLst>
            </p:cNvPr>
            <p:cNvSpPr txBox="1"/>
            <p:nvPr/>
          </p:nvSpPr>
          <p:spPr>
            <a:xfrm>
              <a:off x="6226954" y="4162736"/>
              <a:ext cx="473206" cy="300082"/>
            </a:xfrm>
            <a:prstGeom prst="rect">
              <a:avLst/>
            </a:prstGeom>
            <a:noFill/>
          </p:spPr>
          <p:txBody>
            <a:bodyPr wrap="none" rtlCol="0">
              <a:spAutoFit/>
            </a:bodyPr>
            <a:lstStyle/>
            <a:p>
              <a:r>
                <a:rPr lang="en-US" dirty="0"/>
                <a:t>620</a:t>
              </a:r>
            </a:p>
          </p:txBody>
        </p:sp>
        <p:sp>
          <p:nvSpPr>
            <p:cNvPr id="30" name="TextBox 29">
              <a:extLst>
                <a:ext uri="{FF2B5EF4-FFF2-40B4-BE49-F238E27FC236}">
                  <a16:creationId xmlns:a16="http://schemas.microsoft.com/office/drawing/2014/main" id="{FF72F118-597E-81EB-EA14-12E894DB4798}"/>
                </a:ext>
              </a:extLst>
            </p:cNvPr>
            <p:cNvSpPr txBox="1"/>
            <p:nvPr/>
          </p:nvSpPr>
          <p:spPr>
            <a:xfrm>
              <a:off x="7377550" y="3538957"/>
              <a:ext cx="473206" cy="300082"/>
            </a:xfrm>
            <a:prstGeom prst="rect">
              <a:avLst/>
            </a:prstGeom>
            <a:noFill/>
          </p:spPr>
          <p:txBody>
            <a:bodyPr wrap="none" rtlCol="0">
              <a:spAutoFit/>
            </a:bodyPr>
            <a:lstStyle/>
            <a:p>
              <a:r>
                <a:rPr lang="en-US" dirty="0"/>
                <a:t>630</a:t>
              </a:r>
            </a:p>
          </p:txBody>
        </p:sp>
        <p:sp>
          <p:nvSpPr>
            <p:cNvPr id="31" name="Right Brace 30">
              <a:extLst>
                <a:ext uri="{FF2B5EF4-FFF2-40B4-BE49-F238E27FC236}">
                  <a16:creationId xmlns:a16="http://schemas.microsoft.com/office/drawing/2014/main" id="{8436FED7-0AFA-F916-83BD-1BCB66E5E5F7}"/>
                </a:ext>
              </a:extLst>
            </p:cNvPr>
            <p:cNvSpPr/>
            <p:nvPr/>
          </p:nvSpPr>
          <p:spPr>
            <a:xfrm rot="3470843">
              <a:off x="7048015" y="4035806"/>
              <a:ext cx="518160" cy="1850983"/>
            </a:xfrm>
            <a:prstGeom prst="rightBrace">
              <a:avLst>
                <a:gd name="adj1" fmla="val 87315"/>
                <a:gd name="adj2" fmla="val 50593"/>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32" name="Oval 31">
            <a:extLst>
              <a:ext uri="{FF2B5EF4-FFF2-40B4-BE49-F238E27FC236}">
                <a16:creationId xmlns:a16="http://schemas.microsoft.com/office/drawing/2014/main" id="{F507FE4D-CC0C-F32A-6A2C-02F9745AD755}"/>
              </a:ext>
            </a:extLst>
          </p:cNvPr>
          <p:cNvSpPr/>
          <p:nvPr/>
        </p:nvSpPr>
        <p:spPr>
          <a:xfrm>
            <a:off x="1122901" y="2451306"/>
            <a:ext cx="1853184" cy="3329788"/>
          </a:xfrm>
          <a:prstGeom prst="ellipse">
            <a:avLst/>
          </a:prstGeom>
          <a:solidFill>
            <a:schemeClr val="tx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EBC5CF83-572F-803B-6F35-8ECBA0DC688F}"/>
              </a:ext>
            </a:extLst>
          </p:cNvPr>
          <p:cNvSpPr/>
          <p:nvPr/>
        </p:nvSpPr>
        <p:spPr>
          <a:xfrm rot="3193980">
            <a:off x="3383479" y="3068876"/>
            <a:ext cx="1410934" cy="2422563"/>
          </a:xfrm>
          <a:prstGeom prst="ellipse">
            <a:avLst/>
          </a:prstGeom>
          <a:solidFill>
            <a:schemeClr val="tx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421681AE-A1D9-4C7C-68C8-EB7E47846FE5}"/>
              </a:ext>
            </a:extLst>
          </p:cNvPr>
          <p:cNvSpPr/>
          <p:nvPr/>
        </p:nvSpPr>
        <p:spPr>
          <a:xfrm rot="20301145">
            <a:off x="6222398" y="3066404"/>
            <a:ext cx="1853184" cy="1415937"/>
          </a:xfrm>
          <a:prstGeom prst="ellipse">
            <a:avLst/>
          </a:prstGeom>
          <a:solidFill>
            <a:schemeClr val="tx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B8ACC5E7-DE6C-9B51-CA35-0E32C7A3CFEC}"/>
              </a:ext>
            </a:extLst>
          </p:cNvPr>
          <p:cNvSpPr/>
          <p:nvPr/>
        </p:nvSpPr>
        <p:spPr>
          <a:xfrm rot="20301145">
            <a:off x="6372370" y="4494811"/>
            <a:ext cx="1853184" cy="1415937"/>
          </a:xfrm>
          <a:prstGeom prst="ellipse">
            <a:avLst/>
          </a:prstGeom>
          <a:solidFill>
            <a:schemeClr val="tx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09E29B91-4DE2-300A-1FC8-0EC2DF814320}"/>
              </a:ext>
            </a:extLst>
          </p:cNvPr>
          <p:cNvSpPr/>
          <p:nvPr/>
        </p:nvSpPr>
        <p:spPr>
          <a:xfrm rot="3193980">
            <a:off x="8386709" y="3139658"/>
            <a:ext cx="1410934" cy="2422563"/>
          </a:xfrm>
          <a:prstGeom prst="ellipse">
            <a:avLst/>
          </a:prstGeom>
          <a:solidFill>
            <a:schemeClr val="tx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90D3C985-6446-EF1D-9438-5C0ACB708D39}"/>
              </a:ext>
            </a:extLst>
          </p:cNvPr>
          <p:cNvSpPr txBox="1"/>
          <p:nvPr/>
        </p:nvSpPr>
        <p:spPr>
          <a:xfrm>
            <a:off x="1222347" y="1659389"/>
            <a:ext cx="3715413" cy="523220"/>
          </a:xfrm>
          <a:prstGeom prst="rect">
            <a:avLst/>
          </a:prstGeom>
          <a:noFill/>
        </p:spPr>
        <p:txBody>
          <a:bodyPr wrap="square" rtlCol="0">
            <a:spAutoFit/>
          </a:bodyPr>
          <a:lstStyle/>
          <a:p>
            <a:pPr algn="ctr"/>
            <a:r>
              <a:rPr lang="en-US" sz="1400" b="1" dirty="0"/>
              <a:t>Case 1</a:t>
            </a:r>
            <a:r>
              <a:rPr lang="en-US" sz="1400" dirty="0"/>
              <a:t>: 2 Sub-populations based upon overall movement exchange</a:t>
            </a:r>
          </a:p>
        </p:txBody>
      </p:sp>
      <p:sp>
        <p:nvSpPr>
          <p:cNvPr id="43" name="TextBox 42">
            <a:extLst>
              <a:ext uri="{FF2B5EF4-FFF2-40B4-BE49-F238E27FC236}">
                <a16:creationId xmlns:a16="http://schemas.microsoft.com/office/drawing/2014/main" id="{77FAF2CF-3406-A1D8-33F3-B4FB21BD1D27}"/>
              </a:ext>
            </a:extLst>
          </p:cNvPr>
          <p:cNvSpPr txBox="1"/>
          <p:nvPr/>
        </p:nvSpPr>
        <p:spPr>
          <a:xfrm>
            <a:off x="6451709" y="1659389"/>
            <a:ext cx="3348723" cy="523220"/>
          </a:xfrm>
          <a:prstGeom prst="rect">
            <a:avLst/>
          </a:prstGeom>
          <a:noFill/>
        </p:spPr>
        <p:txBody>
          <a:bodyPr wrap="square" rtlCol="0">
            <a:spAutoFit/>
          </a:bodyPr>
          <a:lstStyle/>
          <a:p>
            <a:pPr algn="ctr"/>
            <a:r>
              <a:rPr lang="en-US" sz="1400" b="1" dirty="0"/>
              <a:t>Case 2</a:t>
            </a:r>
            <a:r>
              <a:rPr lang="en-US" sz="1400" dirty="0"/>
              <a:t>: 3 Sub-populations based upon seasonal movement exchange</a:t>
            </a:r>
          </a:p>
        </p:txBody>
      </p:sp>
    </p:spTree>
    <p:extLst>
      <p:ext uri="{BB962C8B-B14F-4D97-AF65-F5344CB8AC3E}">
        <p14:creationId xmlns:p14="http://schemas.microsoft.com/office/powerpoint/2010/main" val="1764492278"/>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DE990-198E-FBA4-AB4E-A09DBE64C20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F7B0CCB-AAF4-C0D5-0E1D-041FF09A5A1D}"/>
              </a:ext>
            </a:extLst>
          </p:cNvPr>
          <p:cNvSpPr>
            <a:spLocks noGrp="1"/>
          </p:cNvSpPr>
          <p:nvPr>
            <p:ph type="title" idx="4294967295"/>
          </p:nvPr>
        </p:nvSpPr>
        <p:spPr>
          <a:xfrm>
            <a:off x="0" y="457200"/>
            <a:ext cx="10972800" cy="676275"/>
          </a:xfrm>
          <a:prstGeom prst="rect">
            <a:avLst/>
          </a:prstGeom>
        </p:spPr>
        <p:txBody>
          <a:bodyPr>
            <a:normAutofit fontScale="90000"/>
          </a:bodyPr>
          <a:lstStyle/>
          <a:p>
            <a:r>
              <a:rPr lang="en-US" dirty="0"/>
              <a:t>Model/Data set up</a:t>
            </a:r>
          </a:p>
        </p:txBody>
      </p:sp>
      <p:sp>
        <p:nvSpPr>
          <p:cNvPr id="5" name="Content Placeholder 4">
            <a:extLst>
              <a:ext uri="{FF2B5EF4-FFF2-40B4-BE49-F238E27FC236}">
                <a16:creationId xmlns:a16="http://schemas.microsoft.com/office/drawing/2014/main" id="{7224E39F-6230-5FC7-C3CB-3E6B042FAF1B}"/>
              </a:ext>
            </a:extLst>
          </p:cNvPr>
          <p:cNvSpPr>
            <a:spLocks noGrp="1"/>
          </p:cNvSpPr>
          <p:nvPr>
            <p:ph type="body" idx="4294967295"/>
          </p:nvPr>
        </p:nvSpPr>
        <p:spPr>
          <a:xfrm>
            <a:off x="-1" y="1184833"/>
            <a:ext cx="11784933" cy="4525963"/>
          </a:xfrm>
          <a:prstGeom prst="rect">
            <a:avLst/>
          </a:prstGeom>
        </p:spPr>
        <p:txBody>
          <a:bodyPr>
            <a:noAutofit/>
          </a:bodyPr>
          <a:lstStyle/>
          <a:p>
            <a:r>
              <a:rPr lang="en-US" sz="2400" dirty="0"/>
              <a:t>Where do we draw the lines?</a:t>
            </a:r>
          </a:p>
        </p:txBody>
      </p:sp>
      <p:grpSp>
        <p:nvGrpSpPr>
          <p:cNvPr id="24" name="Group 23">
            <a:extLst>
              <a:ext uri="{FF2B5EF4-FFF2-40B4-BE49-F238E27FC236}">
                <a16:creationId xmlns:a16="http://schemas.microsoft.com/office/drawing/2014/main" id="{E7E4F9B7-C2B3-46DB-013E-B36CDC042C38}"/>
              </a:ext>
            </a:extLst>
          </p:cNvPr>
          <p:cNvGrpSpPr/>
          <p:nvPr/>
        </p:nvGrpSpPr>
        <p:grpSpPr>
          <a:xfrm>
            <a:off x="3812286" y="1874287"/>
            <a:ext cx="4567428" cy="4134411"/>
            <a:chOff x="3595116" y="1717749"/>
            <a:chExt cx="5001768" cy="4431098"/>
          </a:xfrm>
        </p:grpSpPr>
        <p:pic>
          <p:nvPicPr>
            <p:cNvPr id="25" name="Picture 24">
              <a:extLst>
                <a:ext uri="{FF2B5EF4-FFF2-40B4-BE49-F238E27FC236}">
                  <a16:creationId xmlns:a16="http://schemas.microsoft.com/office/drawing/2014/main" id="{37993062-EADD-EE26-1ED8-5F000BEFF1DB}"/>
                </a:ext>
              </a:extLst>
            </p:cNvPr>
            <p:cNvPicPr>
              <a:picLocks noChangeAspect="1"/>
            </p:cNvPicPr>
            <p:nvPr/>
          </p:nvPicPr>
          <p:blipFill>
            <a:blip r:embed="rId2" cstate="print">
              <a:extLst>
                <a:ext uri="{28A0092B-C50C-407E-A947-70E740481C1C}">
                  <a14:useLocalDpi xmlns:a14="http://schemas.microsoft.com/office/drawing/2010/main" val="0"/>
                </a:ext>
              </a:extLst>
            </a:blip>
            <a:srcRect t="6973" b="4436"/>
            <a:stretch>
              <a:fillRect/>
            </a:stretch>
          </p:blipFill>
          <p:spPr>
            <a:xfrm>
              <a:off x="3595116" y="1717749"/>
              <a:ext cx="5001768" cy="4431098"/>
            </a:xfrm>
            <a:prstGeom prst="rect">
              <a:avLst/>
            </a:prstGeom>
            <a:effectLst>
              <a:outerShdw blurRad="63500" sx="102000" sy="102000" algn="ctr" rotWithShape="0">
                <a:prstClr val="black">
                  <a:alpha val="40000"/>
                </a:prstClr>
              </a:outerShdw>
            </a:effectLst>
          </p:spPr>
        </p:pic>
        <p:sp>
          <p:nvSpPr>
            <p:cNvPr id="26" name="TextBox 25">
              <a:extLst>
                <a:ext uri="{FF2B5EF4-FFF2-40B4-BE49-F238E27FC236}">
                  <a16:creationId xmlns:a16="http://schemas.microsoft.com/office/drawing/2014/main" id="{6415E4B6-578B-EA6E-FF27-E3DB78CB055A}"/>
                </a:ext>
              </a:extLst>
            </p:cNvPr>
            <p:cNvSpPr txBox="1"/>
            <p:nvPr/>
          </p:nvSpPr>
          <p:spPr>
            <a:xfrm>
              <a:off x="4708717" y="3192538"/>
              <a:ext cx="543739" cy="300082"/>
            </a:xfrm>
            <a:prstGeom prst="rect">
              <a:avLst/>
            </a:prstGeom>
            <a:noFill/>
          </p:spPr>
          <p:txBody>
            <a:bodyPr wrap="none" rtlCol="0">
              <a:spAutoFit/>
            </a:bodyPr>
            <a:lstStyle/>
            <a:p>
              <a:r>
                <a:rPr lang="en-US" dirty="0"/>
                <a:t>EBS</a:t>
              </a:r>
            </a:p>
          </p:txBody>
        </p:sp>
        <p:sp>
          <p:nvSpPr>
            <p:cNvPr id="27" name="TextBox 26">
              <a:extLst>
                <a:ext uri="{FF2B5EF4-FFF2-40B4-BE49-F238E27FC236}">
                  <a16:creationId xmlns:a16="http://schemas.microsoft.com/office/drawing/2014/main" id="{BE39F857-4DAC-E152-EF7E-F65DCE563350}"/>
                </a:ext>
              </a:extLst>
            </p:cNvPr>
            <p:cNvSpPr txBox="1"/>
            <p:nvPr/>
          </p:nvSpPr>
          <p:spPr>
            <a:xfrm>
              <a:off x="4877994" y="4667326"/>
              <a:ext cx="748923" cy="300082"/>
            </a:xfrm>
            <a:prstGeom prst="rect">
              <a:avLst/>
            </a:prstGeom>
            <a:noFill/>
          </p:spPr>
          <p:txBody>
            <a:bodyPr wrap="none" rtlCol="0">
              <a:spAutoFit/>
            </a:bodyPr>
            <a:lstStyle/>
            <a:p>
              <a:r>
                <a:rPr lang="en-US" dirty="0"/>
                <a:t>WGOA</a:t>
              </a:r>
            </a:p>
          </p:txBody>
        </p:sp>
        <p:sp>
          <p:nvSpPr>
            <p:cNvPr id="28" name="TextBox 27">
              <a:extLst>
                <a:ext uri="{FF2B5EF4-FFF2-40B4-BE49-F238E27FC236}">
                  <a16:creationId xmlns:a16="http://schemas.microsoft.com/office/drawing/2014/main" id="{BAD9F775-617F-AEBA-0837-9F9601B00846}"/>
                </a:ext>
              </a:extLst>
            </p:cNvPr>
            <p:cNvSpPr txBox="1"/>
            <p:nvPr/>
          </p:nvSpPr>
          <p:spPr>
            <a:xfrm>
              <a:off x="7146717" y="5241859"/>
              <a:ext cx="704039" cy="300082"/>
            </a:xfrm>
            <a:prstGeom prst="rect">
              <a:avLst/>
            </a:prstGeom>
            <a:noFill/>
          </p:spPr>
          <p:txBody>
            <a:bodyPr wrap="none" rtlCol="0">
              <a:spAutoFit/>
            </a:bodyPr>
            <a:lstStyle/>
            <a:p>
              <a:r>
                <a:rPr lang="en-US" dirty="0"/>
                <a:t>CGOA</a:t>
              </a:r>
            </a:p>
          </p:txBody>
        </p:sp>
        <p:sp>
          <p:nvSpPr>
            <p:cNvPr id="29" name="TextBox 28">
              <a:extLst>
                <a:ext uri="{FF2B5EF4-FFF2-40B4-BE49-F238E27FC236}">
                  <a16:creationId xmlns:a16="http://schemas.microsoft.com/office/drawing/2014/main" id="{E09104F1-C3A5-FF1A-F508-4643440B38FD}"/>
                </a:ext>
              </a:extLst>
            </p:cNvPr>
            <p:cNvSpPr txBox="1"/>
            <p:nvPr/>
          </p:nvSpPr>
          <p:spPr>
            <a:xfrm>
              <a:off x="6226954" y="4162736"/>
              <a:ext cx="473206" cy="300082"/>
            </a:xfrm>
            <a:prstGeom prst="rect">
              <a:avLst/>
            </a:prstGeom>
            <a:noFill/>
          </p:spPr>
          <p:txBody>
            <a:bodyPr wrap="none" rtlCol="0">
              <a:spAutoFit/>
            </a:bodyPr>
            <a:lstStyle/>
            <a:p>
              <a:r>
                <a:rPr lang="en-US" dirty="0"/>
                <a:t>620</a:t>
              </a:r>
            </a:p>
          </p:txBody>
        </p:sp>
        <p:sp>
          <p:nvSpPr>
            <p:cNvPr id="30" name="TextBox 29">
              <a:extLst>
                <a:ext uri="{FF2B5EF4-FFF2-40B4-BE49-F238E27FC236}">
                  <a16:creationId xmlns:a16="http://schemas.microsoft.com/office/drawing/2014/main" id="{B5153804-B9D8-B72C-3244-46FD7FB8EF62}"/>
                </a:ext>
              </a:extLst>
            </p:cNvPr>
            <p:cNvSpPr txBox="1"/>
            <p:nvPr/>
          </p:nvSpPr>
          <p:spPr>
            <a:xfrm>
              <a:off x="7377550" y="3538957"/>
              <a:ext cx="473206" cy="300082"/>
            </a:xfrm>
            <a:prstGeom prst="rect">
              <a:avLst/>
            </a:prstGeom>
            <a:noFill/>
          </p:spPr>
          <p:txBody>
            <a:bodyPr wrap="none" rtlCol="0">
              <a:spAutoFit/>
            </a:bodyPr>
            <a:lstStyle/>
            <a:p>
              <a:r>
                <a:rPr lang="en-US" dirty="0"/>
                <a:t>630</a:t>
              </a:r>
            </a:p>
          </p:txBody>
        </p:sp>
        <p:sp>
          <p:nvSpPr>
            <p:cNvPr id="31" name="Right Brace 30">
              <a:extLst>
                <a:ext uri="{FF2B5EF4-FFF2-40B4-BE49-F238E27FC236}">
                  <a16:creationId xmlns:a16="http://schemas.microsoft.com/office/drawing/2014/main" id="{AD35CA77-2627-ADD9-B8A2-CCA83B6899C8}"/>
                </a:ext>
              </a:extLst>
            </p:cNvPr>
            <p:cNvSpPr/>
            <p:nvPr/>
          </p:nvSpPr>
          <p:spPr>
            <a:xfrm rot="3470843">
              <a:off x="7048015" y="4035806"/>
              <a:ext cx="518160" cy="1850983"/>
            </a:xfrm>
            <a:prstGeom prst="rightBrace">
              <a:avLst>
                <a:gd name="adj1" fmla="val 87315"/>
                <a:gd name="adj2" fmla="val 50593"/>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34" name="Oval 33">
            <a:extLst>
              <a:ext uri="{FF2B5EF4-FFF2-40B4-BE49-F238E27FC236}">
                <a16:creationId xmlns:a16="http://schemas.microsoft.com/office/drawing/2014/main" id="{156DA688-9DCD-F0BF-0067-0C8B9592505E}"/>
              </a:ext>
            </a:extLst>
          </p:cNvPr>
          <p:cNvSpPr/>
          <p:nvPr/>
        </p:nvSpPr>
        <p:spPr>
          <a:xfrm>
            <a:off x="5952588" y="3587484"/>
            <a:ext cx="980045" cy="1574954"/>
          </a:xfrm>
          <a:prstGeom prst="ellipse">
            <a:avLst/>
          </a:prstGeom>
          <a:solidFill>
            <a:schemeClr val="accent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96196880"/>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C2397-241F-7BF4-E9AD-50F10975711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53AAE39-7740-E752-140B-2F95D07D5060}"/>
              </a:ext>
            </a:extLst>
          </p:cNvPr>
          <p:cNvSpPr>
            <a:spLocks noGrp="1"/>
          </p:cNvSpPr>
          <p:nvPr>
            <p:ph type="title" idx="4294967295"/>
          </p:nvPr>
        </p:nvSpPr>
        <p:spPr>
          <a:xfrm>
            <a:off x="0" y="457200"/>
            <a:ext cx="10972800" cy="676275"/>
          </a:xfrm>
          <a:prstGeom prst="rect">
            <a:avLst/>
          </a:prstGeom>
        </p:spPr>
        <p:txBody>
          <a:bodyPr>
            <a:normAutofit fontScale="90000"/>
          </a:bodyPr>
          <a:lstStyle/>
          <a:p>
            <a:r>
              <a:rPr lang="en-US" dirty="0"/>
              <a:t>Model/Data set up</a:t>
            </a:r>
          </a:p>
        </p:txBody>
      </p:sp>
      <p:sp>
        <p:nvSpPr>
          <p:cNvPr id="5" name="Content Placeholder 4">
            <a:extLst>
              <a:ext uri="{FF2B5EF4-FFF2-40B4-BE49-F238E27FC236}">
                <a16:creationId xmlns:a16="http://schemas.microsoft.com/office/drawing/2014/main" id="{BD732914-BBEB-3C5B-33CA-853D94F293A8}"/>
              </a:ext>
            </a:extLst>
          </p:cNvPr>
          <p:cNvSpPr>
            <a:spLocks noGrp="1"/>
          </p:cNvSpPr>
          <p:nvPr>
            <p:ph type="body" idx="4294967295"/>
          </p:nvPr>
        </p:nvSpPr>
        <p:spPr>
          <a:xfrm>
            <a:off x="-1" y="1184833"/>
            <a:ext cx="11784933" cy="4525963"/>
          </a:xfrm>
          <a:prstGeom prst="rect">
            <a:avLst/>
          </a:prstGeom>
        </p:spPr>
        <p:txBody>
          <a:bodyPr>
            <a:noAutofit/>
          </a:bodyPr>
          <a:lstStyle/>
          <a:p>
            <a:r>
              <a:rPr lang="en-US" sz="2400" dirty="0"/>
              <a:t>Where do we draw the lines? </a:t>
            </a:r>
            <a:r>
              <a:rPr lang="en-US" sz="2400" b="1" dirty="0"/>
              <a:t>Fishery data (Rebecca Howard)</a:t>
            </a:r>
            <a:endParaRPr lang="en-US" sz="2400" dirty="0"/>
          </a:p>
        </p:txBody>
      </p:sp>
      <p:grpSp>
        <p:nvGrpSpPr>
          <p:cNvPr id="24" name="Group 23">
            <a:extLst>
              <a:ext uri="{FF2B5EF4-FFF2-40B4-BE49-F238E27FC236}">
                <a16:creationId xmlns:a16="http://schemas.microsoft.com/office/drawing/2014/main" id="{171269B9-DD3D-E080-1953-AC4E8E6CA06A}"/>
              </a:ext>
            </a:extLst>
          </p:cNvPr>
          <p:cNvGrpSpPr/>
          <p:nvPr/>
        </p:nvGrpSpPr>
        <p:grpSpPr>
          <a:xfrm>
            <a:off x="344339" y="1820101"/>
            <a:ext cx="4567428" cy="4134411"/>
            <a:chOff x="3595116" y="1717749"/>
            <a:chExt cx="5001768" cy="4431098"/>
          </a:xfrm>
        </p:grpSpPr>
        <p:pic>
          <p:nvPicPr>
            <p:cNvPr id="25" name="Picture 24">
              <a:extLst>
                <a:ext uri="{FF2B5EF4-FFF2-40B4-BE49-F238E27FC236}">
                  <a16:creationId xmlns:a16="http://schemas.microsoft.com/office/drawing/2014/main" id="{88682373-91F7-6BD0-B700-40F7E9B5E69B}"/>
                </a:ext>
              </a:extLst>
            </p:cNvPr>
            <p:cNvPicPr>
              <a:picLocks noChangeAspect="1"/>
            </p:cNvPicPr>
            <p:nvPr/>
          </p:nvPicPr>
          <p:blipFill>
            <a:blip r:embed="rId2" cstate="print">
              <a:extLst>
                <a:ext uri="{28A0092B-C50C-407E-A947-70E740481C1C}">
                  <a14:useLocalDpi xmlns:a14="http://schemas.microsoft.com/office/drawing/2010/main" val="0"/>
                </a:ext>
              </a:extLst>
            </a:blip>
            <a:srcRect t="6973" b="4436"/>
            <a:stretch>
              <a:fillRect/>
            </a:stretch>
          </p:blipFill>
          <p:spPr>
            <a:xfrm>
              <a:off x="3595116" y="1717749"/>
              <a:ext cx="5001768" cy="4431098"/>
            </a:xfrm>
            <a:prstGeom prst="rect">
              <a:avLst/>
            </a:prstGeom>
            <a:effectLst>
              <a:outerShdw blurRad="63500" sx="102000" sy="102000" algn="ctr" rotWithShape="0">
                <a:prstClr val="black">
                  <a:alpha val="40000"/>
                </a:prstClr>
              </a:outerShdw>
            </a:effectLst>
          </p:spPr>
        </p:pic>
        <p:sp>
          <p:nvSpPr>
            <p:cNvPr id="26" name="TextBox 25">
              <a:extLst>
                <a:ext uri="{FF2B5EF4-FFF2-40B4-BE49-F238E27FC236}">
                  <a16:creationId xmlns:a16="http://schemas.microsoft.com/office/drawing/2014/main" id="{B0DAD96B-5A2E-D650-47FE-D003F0691C85}"/>
                </a:ext>
              </a:extLst>
            </p:cNvPr>
            <p:cNvSpPr txBox="1"/>
            <p:nvPr/>
          </p:nvSpPr>
          <p:spPr>
            <a:xfrm>
              <a:off x="4708717" y="3192538"/>
              <a:ext cx="543739" cy="300082"/>
            </a:xfrm>
            <a:prstGeom prst="rect">
              <a:avLst/>
            </a:prstGeom>
            <a:noFill/>
          </p:spPr>
          <p:txBody>
            <a:bodyPr wrap="none" rtlCol="0">
              <a:spAutoFit/>
            </a:bodyPr>
            <a:lstStyle/>
            <a:p>
              <a:r>
                <a:rPr lang="en-US" dirty="0"/>
                <a:t>EBS</a:t>
              </a:r>
            </a:p>
          </p:txBody>
        </p:sp>
        <p:sp>
          <p:nvSpPr>
            <p:cNvPr id="27" name="TextBox 26">
              <a:extLst>
                <a:ext uri="{FF2B5EF4-FFF2-40B4-BE49-F238E27FC236}">
                  <a16:creationId xmlns:a16="http://schemas.microsoft.com/office/drawing/2014/main" id="{753327AE-ABFA-55B0-4D05-F9E4EE25FA05}"/>
                </a:ext>
              </a:extLst>
            </p:cNvPr>
            <p:cNvSpPr txBox="1"/>
            <p:nvPr/>
          </p:nvSpPr>
          <p:spPr>
            <a:xfrm>
              <a:off x="4877994" y="4667326"/>
              <a:ext cx="748923" cy="300082"/>
            </a:xfrm>
            <a:prstGeom prst="rect">
              <a:avLst/>
            </a:prstGeom>
            <a:noFill/>
          </p:spPr>
          <p:txBody>
            <a:bodyPr wrap="none" rtlCol="0">
              <a:spAutoFit/>
            </a:bodyPr>
            <a:lstStyle/>
            <a:p>
              <a:r>
                <a:rPr lang="en-US" dirty="0"/>
                <a:t>WGOA</a:t>
              </a:r>
            </a:p>
          </p:txBody>
        </p:sp>
        <p:sp>
          <p:nvSpPr>
            <p:cNvPr id="28" name="TextBox 27">
              <a:extLst>
                <a:ext uri="{FF2B5EF4-FFF2-40B4-BE49-F238E27FC236}">
                  <a16:creationId xmlns:a16="http://schemas.microsoft.com/office/drawing/2014/main" id="{39271482-A916-9831-DD21-2353E127B3FC}"/>
                </a:ext>
              </a:extLst>
            </p:cNvPr>
            <p:cNvSpPr txBox="1"/>
            <p:nvPr/>
          </p:nvSpPr>
          <p:spPr>
            <a:xfrm>
              <a:off x="7146717" y="5241859"/>
              <a:ext cx="704039" cy="300082"/>
            </a:xfrm>
            <a:prstGeom prst="rect">
              <a:avLst/>
            </a:prstGeom>
            <a:noFill/>
          </p:spPr>
          <p:txBody>
            <a:bodyPr wrap="none" rtlCol="0">
              <a:spAutoFit/>
            </a:bodyPr>
            <a:lstStyle/>
            <a:p>
              <a:r>
                <a:rPr lang="en-US" dirty="0"/>
                <a:t>CGOA</a:t>
              </a:r>
            </a:p>
          </p:txBody>
        </p:sp>
        <p:sp>
          <p:nvSpPr>
            <p:cNvPr id="29" name="TextBox 28">
              <a:extLst>
                <a:ext uri="{FF2B5EF4-FFF2-40B4-BE49-F238E27FC236}">
                  <a16:creationId xmlns:a16="http://schemas.microsoft.com/office/drawing/2014/main" id="{36105396-7E6E-3487-C1CF-94BFB84369E6}"/>
                </a:ext>
              </a:extLst>
            </p:cNvPr>
            <p:cNvSpPr txBox="1"/>
            <p:nvPr/>
          </p:nvSpPr>
          <p:spPr>
            <a:xfrm>
              <a:off x="6226954" y="4162736"/>
              <a:ext cx="473206" cy="300082"/>
            </a:xfrm>
            <a:prstGeom prst="rect">
              <a:avLst/>
            </a:prstGeom>
            <a:noFill/>
          </p:spPr>
          <p:txBody>
            <a:bodyPr wrap="none" rtlCol="0">
              <a:spAutoFit/>
            </a:bodyPr>
            <a:lstStyle/>
            <a:p>
              <a:r>
                <a:rPr lang="en-US" dirty="0"/>
                <a:t>620</a:t>
              </a:r>
            </a:p>
          </p:txBody>
        </p:sp>
        <p:sp>
          <p:nvSpPr>
            <p:cNvPr id="30" name="TextBox 29">
              <a:extLst>
                <a:ext uri="{FF2B5EF4-FFF2-40B4-BE49-F238E27FC236}">
                  <a16:creationId xmlns:a16="http://schemas.microsoft.com/office/drawing/2014/main" id="{A5D7B9B9-28EC-2698-CDDA-42759D3D4825}"/>
                </a:ext>
              </a:extLst>
            </p:cNvPr>
            <p:cNvSpPr txBox="1"/>
            <p:nvPr/>
          </p:nvSpPr>
          <p:spPr>
            <a:xfrm>
              <a:off x="7377550" y="3538957"/>
              <a:ext cx="473206" cy="300082"/>
            </a:xfrm>
            <a:prstGeom prst="rect">
              <a:avLst/>
            </a:prstGeom>
            <a:noFill/>
          </p:spPr>
          <p:txBody>
            <a:bodyPr wrap="none" rtlCol="0">
              <a:spAutoFit/>
            </a:bodyPr>
            <a:lstStyle/>
            <a:p>
              <a:r>
                <a:rPr lang="en-US" dirty="0"/>
                <a:t>630</a:t>
              </a:r>
            </a:p>
          </p:txBody>
        </p:sp>
        <p:sp>
          <p:nvSpPr>
            <p:cNvPr id="31" name="Right Brace 30">
              <a:extLst>
                <a:ext uri="{FF2B5EF4-FFF2-40B4-BE49-F238E27FC236}">
                  <a16:creationId xmlns:a16="http://schemas.microsoft.com/office/drawing/2014/main" id="{7A382B48-41EF-75FC-8D24-DE860602D0C3}"/>
                </a:ext>
              </a:extLst>
            </p:cNvPr>
            <p:cNvSpPr/>
            <p:nvPr/>
          </p:nvSpPr>
          <p:spPr>
            <a:xfrm rot="3470843">
              <a:off x="7048015" y="4035806"/>
              <a:ext cx="518160" cy="1850983"/>
            </a:xfrm>
            <a:prstGeom prst="rightBrace">
              <a:avLst>
                <a:gd name="adj1" fmla="val 87315"/>
                <a:gd name="adj2" fmla="val 50593"/>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34" name="Oval 33">
            <a:extLst>
              <a:ext uri="{FF2B5EF4-FFF2-40B4-BE49-F238E27FC236}">
                <a16:creationId xmlns:a16="http://schemas.microsoft.com/office/drawing/2014/main" id="{960CA56C-74E7-3065-2AE5-4F4620D7330E}"/>
              </a:ext>
            </a:extLst>
          </p:cNvPr>
          <p:cNvSpPr/>
          <p:nvPr/>
        </p:nvSpPr>
        <p:spPr>
          <a:xfrm>
            <a:off x="2473212" y="3504823"/>
            <a:ext cx="980045" cy="1574954"/>
          </a:xfrm>
          <a:prstGeom prst="ellipse">
            <a:avLst/>
          </a:prstGeom>
          <a:solidFill>
            <a:schemeClr val="accent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5644B700-7286-5912-C9C3-3D7307E257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28379" y="2492508"/>
            <a:ext cx="3346082" cy="2587269"/>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nvGrpSpPr>
          <p:cNvPr id="10" name="Group 9">
            <a:extLst>
              <a:ext uri="{FF2B5EF4-FFF2-40B4-BE49-F238E27FC236}">
                <a16:creationId xmlns:a16="http://schemas.microsoft.com/office/drawing/2014/main" id="{1F821118-5EFE-EB91-3F48-56FF79BEC91B}"/>
              </a:ext>
            </a:extLst>
          </p:cNvPr>
          <p:cNvGrpSpPr/>
          <p:nvPr/>
        </p:nvGrpSpPr>
        <p:grpSpPr>
          <a:xfrm>
            <a:off x="8910450" y="1923042"/>
            <a:ext cx="2532559" cy="3752634"/>
            <a:chOff x="655018" y="45396"/>
            <a:chExt cx="4249429" cy="6812604"/>
          </a:xfrm>
          <a:effectLst>
            <a:outerShdw blurRad="63500" sx="102000" sy="102000" algn="ctr" rotWithShape="0">
              <a:prstClr val="black">
                <a:alpha val="40000"/>
              </a:prstClr>
            </a:outerShdw>
          </a:effectLst>
        </p:grpSpPr>
        <p:pic>
          <p:nvPicPr>
            <p:cNvPr id="11" name="Picture 10">
              <a:extLst>
                <a:ext uri="{FF2B5EF4-FFF2-40B4-BE49-F238E27FC236}">
                  <a16:creationId xmlns:a16="http://schemas.microsoft.com/office/drawing/2014/main" id="{D80EC382-5856-D6EB-ECE8-856E98467C5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5018" y="45396"/>
              <a:ext cx="4249429" cy="3431854"/>
            </a:xfrm>
            <a:prstGeom prst="rect">
              <a:avLst/>
            </a:prstGeom>
          </p:spPr>
        </p:pic>
        <p:pic>
          <p:nvPicPr>
            <p:cNvPr id="12" name="Picture 11">
              <a:extLst>
                <a:ext uri="{FF2B5EF4-FFF2-40B4-BE49-F238E27FC236}">
                  <a16:creationId xmlns:a16="http://schemas.microsoft.com/office/drawing/2014/main" id="{B34486FD-D59C-3F0B-FCAE-F4054293232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55018" y="3426145"/>
              <a:ext cx="4249429" cy="3431855"/>
            </a:xfrm>
            <a:prstGeom prst="rect">
              <a:avLst/>
            </a:prstGeom>
          </p:spPr>
        </p:pic>
        <p:cxnSp>
          <p:nvCxnSpPr>
            <p:cNvPr id="13" name="Straight Connector 12">
              <a:extLst>
                <a:ext uri="{FF2B5EF4-FFF2-40B4-BE49-F238E27FC236}">
                  <a16:creationId xmlns:a16="http://schemas.microsoft.com/office/drawing/2014/main" id="{2CF0E04E-B3D1-AA00-5C22-A015288F7156}"/>
                </a:ext>
              </a:extLst>
            </p:cNvPr>
            <p:cNvCxnSpPr>
              <a:cxnSpLocks/>
            </p:cNvCxnSpPr>
            <p:nvPr/>
          </p:nvCxnSpPr>
          <p:spPr>
            <a:xfrm flipV="1">
              <a:off x="3495675" y="3788807"/>
              <a:ext cx="0" cy="2592943"/>
            </a:xfrm>
            <a:prstGeom prst="line">
              <a:avLst/>
            </a:prstGeom>
          </p:spPr>
          <p:style>
            <a:lnRef idx="2">
              <a:schemeClr val="accent5"/>
            </a:lnRef>
            <a:fillRef idx="0">
              <a:schemeClr val="accent5"/>
            </a:fillRef>
            <a:effectRef idx="1">
              <a:schemeClr val="accent5"/>
            </a:effectRef>
            <a:fontRef idx="minor">
              <a:schemeClr val="tx1"/>
            </a:fontRef>
          </p:style>
        </p:cxnSp>
        <p:cxnSp>
          <p:nvCxnSpPr>
            <p:cNvPr id="14" name="Straight Connector 13">
              <a:extLst>
                <a:ext uri="{FF2B5EF4-FFF2-40B4-BE49-F238E27FC236}">
                  <a16:creationId xmlns:a16="http://schemas.microsoft.com/office/drawing/2014/main" id="{654EADDB-61E9-B757-5B70-BD9D43FE22F5}"/>
                </a:ext>
              </a:extLst>
            </p:cNvPr>
            <p:cNvCxnSpPr>
              <a:cxnSpLocks/>
            </p:cNvCxnSpPr>
            <p:nvPr/>
          </p:nvCxnSpPr>
          <p:spPr>
            <a:xfrm flipV="1">
              <a:off x="2724150" y="445532"/>
              <a:ext cx="0" cy="2592943"/>
            </a:xfrm>
            <a:prstGeom prst="line">
              <a:avLst/>
            </a:prstGeom>
          </p:spPr>
          <p:style>
            <a:lnRef idx="2">
              <a:schemeClr val="accent5"/>
            </a:lnRef>
            <a:fillRef idx="0">
              <a:schemeClr val="accent5"/>
            </a:fillRef>
            <a:effectRef idx="1">
              <a:schemeClr val="accent5"/>
            </a:effectRef>
            <a:fontRef idx="minor">
              <a:schemeClr val="tx1"/>
            </a:fontRef>
          </p:style>
        </p:cxnSp>
      </p:grpSp>
    </p:spTree>
    <p:extLst>
      <p:ext uri="{BB962C8B-B14F-4D97-AF65-F5344CB8AC3E}">
        <p14:creationId xmlns:p14="http://schemas.microsoft.com/office/powerpoint/2010/main" val="811281329"/>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023FE-E63A-248C-2031-E1060D203B5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2C8DBB4-3C8A-CC65-2F48-5A69DAA321D6}"/>
              </a:ext>
            </a:extLst>
          </p:cNvPr>
          <p:cNvSpPr>
            <a:spLocks noGrp="1"/>
          </p:cNvSpPr>
          <p:nvPr>
            <p:ph type="title" idx="4294967295"/>
          </p:nvPr>
        </p:nvSpPr>
        <p:spPr>
          <a:xfrm>
            <a:off x="0" y="457200"/>
            <a:ext cx="10972800" cy="676275"/>
          </a:xfrm>
          <a:prstGeom prst="rect">
            <a:avLst/>
          </a:prstGeom>
        </p:spPr>
        <p:txBody>
          <a:bodyPr>
            <a:normAutofit fontScale="90000"/>
          </a:bodyPr>
          <a:lstStyle/>
          <a:p>
            <a:r>
              <a:rPr lang="en-US" dirty="0"/>
              <a:t>Model/Data set up</a:t>
            </a:r>
          </a:p>
        </p:txBody>
      </p:sp>
      <p:sp>
        <p:nvSpPr>
          <p:cNvPr id="5" name="Content Placeholder 4">
            <a:extLst>
              <a:ext uri="{FF2B5EF4-FFF2-40B4-BE49-F238E27FC236}">
                <a16:creationId xmlns:a16="http://schemas.microsoft.com/office/drawing/2014/main" id="{9301F4AD-BE1D-4B7E-5A75-F5CB6F2C61DA}"/>
              </a:ext>
            </a:extLst>
          </p:cNvPr>
          <p:cNvSpPr>
            <a:spLocks noGrp="1"/>
          </p:cNvSpPr>
          <p:nvPr>
            <p:ph type="body" idx="4294967295"/>
          </p:nvPr>
        </p:nvSpPr>
        <p:spPr>
          <a:xfrm>
            <a:off x="-1" y="1184833"/>
            <a:ext cx="11784933" cy="4525963"/>
          </a:xfrm>
          <a:prstGeom prst="rect">
            <a:avLst/>
          </a:prstGeom>
        </p:spPr>
        <p:txBody>
          <a:bodyPr>
            <a:noAutofit/>
          </a:bodyPr>
          <a:lstStyle/>
          <a:p>
            <a:r>
              <a:rPr lang="en-US" sz="2400" dirty="0"/>
              <a:t>Where do we draw the lines? </a:t>
            </a:r>
            <a:r>
              <a:rPr lang="en-US" sz="2400" b="1" dirty="0"/>
              <a:t>Tagging data</a:t>
            </a:r>
            <a:endParaRPr lang="en-US" sz="2400" dirty="0"/>
          </a:p>
        </p:txBody>
      </p:sp>
      <p:grpSp>
        <p:nvGrpSpPr>
          <p:cNvPr id="24" name="Group 23">
            <a:extLst>
              <a:ext uri="{FF2B5EF4-FFF2-40B4-BE49-F238E27FC236}">
                <a16:creationId xmlns:a16="http://schemas.microsoft.com/office/drawing/2014/main" id="{9FC3DC12-87B8-DABA-656A-F0C89D7D1980}"/>
              </a:ext>
            </a:extLst>
          </p:cNvPr>
          <p:cNvGrpSpPr/>
          <p:nvPr/>
        </p:nvGrpSpPr>
        <p:grpSpPr>
          <a:xfrm>
            <a:off x="344339" y="1820101"/>
            <a:ext cx="4567428" cy="4134411"/>
            <a:chOff x="3595116" y="1717749"/>
            <a:chExt cx="5001768" cy="4431098"/>
          </a:xfrm>
        </p:grpSpPr>
        <p:pic>
          <p:nvPicPr>
            <p:cNvPr id="25" name="Picture 24">
              <a:extLst>
                <a:ext uri="{FF2B5EF4-FFF2-40B4-BE49-F238E27FC236}">
                  <a16:creationId xmlns:a16="http://schemas.microsoft.com/office/drawing/2014/main" id="{9F12CF07-1E98-605F-5097-BF2891BF57D5}"/>
                </a:ext>
              </a:extLst>
            </p:cNvPr>
            <p:cNvPicPr>
              <a:picLocks noChangeAspect="1"/>
            </p:cNvPicPr>
            <p:nvPr/>
          </p:nvPicPr>
          <p:blipFill>
            <a:blip r:embed="rId2" cstate="print">
              <a:extLst>
                <a:ext uri="{28A0092B-C50C-407E-A947-70E740481C1C}">
                  <a14:useLocalDpi xmlns:a14="http://schemas.microsoft.com/office/drawing/2010/main" val="0"/>
                </a:ext>
              </a:extLst>
            </a:blip>
            <a:srcRect t="6973" b="4436"/>
            <a:stretch>
              <a:fillRect/>
            </a:stretch>
          </p:blipFill>
          <p:spPr>
            <a:xfrm>
              <a:off x="3595116" y="1717749"/>
              <a:ext cx="5001768" cy="4431098"/>
            </a:xfrm>
            <a:prstGeom prst="rect">
              <a:avLst/>
            </a:prstGeom>
            <a:effectLst>
              <a:outerShdw blurRad="63500" sx="102000" sy="102000" algn="ctr" rotWithShape="0">
                <a:prstClr val="black">
                  <a:alpha val="40000"/>
                </a:prstClr>
              </a:outerShdw>
            </a:effectLst>
          </p:spPr>
        </p:pic>
        <p:sp>
          <p:nvSpPr>
            <p:cNvPr id="26" name="TextBox 25">
              <a:extLst>
                <a:ext uri="{FF2B5EF4-FFF2-40B4-BE49-F238E27FC236}">
                  <a16:creationId xmlns:a16="http://schemas.microsoft.com/office/drawing/2014/main" id="{A10C265E-0387-C2C4-4F6B-98CE642FBF3D}"/>
                </a:ext>
              </a:extLst>
            </p:cNvPr>
            <p:cNvSpPr txBox="1"/>
            <p:nvPr/>
          </p:nvSpPr>
          <p:spPr>
            <a:xfrm>
              <a:off x="4708717" y="3192538"/>
              <a:ext cx="543739" cy="300082"/>
            </a:xfrm>
            <a:prstGeom prst="rect">
              <a:avLst/>
            </a:prstGeom>
            <a:noFill/>
          </p:spPr>
          <p:txBody>
            <a:bodyPr wrap="none" rtlCol="0">
              <a:spAutoFit/>
            </a:bodyPr>
            <a:lstStyle/>
            <a:p>
              <a:r>
                <a:rPr lang="en-US" dirty="0"/>
                <a:t>EBS</a:t>
              </a:r>
            </a:p>
          </p:txBody>
        </p:sp>
        <p:sp>
          <p:nvSpPr>
            <p:cNvPr id="27" name="TextBox 26">
              <a:extLst>
                <a:ext uri="{FF2B5EF4-FFF2-40B4-BE49-F238E27FC236}">
                  <a16:creationId xmlns:a16="http://schemas.microsoft.com/office/drawing/2014/main" id="{85FB98B4-D775-0122-DF9A-8AD9E6652F60}"/>
                </a:ext>
              </a:extLst>
            </p:cNvPr>
            <p:cNvSpPr txBox="1"/>
            <p:nvPr/>
          </p:nvSpPr>
          <p:spPr>
            <a:xfrm>
              <a:off x="4877994" y="4667326"/>
              <a:ext cx="748923" cy="300082"/>
            </a:xfrm>
            <a:prstGeom prst="rect">
              <a:avLst/>
            </a:prstGeom>
            <a:noFill/>
          </p:spPr>
          <p:txBody>
            <a:bodyPr wrap="none" rtlCol="0">
              <a:spAutoFit/>
            </a:bodyPr>
            <a:lstStyle/>
            <a:p>
              <a:r>
                <a:rPr lang="en-US" dirty="0"/>
                <a:t>WGOA</a:t>
              </a:r>
            </a:p>
          </p:txBody>
        </p:sp>
        <p:sp>
          <p:nvSpPr>
            <p:cNvPr id="28" name="TextBox 27">
              <a:extLst>
                <a:ext uri="{FF2B5EF4-FFF2-40B4-BE49-F238E27FC236}">
                  <a16:creationId xmlns:a16="http://schemas.microsoft.com/office/drawing/2014/main" id="{BDA8F901-E179-6B86-3BA5-BB101E9D1E4B}"/>
                </a:ext>
              </a:extLst>
            </p:cNvPr>
            <p:cNvSpPr txBox="1"/>
            <p:nvPr/>
          </p:nvSpPr>
          <p:spPr>
            <a:xfrm>
              <a:off x="7146717" y="5241859"/>
              <a:ext cx="704039" cy="300082"/>
            </a:xfrm>
            <a:prstGeom prst="rect">
              <a:avLst/>
            </a:prstGeom>
            <a:noFill/>
          </p:spPr>
          <p:txBody>
            <a:bodyPr wrap="none" rtlCol="0">
              <a:spAutoFit/>
            </a:bodyPr>
            <a:lstStyle/>
            <a:p>
              <a:r>
                <a:rPr lang="en-US" dirty="0"/>
                <a:t>CGOA</a:t>
              </a:r>
            </a:p>
          </p:txBody>
        </p:sp>
        <p:sp>
          <p:nvSpPr>
            <p:cNvPr id="29" name="TextBox 28">
              <a:extLst>
                <a:ext uri="{FF2B5EF4-FFF2-40B4-BE49-F238E27FC236}">
                  <a16:creationId xmlns:a16="http://schemas.microsoft.com/office/drawing/2014/main" id="{E17B329D-148B-2E82-55C7-24F4FF203F5D}"/>
                </a:ext>
              </a:extLst>
            </p:cNvPr>
            <p:cNvSpPr txBox="1"/>
            <p:nvPr/>
          </p:nvSpPr>
          <p:spPr>
            <a:xfrm>
              <a:off x="6226954" y="4162736"/>
              <a:ext cx="473206" cy="300082"/>
            </a:xfrm>
            <a:prstGeom prst="rect">
              <a:avLst/>
            </a:prstGeom>
            <a:noFill/>
          </p:spPr>
          <p:txBody>
            <a:bodyPr wrap="none" rtlCol="0">
              <a:spAutoFit/>
            </a:bodyPr>
            <a:lstStyle/>
            <a:p>
              <a:r>
                <a:rPr lang="en-US" dirty="0"/>
                <a:t>620</a:t>
              </a:r>
            </a:p>
          </p:txBody>
        </p:sp>
        <p:sp>
          <p:nvSpPr>
            <p:cNvPr id="30" name="TextBox 29">
              <a:extLst>
                <a:ext uri="{FF2B5EF4-FFF2-40B4-BE49-F238E27FC236}">
                  <a16:creationId xmlns:a16="http://schemas.microsoft.com/office/drawing/2014/main" id="{1A139547-0494-62DA-A9E6-8385AAC87D67}"/>
                </a:ext>
              </a:extLst>
            </p:cNvPr>
            <p:cNvSpPr txBox="1"/>
            <p:nvPr/>
          </p:nvSpPr>
          <p:spPr>
            <a:xfrm>
              <a:off x="7377550" y="3538957"/>
              <a:ext cx="473206" cy="300082"/>
            </a:xfrm>
            <a:prstGeom prst="rect">
              <a:avLst/>
            </a:prstGeom>
            <a:noFill/>
          </p:spPr>
          <p:txBody>
            <a:bodyPr wrap="none" rtlCol="0">
              <a:spAutoFit/>
            </a:bodyPr>
            <a:lstStyle/>
            <a:p>
              <a:r>
                <a:rPr lang="en-US" dirty="0"/>
                <a:t>630</a:t>
              </a:r>
            </a:p>
          </p:txBody>
        </p:sp>
        <p:sp>
          <p:nvSpPr>
            <p:cNvPr id="31" name="Right Brace 30">
              <a:extLst>
                <a:ext uri="{FF2B5EF4-FFF2-40B4-BE49-F238E27FC236}">
                  <a16:creationId xmlns:a16="http://schemas.microsoft.com/office/drawing/2014/main" id="{2429A944-A50A-CF6D-1538-E08FDD599A10}"/>
                </a:ext>
              </a:extLst>
            </p:cNvPr>
            <p:cNvSpPr/>
            <p:nvPr/>
          </p:nvSpPr>
          <p:spPr>
            <a:xfrm rot="3470843">
              <a:off x="7048015" y="4035806"/>
              <a:ext cx="518160" cy="1850983"/>
            </a:xfrm>
            <a:prstGeom prst="rightBrace">
              <a:avLst>
                <a:gd name="adj1" fmla="val 87315"/>
                <a:gd name="adj2" fmla="val 50593"/>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34" name="Oval 33">
            <a:extLst>
              <a:ext uri="{FF2B5EF4-FFF2-40B4-BE49-F238E27FC236}">
                <a16:creationId xmlns:a16="http://schemas.microsoft.com/office/drawing/2014/main" id="{0695AB32-2FD7-3772-C507-F23879C5735D}"/>
              </a:ext>
            </a:extLst>
          </p:cNvPr>
          <p:cNvSpPr/>
          <p:nvPr/>
        </p:nvSpPr>
        <p:spPr>
          <a:xfrm>
            <a:off x="2473212" y="3504823"/>
            <a:ext cx="980045" cy="1574954"/>
          </a:xfrm>
          <a:prstGeom prst="ellipse">
            <a:avLst/>
          </a:prstGeom>
          <a:solidFill>
            <a:schemeClr val="accent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784770BD-375C-C907-A32C-53FDD2E6F979}"/>
              </a:ext>
            </a:extLst>
          </p:cNvPr>
          <p:cNvPicPr>
            <a:picLocks noChangeAspect="1"/>
          </p:cNvPicPr>
          <p:nvPr/>
        </p:nvPicPr>
        <p:blipFill>
          <a:blip r:embed="rId3" cstate="print">
            <a:extLst>
              <a:ext uri="{28A0092B-C50C-407E-A947-70E740481C1C}">
                <a14:useLocalDpi xmlns:a14="http://schemas.microsoft.com/office/drawing/2010/main" val="0"/>
              </a:ext>
            </a:extLst>
          </a:blip>
          <a:srcRect t="19789" b="19789"/>
          <a:stretch>
            <a:fillRect/>
          </a:stretch>
        </p:blipFill>
        <p:spPr>
          <a:xfrm>
            <a:off x="5084628" y="1820101"/>
            <a:ext cx="6842493" cy="4134411"/>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058656163"/>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5C664-2E4A-60C8-6816-16AC3E88FF5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CF7272D-A8D7-F0A0-5886-2289D9FE3B8F}"/>
              </a:ext>
            </a:extLst>
          </p:cNvPr>
          <p:cNvSpPr>
            <a:spLocks noGrp="1"/>
          </p:cNvSpPr>
          <p:nvPr>
            <p:ph type="title" idx="4294967295"/>
          </p:nvPr>
        </p:nvSpPr>
        <p:spPr>
          <a:xfrm>
            <a:off x="0" y="457200"/>
            <a:ext cx="10972800" cy="676275"/>
          </a:xfrm>
          <a:prstGeom prst="rect">
            <a:avLst/>
          </a:prstGeom>
        </p:spPr>
        <p:txBody>
          <a:bodyPr>
            <a:normAutofit fontScale="90000"/>
          </a:bodyPr>
          <a:lstStyle/>
          <a:p>
            <a:r>
              <a:rPr lang="en-US" dirty="0"/>
              <a:t>Model/Data set up</a:t>
            </a:r>
          </a:p>
        </p:txBody>
      </p:sp>
      <p:sp>
        <p:nvSpPr>
          <p:cNvPr id="5" name="Content Placeholder 4">
            <a:extLst>
              <a:ext uri="{FF2B5EF4-FFF2-40B4-BE49-F238E27FC236}">
                <a16:creationId xmlns:a16="http://schemas.microsoft.com/office/drawing/2014/main" id="{25641D5F-5025-055D-E435-3D3DF28FD1F0}"/>
              </a:ext>
            </a:extLst>
          </p:cNvPr>
          <p:cNvSpPr>
            <a:spLocks noGrp="1"/>
          </p:cNvSpPr>
          <p:nvPr>
            <p:ph type="body" idx="4294967295"/>
          </p:nvPr>
        </p:nvSpPr>
        <p:spPr>
          <a:xfrm>
            <a:off x="-1" y="1184833"/>
            <a:ext cx="11784933" cy="4525963"/>
          </a:xfrm>
          <a:prstGeom prst="rect">
            <a:avLst/>
          </a:prstGeom>
        </p:spPr>
        <p:txBody>
          <a:bodyPr>
            <a:noAutofit/>
          </a:bodyPr>
          <a:lstStyle/>
          <a:p>
            <a:r>
              <a:rPr lang="en-US" sz="2400" dirty="0"/>
              <a:t>Where do we draw the lines? </a:t>
            </a:r>
            <a:r>
              <a:rPr lang="en-US" sz="2400" b="1" dirty="0"/>
              <a:t>Tagging data</a:t>
            </a:r>
            <a:endParaRPr lang="en-US" sz="2400" dirty="0"/>
          </a:p>
        </p:txBody>
      </p:sp>
      <p:grpSp>
        <p:nvGrpSpPr>
          <p:cNvPr id="24" name="Group 23">
            <a:extLst>
              <a:ext uri="{FF2B5EF4-FFF2-40B4-BE49-F238E27FC236}">
                <a16:creationId xmlns:a16="http://schemas.microsoft.com/office/drawing/2014/main" id="{A48452E8-35AB-43F4-9069-1601574A5E49}"/>
              </a:ext>
            </a:extLst>
          </p:cNvPr>
          <p:cNvGrpSpPr/>
          <p:nvPr/>
        </p:nvGrpSpPr>
        <p:grpSpPr>
          <a:xfrm>
            <a:off x="344339" y="1820101"/>
            <a:ext cx="4567428" cy="4134411"/>
            <a:chOff x="3595116" y="1717749"/>
            <a:chExt cx="5001768" cy="4431098"/>
          </a:xfrm>
        </p:grpSpPr>
        <p:pic>
          <p:nvPicPr>
            <p:cNvPr id="25" name="Picture 24">
              <a:extLst>
                <a:ext uri="{FF2B5EF4-FFF2-40B4-BE49-F238E27FC236}">
                  <a16:creationId xmlns:a16="http://schemas.microsoft.com/office/drawing/2014/main" id="{BC69153B-A9B4-42A4-64A6-D81EB8C3E1A7}"/>
                </a:ext>
              </a:extLst>
            </p:cNvPr>
            <p:cNvPicPr>
              <a:picLocks noChangeAspect="1"/>
            </p:cNvPicPr>
            <p:nvPr/>
          </p:nvPicPr>
          <p:blipFill>
            <a:blip r:embed="rId2" cstate="print">
              <a:extLst>
                <a:ext uri="{28A0092B-C50C-407E-A947-70E740481C1C}">
                  <a14:useLocalDpi xmlns:a14="http://schemas.microsoft.com/office/drawing/2010/main" val="0"/>
                </a:ext>
              </a:extLst>
            </a:blip>
            <a:srcRect t="6973" b="4436"/>
            <a:stretch>
              <a:fillRect/>
            </a:stretch>
          </p:blipFill>
          <p:spPr>
            <a:xfrm>
              <a:off x="3595116" y="1717749"/>
              <a:ext cx="5001768" cy="4431098"/>
            </a:xfrm>
            <a:prstGeom prst="rect">
              <a:avLst/>
            </a:prstGeom>
            <a:effectLst>
              <a:outerShdw blurRad="63500" sx="102000" sy="102000" algn="ctr" rotWithShape="0">
                <a:prstClr val="black">
                  <a:alpha val="40000"/>
                </a:prstClr>
              </a:outerShdw>
            </a:effectLst>
          </p:spPr>
        </p:pic>
        <p:sp>
          <p:nvSpPr>
            <p:cNvPr id="26" name="TextBox 25">
              <a:extLst>
                <a:ext uri="{FF2B5EF4-FFF2-40B4-BE49-F238E27FC236}">
                  <a16:creationId xmlns:a16="http://schemas.microsoft.com/office/drawing/2014/main" id="{5027DD83-500E-4007-22E7-DE475DB50CA5}"/>
                </a:ext>
              </a:extLst>
            </p:cNvPr>
            <p:cNvSpPr txBox="1"/>
            <p:nvPr/>
          </p:nvSpPr>
          <p:spPr>
            <a:xfrm>
              <a:off x="4708717" y="3192538"/>
              <a:ext cx="543739" cy="300082"/>
            </a:xfrm>
            <a:prstGeom prst="rect">
              <a:avLst/>
            </a:prstGeom>
            <a:noFill/>
          </p:spPr>
          <p:txBody>
            <a:bodyPr wrap="none" rtlCol="0">
              <a:spAutoFit/>
            </a:bodyPr>
            <a:lstStyle/>
            <a:p>
              <a:r>
                <a:rPr lang="en-US" dirty="0"/>
                <a:t>EBS</a:t>
              </a:r>
            </a:p>
          </p:txBody>
        </p:sp>
        <p:sp>
          <p:nvSpPr>
            <p:cNvPr id="27" name="TextBox 26">
              <a:extLst>
                <a:ext uri="{FF2B5EF4-FFF2-40B4-BE49-F238E27FC236}">
                  <a16:creationId xmlns:a16="http://schemas.microsoft.com/office/drawing/2014/main" id="{9191B87D-4127-4AD6-C71D-77D9DCD17CC9}"/>
                </a:ext>
              </a:extLst>
            </p:cNvPr>
            <p:cNvSpPr txBox="1"/>
            <p:nvPr/>
          </p:nvSpPr>
          <p:spPr>
            <a:xfrm>
              <a:off x="4877994" y="4667326"/>
              <a:ext cx="748923" cy="300082"/>
            </a:xfrm>
            <a:prstGeom prst="rect">
              <a:avLst/>
            </a:prstGeom>
            <a:noFill/>
          </p:spPr>
          <p:txBody>
            <a:bodyPr wrap="none" rtlCol="0">
              <a:spAutoFit/>
            </a:bodyPr>
            <a:lstStyle/>
            <a:p>
              <a:r>
                <a:rPr lang="en-US" dirty="0"/>
                <a:t>WGOA</a:t>
              </a:r>
            </a:p>
          </p:txBody>
        </p:sp>
        <p:sp>
          <p:nvSpPr>
            <p:cNvPr id="28" name="TextBox 27">
              <a:extLst>
                <a:ext uri="{FF2B5EF4-FFF2-40B4-BE49-F238E27FC236}">
                  <a16:creationId xmlns:a16="http://schemas.microsoft.com/office/drawing/2014/main" id="{290B51CF-5D3C-E3D6-D32B-B36870F6D693}"/>
                </a:ext>
              </a:extLst>
            </p:cNvPr>
            <p:cNvSpPr txBox="1"/>
            <p:nvPr/>
          </p:nvSpPr>
          <p:spPr>
            <a:xfrm>
              <a:off x="7146717" y="5241859"/>
              <a:ext cx="704039" cy="300082"/>
            </a:xfrm>
            <a:prstGeom prst="rect">
              <a:avLst/>
            </a:prstGeom>
            <a:noFill/>
          </p:spPr>
          <p:txBody>
            <a:bodyPr wrap="none" rtlCol="0">
              <a:spAutoFit/>
            </a:bodyPr>
            <a:lstStyle/>
            <a:p>
              <a:r>
                <a:rPr lang="en-US" dirty="0"/>
                <a:t>CGOA</a:t>
              </a:r>
            </a:p>
          </p:txBody>
        </p:sp>
        <p:sp>
          <p:nvSpPr>
            <p:cNvPr id="29" name="TextBox 28">
              <a:extLst>
                <a:ext uri="{FF2B5EF4-FFF2-40B4-BE49-F238E27FC236}">
                  <a16:creationId xmlns:a16="http://schemas.microsoft.com/office/drawing/2014/main" id="{DCA694E5-B5CC-306A-2946-5439D77DFEE4}"/>
                </a:ext>
              </a:extLst>
            </p:cNvPr>
            <p:cNvSpPr txBox="1"/>
            <p:nvPr/>
          </p:nvSpPr>
          <p:spPr>
            <a:xfrm>
              <a:off x="6226954" y="4162736"/>
              <a:ext cx="473206" cy="300082"/>
            </a:xfrm>
            <a:prstGeom prst="rect">
              <a:avLst/>
            </a:prstGeom>
            <a:noFill/>
          </p:spPr>
          <p:txBody>
            <a:bodyPr wrap="none" rtlCol="0">
              <a:spAutoFit/>
            </a:bodyPr>
            <a:lstStyle/>
            <a:p>
              <a:r>
                <a:rPr lang="en-US" dirty="0"/>
                <a:t>620</a:t>
              </a:r>
            </a:p>
          </p:txBody>
        </p:sp>
        <p:sp>
          <p:nvSpPr>
            <p:cNvPr id="30" name="TextBox 29">
              <a:extLst>
                <a:ext uri="{FF2B5EF4-FFF2-40B4-BE49-F238E27FC236}">
                  <a16:creationId xmlns:a16="http://schemas.microsoft.com/office/drawing/2014/main" id="{2B4B4839-D0F7-8739-4E5B-EEC66FED707E}"/>
                </a:ext>
              </a:extLst>
            </p:cNvPr>
            <p:cNvSpPr txBox="1"/>
            <p:nvPr/>
          </p:nvSpPr>
          <p:spPr>
            <a:xfrm>
              <a:off x="7377550" y="3538957"/>
              <a:ext cx="473206" cy="300082"/>
            </a:xfrm>
            <a:prstGeom prst="rect">
              <a:avLst/>
            </a:prstGeom>
            <a:noFill/>
          </p:spPr>
          <p:txBody>
            <a:bodyPr wrap="none" rtlCol="0">
              <a:spAutoFit/>
            </a:bodyPr>
            <a:lstStyle/>
            <a:p>
              <a:r>
                <a:rPr lang="en-US" dirty="0"/>
                <a:t>630</a:t>
              </a:r>
            </a:p>
          </p:txBody>
        </p:sp>
        <p:sp>
          <p:nvSpPr>
            <p:cNvPr id="31" name="Right Brace 30">
              <a:extLst>
                <a:ext uri="{FF2B5EF4-FFF2-40B4-BE49-F238E27FC236}">
                  <a16:creationId xmlns:a16="http://schemas.microsoft.com/office/drawing/2014/main" id="{E3D4F02B-7665-6583-E8AB-4B7C369A340D}"/>
                </a:ext>
              </a:extLst>
            </p:cNvPr>
            <p:cNvSpPr/>
            <p:nvPr/>
          </p:nvSpPr>
          <p:spPr>
            <a:xfrm rot="3470843">
              <a:off x="7048015" y="4035806"/>
              <a:ext cx="518160" cy="1850983"/>
            </a:xfrm>
            <a:prstGeom prst="rightBrace">
              <a:avLst>
                <a:gd name="adj1" fmla="val 87315"/>
                <a:gd name="adj2" fmla="val 50593"/>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34" name="Oval 33">
            <a:extLst>
              <a:ext uri="{FF2B5EF4-FFF2-40B4-BE49-F238E27FC236}">
                <a16:creationId xmlns:a16="http://schemas.microsoft.com/office/drawing/2014/main" id="{6133EA66-4426-9836-9352-F90F389D9053}"/>
              </a:ext>
            </a:extLst>
          </p:cNvPr>
          <p:cNvSpPr/>
          <p:nvPr/>
        </p:nvSpPr>
        <p:spPr>
          <a:xfrm>
            <a:off x="2473212" y="3504823"/>
            <a:ext cx="980045" cy="1574954"/>
          </a:xfrm>
          <a:prstGeom prst="ellipse">
            <a:avLst/>
          </a:prstGeom>
          <a:solidFill>
            <a:schemeClr val="accent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4DEFA22-42F5-1F0C-8751-198D4A2E84E2}"/>
              </a:ext>
            </a:extLst>
          </p:cNvPr>
          <p:cNvPicPr>
            <a:picLocks noChangeAspect="1"/>
          </p:cNvPicPr>
          <p:nvPr/>
        </p:nvPicPr>
        <p:blipFill>
          <a:blip r:embed="rId3" cstate="print">
            <a:extLst>
              <a:ext uri="{28A0092B-C50C-407E-A947-70E740481C1C}">
                <a14:useLocalDpi xmlns:a14="http://schemas.microsoft.com/office/drawing/2010/main" val="0"/>
              </a:ext>
            </a:extLst>
          </a:blip>
          <a:srcRect t="19789" b="19789"/>
          <a:stretch>
            <a:fillRect/>
          </a:stretch>
        </p:blipFill>
        <p:spPr>
          <a:xfrm>
            <a:off x="5100785" y="1820101"/>
            <a:ext cx="6858000" cy="414378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158583586"/>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C0CB1-CC01-FAAA-C0B5-652C8223189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4A7771B-31B4-02DB-E0FC-9D994527AAAA}"/>
              </a:ext>
            </a:extLst>
          </p:cNvPr>
          <p:cNvSpPr>
            <a:spLocks noGrp="1"/>
          </p:cNvSpPr>
          <p:nvPr>
            <p:ph type="title" idx="4294967295"/>
          </p:nvPr>
        </p:nvSpPr>
        <p:spPr>
          <a:xfrm>
            <a:off x="0" y="457200"/>
            <a:ext cx="10972800" cy="676275"/>
          </a:xfrm>
          <a:prstGeom prst="rect">
            <a:avLst/>
          </a:prstGeom>
        </p:spPr>
        <p:txBody>
          <a:bodyPr>
            <a:normAutofit fontScale="90000"/>
          </a:bodyPr>
          <a:lstStyle/>
          <a:p>
            <a:r>
              <a:rPr lang="en-US" dirty="0"/>
              <a:t>Model/Data set up</a:t>
            </a:r>
          </a:p>
        </p:txBody>
      </p:sp>
      <p:sp>
        <p:nvSpPr>
          <p:cNvPr id="5" name="Content Placeholder 4">
            <a:extLst>
              <a:ext uri="{FF2B5EF4-FFF2-40B4-BE49-F238E27FC236}">
                <a16:creationId xmlns:a16="http://schemas.microsoft.com/office/drawing/2014/main" id="{18517A47-30BC-7F0E-253B-22ED5498DBCB}"/>
              </a:ext>
            </a:extLst>
          </p:cNvPr>
          <p:cNvSpPr>
            <a:spLocks noGrp="1"/>
          </p:cNvSpPr>
          <p:nvPr>
            <p:ph type="body" idx="4294967295"/>
          </p:nvPr>
        </p:nvSpPr>
        <p:spPr>
          <a:xfrm>
            <a:off x="-1" y="1184833"/>
            <a:ext cx="11784933" cy="4525963"/>
          </a:xfrm>
          <a:prstGeom prst="rect">
            <a:avLst/>
          </a:prstGeom>
        </p:spPr>
        <p:txBody>
          <a:bodyPr>
            <a:noAutofit/>
          </a:bodyPr>
          <a:lstStyle/>
          <a:p>
            <a:r>
              <a:rPr lang="en-US" sz="2400" dirty="0"/>
              <a:t>Where do we draw the lines? </a:t>
            </a:r>
            <a:r>
              <a:rPr lang="en-US" sz="2400" b="1" dirty="0"/>
              <a:t>Tagging data</a:t>
            </a:r>
            <a:endParaRPr lang="en-US" sz="2400" dirty="0"/>
          </a:p>
        </p:txBody>
      </p:sp>
      <p:grpSp>
        <p:nvGrpSpPr>
          <p:cNvPr id="24" name="Group 23">
            <a:extLst>
              <a:ext uri="{FF2B5EF4-FFF2-40B4-BE49-F238E27FC236}">
                <a16:creationId xmlns:a16="http://schemas.microsoft.com/office/drawing/2014/main" id="{9FFEF2B2-237B-D2D9-095B-AED2920408CE}"/>
              </a:ext>
            </a:extLst>
          </p:cNvPr>
          <p:cNvGrpSpPr/>
          <p:nvPr/>
        </p:nvGrpSpPr>
        <p:grpSpPr>
          <a:xfrm>
            <a:off x="344339" y="1820101"/>
            <a:ext cx="4567428" cy="4134411"/>
            <a:chOff x="3595116" y="1717749"/>
            <a:chExt cx="5001768" cy="4431098"/>
          </a:xfrm>
        </p:grpSpPr>
        <p:pic>
          <p:nvPicPr>
            <p:cNvPr id="25" name="Picture 24">
              <a:extLst>
                <a:ext uri="{FF2B5EF4-FFF2-40B4-BE49-F238E27FC236}">
                  <a16:creationId xmlns:a16="http://schemas.microsoft.com/office/drawing/2014/main" id="{56CEED5A-E14F-C159-69BA-259464E25043}"/>
                </a:ext>
              </a:extLst>
            </p:cNvPr>
            <p:cNvPicPr>
              <a:picLocks noChangeAspect="1"/>
            </p:cNvPicPr>
            <p:nvPr/>
          </p:nvPicPr>
          <p:blipFill>
            <a:blip r:embed="rId2" cstate="print">
              <a:extLst>
                <a:ext uri="{28A0092B-C50C-407E-A947-70E740481C1C}">
                  <a14:useLocalDpi xmlns:a14="http://schemas.microsoft.com/office/drawing/2010/main" val="0"/>
                </a:ext>
              </a:extLst>
            </a:blip>
            <a:srcRect t="6973" b="4436"/>
            <a:stretch>
              <a:fillRect/>
            </a:stretch>
          </p:blipFill>
          <p:spPr>
            <a:xfrm>
              <a:off x="3595116" y="1717749"/>
              <a:ext cx="5001768" cy="4431098"/>
            </a:xfrm>
            <a:prstGeom prst="rect">
              <a:avLst/>
            </a:prstGeom>
            <a:effectLst>
              <a:outerShdw blurRad="63500" sx="102000" sy="102000" algn="ctr" rotWithShape="0">
                <a:prstClr val="black">
                  <a:alpha val="40000"/>
                </a:prstClr>
              </a:outerShdw>
            </a:effectLst>
          </p:spPr>
        </p:pic>
        <p:sp>
          <p:nvSpPr>
            <p:cNvPr id="26" name="TextBox 25">
              <a:extLst>
                <a:ext uri="{FF2B5EF4-FFF2-40B4-BE49-F238E27FC236}">
                  <a16:creationId xmlns:a16="http://schemas.microsoft.com/office/drawing/2014/main" id="{761E3BEB-6923-D4AD-4BC5-22CBCB2AFFDB}"/>
                </a:ext>
              </a:extLst>
            </p:cNvPr>
            <p:cNvSpPr txBox="1"/>
            <p:nvPr/>
          </p:nvSpPr>
          <p:spPr>
            <a:xfrm>
              <a:off x="4708717" y="3192538"/>
              <a:ext cx="543739" cy="300082"/>
            </a:xfrm>
            <a:prstGeom prst="rect">
              <a:avLst/>
            </a:prstGeom>
            <a:noFill/>
          </p:spPr>
          <p:txBody>
            <a:bodyPr wrap="none" rtlCol="0">
              <a:spAutoFit/>
            </a:bodyPr>
            <a:lstStyle/>
            <a:p>
              <a:r>
                <a:rPr lang="en-US" dirty="0"/>
                <a:t>EBS</a:t>
              </a:r>
            </a:p>
          </p:txBody>
        </p:sp>
        <p:sp>
          <p:nvSpPr>
            <p:cNvPr id="27" name="TextBox 26">
              <a:extLst>
                <a:ext uri="{FF2B5EF4-FFF2-40B4-BE49-F238E27FC236}">
                  <a16:creationId xmlns:a16="http://schemas.microsoft.com/office/drawing/2014/main" id="{CBB33394-F593-12A7-64D3-2B1AE59CB28E}"/>
                </a:ext>
              </a:extLst>
            </p:cNvPr>
            <p:cNvSpPr txBox="1"/>
            <p:nvPr/>
          </p:nvSpPr>
          <p:spPr>
            <a:xfrm>
              <a:off x="4877994" y="4667326"/>
              <a:ext cx="748923" cy="300082"/>
            </a:xfrm>
            <a:prstGeom prst="rect">
              <a:avLst/>
            </a:prstGeom>
            <a:noFill/>
          </p:spPr>
          <p:txBody>
            <a:bodyPr wrap="none" rtlCol="0">
              <a:spAutoFit/>
            </a:bodyPr>
            <a:lstStyle/>
            <a:p>
              <a:r>
                <a:rPr lang="en-US" dirty="0"/>
                <a:t>WGOA</a:t>
              </a:r>
            </a:p>
          </p:txBody>
        </p:sp>
        <p:sp>
          <p:nvSpPr>
            <p:cNvPr id="28" name="TextBox 27">
              <a:extLst>
                <a:ext uri="{FF2B5EF4-FFF2-40B4-BE49-F238E27FC236}">
                  <a16:creationId xmlns:a16="http://schemas.microsoft.com/office/drawing/2014/main" id="{D1AA935F-C017-8039-6EFA-A92382D57976}"/>
                </a:ext>
              </a:extLst>
            </p:cNvPr>
            <p:cNvSpPr txBox="1"/>
            <p:nvPr/>
          </p:nvSpPr>
          <p:spPr>
            <a:xfrm>
              <a:off x="7146717" y="5241859"/>
              <a:ext cx="704039" cy="300082"/>
            </a:xfrm>
            <a:prstGeom prst="rect">
              <a:avLst/>
            </a:prstGeom>
            <a:noFill/>
          </p:spPr>
          <p:txBody>
            <a:bodyPr wrap="none" rtlCol="0">
              <a:spAutoFit/>
            </a:bodyPr>
            <a:lstStyle/>
            <a:p>
              <a:r>
                <a:rPr lang="en-US" dirty="0"/>
                <a:t>CGOA</a:t>
              </a:r>
            </a:p>
          </p:txBody>
        </p:sp>
        <p:sp>
          <p:nvSpPr>
            <p:cNvPr id="29" name="TextBox 28">
              <a:extLst>
                <a:ext uri="{FF2B5EF4-FFF2-40B4-BE49-F238E27FC236}">
                  <a16:creationId xmlns:a16="http://schemas.microsoft.com/office/drawing/2014/main" id="{F4992706-17DD-2904-51F5-57C2D115B1D7}"/>
                </a:ext>
              </a:extLst>
            </p:cNvPr>
            <p:cNvSpPr txBox="1"/>
            <p:nvPr/>
          </p:nvSpPr>
          <p:spPr>
            <a:xfrm>
              <a:off x="6226954" y="4162736"/>
              <a:ext cx="473206" cy="300082"/>
            </a:xfrm>
            <a:prstGeom prst="rect">
              <a:avLst/>
            </a:prstGeom>
            <a:noFill/>
          </p:spPr>
          <p:txBody>
            <a:bodyPr wrap="none" rtlCol="0">
              <a:spAutoFit/>
            </a:bodyPr>
            <a:lstStyle/>
            <a:p>
              <a:r>
                <a:rPr lang="en-US" dirty="0"/>
                <a:t>620</a:t>
              </a:r>
            </a:p>
          </p:txBody>
        </p:sp>
        <p:sp>
          <p:nvSpPr>
            <p:cNvPr id="30" name="TextBox 29">
              <a:extLst>
                <a:ext uri="{FF2B5EF4-FFF2-40B4-BE49-F238E27FC236}">
                  <a16:creationId xmlns:a16="http://schemas.microsoft.com/office/drawing/2014/main" id="{E5DD7E8F-2691-FCB6-87E5-A9823B64A85D}"/>
                </a:ext>
              </a:extLst>
            </p:cNvPr>
            <p:cNvSpPr txBox="1"/>
            <p:nvPr/>
          </p:nvSpPr>
          <p:spPr>
            <a:xfrm>
              <a:off x="7377550" y="3538957"/>
              <a:ext cx="473206" cy="300082"/>
            </a:xfrm>
            <a:prstGeom prst="rect">
              <a:avLst/>
            </a:prstGeom>
            <a:noFill/>
          </p:spPr>
          <p:txBody>
            <a:bodyPr wrap="none" rtlCol="0">
              <a:spAutoFit/>
            </a:bodyPr>
            <a:lstStyle/>
            <a:p>
              <a:r>
                <a:rPr lang="en-US" dirty="0"/>
                <a:t>630</a:t>
              </a:r>
            </a:p>
          </p:txBody>
        </p:sp>
        <p:sp>
          <p:nvSpPr>
            <p:cNvPr id="31" name="Right Brace 30">
              <a:extLst>
                <a:ext uri="{FF2B5EF4-FFF2-40B4-BE49-F238E27FC236}">
                  <a16:creationId xmlns:a16="http://schemas.microsoft.com/office/drawing/2014/main" id="{39448FFA-0D58-3392-EE67-05A77A329DD3}"/>
                </a:ext>
              </a:extLst>
            </p:cNvPr>
            <p:cNvSpPr/>
            <p:nvPr/>
          </p:nvSpPr>
          <p:spPr>
            <a:xfrm rot="3470843">
              <a:off x="7048015" y="4035806"/>
              <a:ext cx="518160" cy="1850983"/>
            </a:xfrm>
            <a:prstGeom prst="rightBrace">
              <a:avLst>
                <a:gd name="adj1" fmla="val 87315"/>
                <a:gd name="adj2" fmla="val 50593"/>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34" name="Oval 33">
            <a:extLst>
              <a:ext uri="{FF2B5EF4-FFF2-40B4-BE49-F238E27FC236}">
                <a16:creationId xmlns:a16="http://schemas.microsoft.com/office/drawing/2014/main" id="{527DD630-90DD-519F-DBBE-5ADDF042A34C}"/>
              </a:ext>
            </a:extLst>
          </p:cNvPr>
          <p:cNvSpPr/>
          <p:nvPr/>
        </p:nvSpPr>
        <p:spPr>
          <a:xfrm>
            <a:off x="2473212" y="3504823"/>
            <a:ext cx="980045" cy="1574954"/>
          </a:xfrm>
          <a:prstGeom prst="ellipse">
            <a:avLst/>
          </a:prstGeom>
          <a:solidFill>
            <a:schemeClr val="accent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1E2E9B3E-AAAB-7EB8-5B8C-34C83B344D9E}"/>
              </a:ext>
            </a:extLst>
          </p:cNvPr>
          <p:cNvPicPr>
            <a:picLocks noChangeAspect="1"/>
          </p:cNvPicPr>
          <p:nvPr/>
        </p:nvPicPr>
        <p:blipFill>
          <a:blip r:embed="rId3" cstate="print">
            <a:extLst>
              <a:ext uri="{28A0092B-C50C-407E-A947-70E740481C1C}">
                <a14:useLocalDpi xmlns:a14="http://schemas.microsoft.com/office/drawing/2010/main" val="0"/>
              </a:ext>
            </a:extLst>
          </a:blip>
          <a:srcRect t="19788" b="19926"/>
          <a:stretch>
            <a:fillRect/>
          </a:stretch>
        </p:blipFill>
        <p:spPr>
          <a:xfrm>
            <a:off x="5100785" y="1820100"/>
            <a:ext cx="6858000" cy="4134411"/>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572726862"/>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9A92F-F3EE-77F0-D327-A60B1FC4A87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352323A-8D57-860E-7C39-9338E0A5F381}"/>
              </a:ext>
            </a:extLst>
          </p:cNvPr>
          <p:cNvSpPr>
            <a:spLocks noGrp="1"/>
          </p:cNvSpPr>
          <p:nvPr>
            <p:ph type="title" idx="4294967295"/>
          </p:nvPr>
        </p:nvSpPr>
        <p:spPr>
          <a:xfrm>
            <a:off x="0" y="457200"/>
            <a:ext cx="10972800" cy="676275"/>
          </a:xfrm>
          <a:prstGeom prst="rect">
            <a:avLst/>
          </a:prstGeom>
        </p:spPr>
        <p:txBody>
          <a:bodyPr>
            <a:normAutofit fontScale="90000"/>
          </a:bodyPr>
          <a:lstStyle/>
          <a:p>
            <a:r>
              <a:rPr lang="en-US" dirty="0"/>
              <a:t>Model/Data set up</a:t>
            </a:r>
          </a:p>
        </p:txBody>
      </p:sp>
      <p:sp>
        <p:nvSpPr>
          <p:cNvPr id="5" name="Content Placeholder 4">
            <a:extLst>
              <a:ext uri="{FF2B5EF4-FFF2-40B4-BE49-F238E27FC236}">
                <a16:creationId xmlns:a16="http://schemas.microsoft.com/office/drawing/2014/main" id="{7C07D6AC-DBD2-C792-CE09-C1E2108B3929}"/>
              </a:ext>
            </a:extLst>
          </p:cNvPr>
          <p:cNvSpPr>
            <a:spLocks noGrp="1"/>
          </p:cNvSpPr>
          <p:nvPr>
            <p:ph type="body" idx="4294967295"/>
          </p:nvPr>
        </p:nvSpPr>
        <p:spPr>
          <a:xfrm>
            <a:off x="0" y="1184833"/>
            <a:ext cx="6402470" cy="4525963"/>
          </a:xfrm>
          <a:prstGeom prst="rect">
            <a:avLst/>
          </a:prstGeom>
        </p:spPr>
        <p:txBody>
          <a:bodyPr>
            <a:noAutofit/>
          </a:bodyPr>
          <a:lstStyle/>
          <a:p>
            <a:r>
              <a:rPr lang="en-US" sz="2400" dirty="0"/>
              <a:t>Where do we draw the lines?</a:t>
            </a:r>
          </a:p>
          <a:p>
            <a:r>
              <a:rPr lang="en-US" sz="2400" dirty="0"/>
              <a:t>Hard to know what to do with 620, and where to draw line defining the edge of the Central GOA sub-populations</a:t>
            </a:r>
          </a:p>
          <a:p>
            <a:r>
              <a:rPr lang="en-US" sz="2400" dirty="0"/>
              <a:t>2 cases for defining regions:</a:t>
            </a:r>
          </a:p>
          <a:p>
            <a:pPr lvl="1"/>
            <a:r>
              <a:rPr lang="en-US" sz="2200" dirty="0"/>
              <a:t>Case 1: Define 620 &amp; 630 as Central GOA, 610 as Western GOA (status quo)</a:t>
            </a:r>
          </a:p>
          <a:p>
            <a:pPr lvl="1"/>
            <a:r>
              <a:rPr lang="en-US" sz="2200" dirty="0"/>
              <a:t>Case 2: Define 630 as Central GOA, 610 &amp; 620 as Western GOA</a:t>
            </a:r>
          </a:p>
        </p:txBody>
      </p:sp>
      <p:grpSp>
        <p:nvGrpSpPr>
          <p:cNvPr id="24" name="Group 23">
            <a:extLst>
              <a:ext uri="{FF2B5EF4-FFF2-40B4-BE49-F238E27FC236}">
                <a16:creationId xmlns:a16="http://schemas.microsoft.com/office/drawing/2014/main" id="{67D52927-B740-836B-5B86-F366C1B20BC6}"/>
              </a:ext>
            </a:extLst>
          </p:cNvPr>
          <p:cNvGrpSpPr/>
          <p:nvPr/>
        </p:nvGrpSpPr>
        <p:grpSpPr>
          <a:xfrm>
            <a:off x="7083805" y="1806554"/>
            <a:ext cx="4567428" cy="4134411"/>
            <a:chOff x="3595116" y="1717749"/>
            <a:chExt cx="5001768" cy="4431098"/>
          </a:xfrm>
        </p:grpSpPr>
        <p:pic>
          <p:nvPicPr>
            <p:cNvPr id="25" name="Picture 24">
              <a:extLst>
                <a:ext uri="{FF2B5EF4-FFF2-40B4-BE49-F238E27FC236}">
                  <a16:creationId xmlns:a16="http://schemas.microsoft.com/office/drawing/2014/main" id="{F6A312FC-AA71-53E2-32F6-2F71BA96CDCE}"/>
                </a:ext>
              </a:extLst>
            </p:cNvPr>
            <p:cNvPicPr>
              <a:picLocks noChangeAspect="1"/>
            </p:cNvPicPr>
            <p:nvPr/>
          </p:nvPicPr>
          <p:blipFill>
            <a:blip r:embed="rId2" cstate="print">
              <a:extLst>
                <a:ext uri="{28A0092B-C50C-407E-A947-70E740481C1C}">
                  <a14:useLocalDpi xmlns:a14="http://schemas.microsoft.com/office/drawing/2010/main" val="0"/>
                </a:ext>
              </a:extLst>
            </a:blip>
            <a:srcRect t="6973" b="4436"/>
            <a:stretch>
              <a:fillRect/>
            </a:stretch>
          </p:blipFill>
          <p:spPr>
            <a:xfrm>
              <a:off x="3595116" y="1717749"/>
              <a:ext cx="5001768" cy="4431098"/>
            </a:xfrm>
            <a:prstGeom prst="rect">
              <a:avLst/>
            </a:prstGeom>
            <a:effectLst>
              <a:outerShdw blurRad="63500" sx="102000" sy="102000" algn="ctr" rotWithShape="0">
                <a:prstClr val="black">
                  <a:alpha val="40000"/>
                </a:prstClr>
              </a:outerShdw>
            </a:effectLst>
          </p:spPr>
        </p:pic>
        <p:sp>
          <p:nvSpPr>
            <p:cNvPr id="26" name="TextBox 25">
              <a:extLst>
                <a:ext uri="{FF2B5EF4-FFF2-40B4-BE49-F238E27FC236}">
                  <a16:creationId xmlns:a16="http://schemas.microsoft.com/office/drawing/2014/main" id="{C0F2B7BF-02ED-1BEA-CC9F-86A42A9E0441}"/>
                </a:ext>
              </a:extLst>
            </p:cNvPr>
            <p:cNvSpPr txBox="1"/>
            <p:nvPr/>
          </p:nvSpPr>
          <p:spPr>
            <a:xfrm>
              <a:off x="4708717" y="3192538"/>
              <a:ext cx="543739" cy="300082"/>
            </a:xfrm>
            <a:prstGeom prst="rect">
              <a:avLst/>
            </a:prstGeom>
            <a:noFill/>
          </p:spPr>
          <p:txBody>
            <a:bodyPr wrap="none" rtlCol="0">
              <a:spAutoFit/>
            </a:bodyPr>
            <a:lstStyle/>
            <a:p>
              <a:r>
                <a:rPr lang="en-US" dirty="0"/>
                <a:t>EBS</a:t>
              </a:r>
            </a:p>
          </p:txBody>
        </p:sp>
        <p:sp>
          <p:nvSpPr>
            <p:cNvPr id="27" name="TextBox 26">
              <a:extLst>
                <a:ext uri="{FF2B5EF4-FFF2-40B4-BE49-F238E27FC236}">
                  <a16:creationId xmlns:a16="http://schemas.microsoft.com/office/drawing/2014/main" id="{8C711436-16B4-E86A-4318-FBFF8552FA8B}"/>
                </a:ext>
              </a:extLst>
            </p:cNvPr>
            <p:cNvSpPr txBox="1"/>
            <p:nvPr/>
          </p:nvSpPr>
          <p:spPr>
            <a:xfrm>
              <a:off x="4877994" y="4667326"/>
              <a:ext cx="748923" cy="300082"/>
            </a:xfrm>
            <a:prstGeom prst="rect">
              <a:avLst/>
            </a:prstGeom>
            <a:noFill/>
          </p:spPr>
          <p:txBody>
            <a:bodyPr wrap="none" rtlCol="0">
              <a:spAutoFit/>
            </a:bodyPr>
            <a:lstStyle/>
            <a:p>
              <a:r>
                <a:rPr lang="en-US" dirty="0"/>
                <a:t>WGOA</a:t>
              </a:r>
            </a:p>
          </p:txBody>
        </p:sp>
        <p:sp>
          <p:nvSpPr>
            <p:cNvPr id="28" name="TextBox 27">
              <a:extLst>
                <a:ext uri="{FF2B5EF4-FFF2-40B4-BE49-F238E27FC236}">
                  <a16:creationId xmlns:a16="http://schemas.microsoft.com/office/drawing/2014/main" id="{20801CCD-FC0B-824F-7FBE-9B26D2A506DA}"/>
                </a:ext>
              </a:extLst>
            </p:cNvPr>
            <p:cNvSpPr txBox="1"/>
            <p:nvPr/>
          </p:nvSpPr>
          <p:spPr>
            <a:xfrm>
              <a:off x="7146717" y="5241859"/>
              <a:ext cx="704039" cy="300082"/>
            </a:xfrm>
            <a:prstGeom prst="rect">
              <a:avLst/>
            </a:prstGeom>
            <a:noFill/>
          </p:spPr>
          <p:txBody>
            <a:bodyPr wrap="none" rtlCol="0">
              <a:spAutoFit/>
            </a:bodyPr>
            <a:lstStyle/>
            <a:p>
              <a:r>
                <a:rPr lang="en-US" dirty="0"/>
                <a:t>CGOA</a:t>
              </a:r>
            </a:p>
          </p:txBody>
        </p:sp>
        <p:sp>
          <p:nvSpPr>
            <p:cNvPr id="29" name="TextBox 28">
              <a:extLst>
                <a:ext uri="{FF2B5EF4-FFF2-40B4-BE49-F238E27FC236}">
                  <a16:creationId xmlns:a16="http://schemas.microsoft.com/office/drawing/2014/main" id="{A72B20B2-31B0-376B-C8C3-81CF97A7F706}"/>
                </a:ext>
              </a:extLst>
            </p:cNvPr>
            <p:cNvSpPr txBox="1"/>
            <p:nvPr/>
          </p:nvSpPr>
          <p:spPr>
            <a:xfrm>
              <a:off x="6226954" y="4162736"/>
              <a:ext cx="473206" cy="300082"/>
            </a:xfrm>
            <a:prstGeom prst="rect">
              <a:avLst/>
            </a:prstGeom>
            <a:noFill/>
          </p:spPr>
          <p:txBody>
            <a:bodyPr wrap="none" rtlCol="0">
              <a:spAutoFit/>
            </a:bodyPr>
            <a:lstStyle/>
            <a:p>
              <a:r>
                <a:rPr lang="en-US" dirty="0"/>
                <a:t>620</a:t>
              </a:r>
            </a:p>
          </p:txBody>
        </p:sp>
        <p:sp>
          <p:nvSpPr>
            <p:cNvPr id="30" name="TextBox 29">
              <a:extLst>
                <a:ext uri="{FF2B5EF4-FFF2-40B4-BE49-F238E27FC236}">
                  <a16:creationId xmlns:a16="http://schemas.microsoft.com/office/drawing/2014/main" id="{026E834E-6FA9-70F4-C575-64C82BD0E2D4}"/>
                </a:ext>
              </a:extLst>
            </p:cNvPr>
            <p:cNvSpPr txBox="1"/>
            <p:nvPr/>
          </p:nvSpPr>
          <p:spPr>
            <a:xfrm>
              <a:off x="7377550" y="3538957"/>
              <a:ext cx="473206" cy="300082"/>
            </a:xfrm>
            <a:prstGeom prst="rect">
              <a:avLst/>
            </a:prstGeom>
            <a:noFill/>
          </p:spPr>
          <p:txBody>
            <a:bodyPr wrap="none" rtlCol="0">
              <a:spAutoFit/>
            </a:bodyPr>
            <a:lstStyle/>
            <a:p>
              <a:r>
                <a:rPr lang="en-US" dirty="0"/>
                <a:t>630</a:t>
              </a:r>
            </a:p>
          </p:txBody>
        </p:sp>
        <p:sp>
          <p:nvSpPr>
            <p:cNvPr id="31" name="Right Brace 30">
              <a:extLst>
                <a:ext uri="{FF2B5EF4-FFF2-40B4-BE49-F238E27FC236}">
                  <a16:creationId xmlns:a16="http://schemas.microsoft.com/office/drawing/2014/main" id="{29E9405B-02C8-0D12-73C9-20F6297095E9}"/>
                </a:ext>
              </a:extLst>
            </p:cNvPr>
            <p:cNvSpPr/>
            <p:nvPr/>
          </p:nvSpPr>
          <p:spPr>
            <a:xfrm rot="3470843">
              <a:off x="7048015" y="4035806"/>
              <a:ext cx="518160" cy="1850983"/>
            </a:xfrm>
            <a:prstGeom prst="rightBrace">
              <a:avLst>
                <a:gd name="adj1" fmla="val 87315"/>
                <a:gd name="adj2" fmla="val 50593"/>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34" name="Oval 33">
            <a:extLst>
              <a:ext uri="{FF2B5EF4-FFF2-40B4-BE49-F238E27FC236}">
                <a16:creationId xmlns:a16="http://schemas.microsoft.com/office/drawing/2014/main" id="{AB2610B7-5459-E851-181C-E263852FF6FB}"/>
              </a:ext>
            </a:extLst>
          </p:cNvPr>
          <p:cNvSpPr/>
          <p:nvPr/>
        </p:nvSpPr>
        <p:spPr>
          <a:xfrm>
            <a:off x="9224107" y="3580348"/>
            <a:ext cx="980045" cy="1574954"/>
          </a:xfrm>
          <a:prstGeom prst="ellipse">
            <a:avLst/>
          </a:prstGeom>
          <a:solidFill>
            <a:schemeClr val="accent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29183716"/>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7CF14-3550-77AD-E211-D05A8D2A803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BAB5CE5-2707-78B4-D6B4-5426B9F2CF4A}"/>
              </a:ext>
            </a:extLst>
          </p:cNvPr>
          <p:cNvSpPr>
            <a:spLocks noGrp="1"/>
          </p:cNvSpPr>
          <p:nvPr>
            <p:ph type="title" idx="4294967295"/>
          </p:nvPr>
        </p:nvSpPr>
        <p:spPr>
          <a:xfrm>
            <a:off x="0" y="457200"/>
            <a:ext cx="10972800" cy="676275"/>
          </a:xfrm>
          <a:prstGeom prst="rect">
            <a:avLst/>
          </a:prstGeom>
        </p:spPr>
        <p:txBody>
          <a:bodyPr>
            <a:normAutofit fontScale="90000"/>
          </a:bodyPr>
          <a:lstStyle/>
          <a:p>
            <a:r>
              <a:rPr lang="en-US" dirty="0"/>
              <a:t>Model/Data scenarios</a:t>
            </a:r>
          </a:p>
        </p:txBody>
      </p:sp>
      <p:sp>
        <p:nvSpPr>
          <p:cNvPr id="5" name="Content Placeholder 4">
            <a:extLst>
              <a:ext uri="{FF2B5EF4-FFF2-40B4-BE49-F238E27FC236}">
                <a16:creationId xmlns:a16="http://schemas.microsoft.com/office/drawing/2014/main" id="{DB16942F-080D-5D45-7A20-C4493434F6DC}"/>
              </a:ext>
            </a:extLst>
          </p:cNvPr>
          <p:cNvSpPr>
            <a:spLocks noGrp="1"/>
          </p:cNvSpPr>
          <p:nvPr>
            <p:ph type="body" idx="4294967295"/>
          </p:nvPr>
        </p:nvSpPr>
        <p:spPr>
          <a:xfrm>
            <a:off x="-1" y="1184833"/>
            <a:ext cx="11914293" cy="4525963"/>
          </a:xfrm>
          <a:prstGeom prst="rect">
            <a:avLst/>
          </a:prstGeom>
        </p:spPr>
        <p:txBody>
          <a:bodyPr>
            <a:noAutofit/>
          </a:bodyPr>
          <a:lstStyle/>
          <a:p>
            <a:r>
              <a:rPr lang="en-US" sz="2400" dirty="0"/>
              <a:t>Combination of 4 cases: 2 sub-population x 2 regional</a:t>
            </a:r>
            <a:endParaRPr lang="en-US" sz="2200" dirty="0"/>
          </a:p>
        </p:txBody>
      </p:sp>
      <p:grpSp>
        <p:nvGrpSpPr>
          <p:cNvPr id="2" name="Group 1">
            <a:extLst>
              <a:ext uri="{FF2B5EF4-FFF2-40B4-BE49-F238E27FC236}">
                <a16:creationId xmlns:a16="http://schemas.microsoft.com/office/drawing/2014/main" id="{A5B36852-8E73-3BD0-6815-AA3E80C030B5}"/>
              </a:ext>
            </a:extLst>
          </p:cNvPr>
          <p:cNvGrpSpPr/>
          <p:nvPr/>
        </p:nvGrpSpPr>
        <p:grpSpPr>
          <a:xfrm>
            <a:off x="100137" y="2016527"/>
            <a:ext cx="3032040" cy="2474194"/>
            <a:chOff x="3595116" y="1717749"/>
            <a:chExt cx="5001768" cy="4431098"/>
          </a:xfrm>
        </p:grpSpPr>
        <p:pic>
          <p:nvPicPr>
            <p:cNvPr id="3" name="Picture 2">
              <a:extLst>
                <a:ext uri="{FF2B5EF4-FFF2-40B4-BE49-F238E27FC236}">
                  <a16:creationId xmlns:a16="http://schemas.microsoft.com/office/drawing/2014/main" id="{C59B65E9-800A-AEF7-F282-40928F587610}"/>
                </a:ext>
              </a:extLst>
            </p:cNvPr>
            <p:cNvPicPr>
              <a:picLocks noChangeAspect="1"/>
            </p:cNvPicPr>
            <p:nvPr/>
          </p:nvPicPr>
          <p:blipFill>
            <a:blip r:embed="rId2" cstate="print">
              <a:extLst>
                <a:ext uri="{28A0092B-C50C-407E-A947-70E740481C1C}">
                  <a14:useLocalDpi xmlns:a14="http://schemas.microsoft.com/office/drawing/2010/main" val="0"/>
                </a:ext>
              </a:extLst>
            </a:blip>
            <a:srcRect t="6973" b="4436"/>
            <a:stretch>
              <a:fillRect/>
            </a:stretch>
          </p:blipFill>
          <p:spPr>
            <a:xfrm>
              <a:off x="3595116" y="1717749"/>
              <a:ext cx="5001768" cy="4431098"/>
            </a:xfrm>
            <a:prstGeom prst="rect">
              <a:avLst/>
            </a:prstGeom>
            <a:effectLst>
              <a:outerShdw blurRad="63500" sx="102000" sy="102000" algn="ctr" rotWithShape="0">
                <a:prstClr val="black">
                  <a:alpha val="40000"/>
                </a:prstClr>
              </a:outerShdw>
            </a:effectLst>
          </p:spPr>
        </p:pic>
        <p:sp>
          <p:nvSpPr>
            <p:cNvPr id="6" name="TextBox 5">
              <a:extLst>
                <a:ext uri="{FF2B5EF4-FFF2-40B4-BE49-F238E27FC236}">
                  <a16:creationId xmlns:a16="http://schemas.microsoft.com/office/drawing/2014/main" id="{2931DF74-9826-8C3D-CD2E-C38000164237}"/>
                </a:ext>
              </a:extLst>
            </p:cNvPr>
            <p:cNvSpPr txBox="1"/>
            <p:nvPr/>
          </p:nvSpPr>
          <p:spPr>
            <a:xfrm>
              <a:off x="4708717" y="3192538"/>
              <a:ext cx="543739" cy="300082"/>
            </a:xfrm>
            <a:prstGeom prst="rect">
              <a:avLst/>
            </a:prstGeom>
            <a:noFill/>
          </p:spPr>
          <p:txBody>
            <a:bodyPr wrap="none" rtlCol="0">
              <a:spAutoFit/>
            </a:bodyPr>
            <a:lstStyle/>
            <a:p>
              <a:r>
                <a:rPr lang="en-US" dirty="0"/>
                <a:t>EBS</a:t>
              </a:r>
            </a:p>
          </p:txBody>
        </p:sp>
        <p:sp>
          <p:nvSpPr>
            <p:cNvPr id="7" name="TextBox 6">
              <a:extLst>
                <a:ext uri="{FF2B5EF4-FFF2-40B4-BE49-F238E27FC236}">
                  <a16:creationId xmlns:a16="http://schemas.microsoft.com/office/drawing/2014/main" id="{4515920B-E532-5085-214A-7521069F7921}"/>
                </a:ext>
              </a:extLst>
            </p:cNvPr>
            <p:cNvSpPr txBox="1"/>
            <p:nvPr/>
          </p:nvSpPr>
          <p:spPr>
            <a:xfrm>
              <a:off x="4532839" y="4670692"/>
              <a:ext cx="748922" cy="300082"/>
            </a:xfrm>
            <a:prstGeom prst="rect">
              <a:avLst/>
            </a:prstGeom>
            <a:noFill/>
          </p:spPr>
          <p:txBody>
            <a:bodyPr wrap="none" rtlCol="0">
              <a:spAutoFit/>
            </a:bodyPr>
            <a:lstStyle/>
            <a:p>
              <a:r>
                <a:rPr lang="en-US" dirty="0"/>
                <a:t>WGOA</a:t>
              </a:r>
            </a:p>
          </p:txBody>
        </p:sp>
        <p:sp>
          <p:nvSpPr>
            <p:cNvPr id="8" name="TextBox 7">
              <a:extLst>
                <a:ext uri="{FF2B5EF4-FFF2-40B4-BE49-F238E27FC236}">
                  <a16:creationId xmlns:a16="http://schemas.microsoft.com/office/drawing/2014/main" id="{383371E5-4948-F43E-BF3F-D4D04B8E5EEF}"/>
                </a:ext>
              </a:extLst>
            </p:cNvPr>
            <p:cNvSpPr txBox="1"/>
            <p:nvPr/>
          </p:nvSpPr>
          <p:spPr>
            <a:xfrm>
              <a:off x="7146717" y="5241859"/>
              <a:ext cx="704039" cy="300082"/>
            </a:xfrm>
            <a:prstGeom prst="rect">
              <a:avLst/>
            </a:prstGeom>
            <a:noFill/>
          </p:spPr>
          <p:txBody>
            <a:bodyPr wrap="none" rtlCol="0">
              <a:spAutoFit/>
            </a:bodyPr>
            <a:lstStyle/>
            <a:p>
              <a:r>
                <a:rPr lang="en-US" dirty="0"/>
                <a:t>CGOA</a:t>
              </a:r>
            </a:p>
          </p:txBody>
        </p:sp>
        <p:sp>
          <p:nvSpPr>
            <p:cNvPr id="9" name="TextBox 8">
              <a:extLst>
                <a:ext uri="{FF2B5EF4-FFF2-40B4-BE49-F238E27FC236}">
                  <a16:creationId xmlns:a16="http://schemas.microsoft.com/office/drawing/2014/main" id="{D13FB052-E151-6DCE-33CD-6E40C93ACDDA}"/>
                </a:ext>
              </a:extLst>
            </p:cNvPr>
            <p:cNvSpPr txBox="1"/>
            <p:nvPr/>
          </p:nvSpPr>
          <p:spPr>
            <a:xfrm>
              <a:off x="6096000" y="4033135"/>
              <a:ext cx="473205" cy="300082"/>
            </a:xfrm>
            <a:prstGeom prst="rect">
              <a:avLst/>
            </a:prstGeom>
            <a:noFill/>
          </p:spPr>
          <p:txBody>
            <a:bodyPr wrap="none" rtlCol="0">
              <a:spAutoFit/>
            </a:bodyPr>
            <a:lstStyle/>
            <a:p>
              <a:r>
                <a:rPr lang="en-US" dirty="0"/>
                <a:t>620</a:t>
              </a:r>
            </a:p>
          </p:txBody>
        </p:sp>
        <p:sp>
          <p:nvSpPr>
            <p:cNvPr id="10" name="TextBox 9">
              <a:extLst>
                <a:ext uri="{FF2B5EF4-FFF2-40B4-BE49-F238E27FC236}">
                  <a16:creationId xmlns:a16="http://schemas.microsoft.com/office/drawing/2014/main" id="{D0E3E85F-BB08-A063-5F3E-A007FB8F802C}"/>
                </a:ext>
              </a:extLst>
            </p:cNvPr>
            <p:cNvSpPr txBox="1"/>
            <p:nvPr/>
          </p:nvSpPr>
          <p:spPr>
            <a:xfrm flipH="1">
              <a:off x="7146717" y="3664586"/>
              <a:ext cx="940411" cy="537425"/>
            </a:xfrm>
            <a:prstGeom prst="rect">
              <a:avLst/>
            </a:prstGeom>
            <a:noFill/>
          </p:spPr>
          <p:txBody>
            <a:bodyPr wrap="square" rtlCol="0">
              <a:spAutoFit/>
            </a:bodyPr>
            <a:lstStyle/>
            <a:p>
              <a:r>
                <a:rPr lang="en-US" dirty="0"/>
                <a:t>630</a:t>
              </a:r>
            </a:p>
          </p:txBody>
        </p:sp>
        <p:sp>
          <p:nvSpPr>
            <p:cNvPr id="11" name="Right Brace 10">
              <a:extLst>
                <a:ext uri="{FF2B5EF4-FFF2-40B4-BE49-F238E27FC236}">
                  <a16:creationId xmlns:a16="http://schemas.microsoft.com/office/drawing/2014/main" id="{9E809B78-31DF-70DB-0D34-E49168454250}"/>
                </a:ext>
              </a:extLst>
            </p:cNvPr>
            <p:cNvSpPr/>
            <p:nvPr/>
          </p:nvSpPr>
          <p:spPr>
            <a:xfrm rot="3798570">
              <a:off x="7048014" y="4035805"/>
              <a:ext cx="518160" cy="1850983"/>
            </a:xfrm>
            <a:prstGeom prst="rightBrace">
              <a:avLst>
                <a:gd name="adj1" fmla="val 87315"/>
                <a:gd name="adj2" fmla="val 50593"/>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13" name="Oval 12">
            <a:extLst>
              <a:ext uri="{FF2B5EF4-FFF2-40B4-BE49-F238E27FC236}">
                <a16:creationId xmlns:a16="http://schemas.microsoft.com/office/drawing/2014/main" id="{7E6A74C3-B343-35FB-A986-8E399888AFF2}"/>
              </a:ext>
            </a:extLst>
          </p:cNvPr>
          <p:cNvSpPr/>
          <p:nvPr/>
        </p:nvSpPr>
        <p:spPr>
          <a:xfrm rot="21123598">
            <a:off x="463424" y="2075280"/>
            <a:ext cx="1004473" cy="2216279"/>
          </a:xfrm>
          <a:prstGeom prst="ellipse">
            <a:avLst/>
          </a:prstGeom>
          <a:solidFill>
            <a:schemeClr val="tx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56C28BC5-23CF-C4CA-A791-C5FDF7BEC3AB}"/>
              </a:ext>
            </a:extLst>
          </p:cNvPr>
          <p:cNvSpPr/>
          <p:nvPr/>
        </p:nvSpPr>
        <p:spPr>
          <a:xfrm rot="3534554">
            <a:off x="1712378" y="2627709"/>
            <a:ext cx="878592" cy="1500333"/>
          </a:xfrm>
          <a:prstGeom prst="ellipse">
            <a:avLst/>
          </a:prstGeom>
          <a:solidFill>
            <a:schemeClr val="tx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735DF67-734B-68E4-E35F-242E3240A906}"/>
              </a:ext>
            </a:extLst>
          </p:cNvPr>
          <p:cNvSpPr/>
          <p:nvPr/>
        </p:nvSpPr>
        <p:spPr>
          <a:xfrm>
            <a:off x="366809" y="2287913"/>
            <a:ext cx="980045" cy="1271741"/>
          </a:xfrm>
          <a:prstGeom prst="ellipse">
            <a:avLst/>
          </a:prstGeom>
          <a:solidFill>
            <a:schemeClr val="accent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51B6CEDE-5C67-E46B-21D3-A44A3C532109}"/>
              </a:ext>
            </a:extLst>
          </p:cNvPr>
          <p:cNvSpPr/>
          <p:nvPr/>
        </p:nvSpPr>
        <p:spPr>
          <a:xfrm>
            <a:off x="602628" y="3379783"/>
            <a:ext cx="980045" cy="962395"/>
          </a:xfrm>
          <a:prstGeom prst="ellipse">
            <a:avLst/>
          </a:prstGeom>
          <a:solidFill>
            <a:schemeClr val="accent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A7CD9C77-B77E-1141-1C3F-D3E5DF2EC9D6}"/>
              </a:ext>
            </a:extLst>
          </p:cNvPr>
          <p:cNvSpPr/>
          <p:nvPr/>
        </p:nvSpPr>
        <p:spPr>
          <a:xfrm rot="19879802">
            <a:off x="1474232" y="2970507"/>
            <a:ext cx="1354884" cy="785791"/>
          </a:xfrm>
          <a:prstGeom prst="ellipse">
            <a:avLst/>
          </a:prstGeom>
          <a:solidFill>
            <a:schemeClr val="accent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65A6ADFB-83CD-58AA-1C14-979D33DA9CB6}"/>
              </a:ext>
            </a:extLst>
          </p:cNvPr>
          <p:cNvGrpSpPr/>
          <p:nvPr/>
        </p:nvGrpSpPr>
        <p:grpSpPr>
          <a:xfrm>
            <a:off x="2987672" y="3559654"/>
            <a:ext cx="3032040" cy="2474194"/>
            <a:chOff x="3595116" y="1717749"/>
            <a:chExt cx="5001768" cy="4431098"/>
          </a:xfrm>
        </p:grpSpPr>
        <p:pic>
          <p:nvPicPr>
            <p:cNvPr id="21" name="Picture 20">
              <a:extLst>
                <a:ext uri="{FF2B5EF4-FFF2-40B4-BE49-F238E27FC236}">
                  <a16:creationId xmlns:a16="http://schemas.microsoft.com/office/drawing/2014/main" id="{F955F69E-1D76-7FEC-F6BD-93D2725A312E}"/>
                </a:ext>
              </a:extLst>
            </p:cNvPr>
            <p:cNvPicPr>
              <a:picLocks noChangeAspect="1"/>
            </p:cNvPicPr>
            <p:nvPr/>
          </p:nvPicPr>
          <p:blipFill>
            <a:blip r:embed="rId2" cstate="print">
              <a:extLst>
                <a:ext uri="{28A0092B-C50C-407E-A947-70E740481C1C}">
                  <a14:useLocalDpi xmlns:a14="http://schemas.microsoft.com/office/drawing/2010/main" val="0"/>
                </a:ext>
              </a:extLst>
            </a:blip>
            <a:srcRect t="6973" b="4436"/>
            <a:stretch>
              <a:fillRect/>
            </a:stretch>
          </p:blipFill>
          <p:spPr>
            <a:xfrm>
              <a:off x="3595116" y="1717749"/>
              <a:ext cx="5001768" cy="4431098"/>
            </a:xfrm>
            <a:prstGeom prst="rect">
              <a:avLst/>
            </a:prstGeom>
            <a:effectLst>
              <a:outerShdw blurRad="63500" sx="102000" sy="102000" algn="ctr" rotWithShape="0">
                <a:prstClr val="black">
                  <a:alpha val="40000"/>
                </a:prstClr>
              </a:outerShdw>
            </a:effectLst>
          </p:spPr>
        </p:pic>
        <p:sp>
          <p:nvSpPr>
            <p:cNvPr id="22" name="TextBox 21">
              <a:extLst>
                <a:ext uri="{FF2B5EF4-FFF2-40B4-BE49-F238E27FC236}">
                  <a16:creationId xmlns:a16="http://schemas.microsoft.com/office/drawing/2014/main" id="{2BD3059D-8690-B1FA-64C2-802DACE25F87}"/>
                </a:ext>
              </a:extLst>
            </p:cNvPr>
            <p:cNvSpPr txBox="1"/>
            <p:nvPr/>
          </p:nvSpPr>
          <p:spPr>
            <a:xfrm>
              <a:off x="4708717" y="3192538"/>
              <a:ext cx="543739" cy="300082"/>
            </a:xfrm>
            <a:prstGeom prst="rect">
              <a:avLst/>
            </a:prstGeom>
            <a:noFill/>
          </p:spPr>
          <p:txBody>
            <a:bodyPr wrap="none" rtlCol="0">
              <a:spAutoFit/>
            </a:bodyPr>
            <a:lstStyle/>
            <a:p>
              <a:r>
                <a:rPr lang="en-US" dirty="0"/>
                <a:t>EBS</a:t>
              </a:r>
            </a:p>
          </p:txBody>
        </p:sp>
        <p:sp>
          <p:nvSpPr>
            <p:cNvPr id="23" name="TextBox 22">
              <a:extLst>
                <a:ext uri="{FF2B5EF4-FFF2-40B4-BE49-F238E27FC236}">
                  <a16:creationId xmlns:a16="http://schemas.microsoft.com/office/drawing/2014/main" id="{C669C5E1-4A2A-CF1F-21B4-AD1844854E4D}"/>
                </a:ext>
              </a:extLst>
            </p:cNvPr>
            <p:cNvSpPr txBox="1"/>
            <p:nvPr/>
          </p:nvSpPr>
          <p:spPr>
            <a:xfrm>
              <a:off x="4532839" y="4670692"/>
              <a:ext cx="748922" cy="300082"/>
            </a:xfrm>
            <a:prstGeom prst="rect">
              <a:avLst/>
            </a:prstGeom>
            <a:noFill/>
          </p:spPr>
          <p:txBody>
            <a:bodyPr wrap="none" rtlCol="0">
              <a:spAutoFit/>
            </a:bodyPr>
            <a:lstStyle/>
            <a:p>
              <a:r>
                <a:rPr lang="en-US" dirty="0"/>
                <a:t>WGOA</a:t>
              </a:r>
            </a:p>
          </p:txBody>
        </p:sp>
        <p:sp>
          <p:nvSpPr>
            <p:cNvPr id="32" name="TextBox 31">
              <a:extLst>
                <a:ext uri="{FF2B5EF4-FFF2-40B4-BE49-F238E27FC236}">
                  <a16:creationId xmlns:a16="http://schemas.microsoft.com/office/drawing/2014/main" id="{5AB9A93B-54A6-0800-E6C7-432164D37832}"/>
                </a:ext>
              </a:extLst>
            </p:cNvPr>
            <p:cNvSpPr txBox="1"/>
            <p:nvPr/>
          </p:nvSpPr>
          <p:spPr>
            <a:xfrm>
              <a:off x="7146717" y="5241859"/>
              <a:ext cx="704039" cy="300082"/>
            </a:xfrm>
            <a:prstGeom prst="rect">
              <a:avLst/>
            </a:prstGeom>
            <a:noFill/>
          </p:spPr>
          <p:txBody>
            <a:bodyPr wrap="none" rtlCol="0">
              <a:spAutoFit/>
            </a:bodyPr>
            <a:lstStyle/>
            <a:p>
              <a:r>
                <a:rPr lang="en-US" dirty="0"/>
                <a:t>CGOA</a:t>
              </a:r>
            </a:p>
          </p:txBody>
        </p:sp>
        <p:sp>
          <p:nvSpPr>
            <p:cNvPr id="33" name="TextBox 32">
              <a:extLst>
                <a:ext uri="{FF2B5EF4-FFF2-40B4-BE49-F238E27FC236}">
                  <a16:creationId xmlns:a16="http://schemas.microsoft.com/office/drawing/2014/main" id="{420045BD-7E40-C5FF-DAE7-52747A071CF2}"/>
                </a:ext>
              </a:extLst>
            </p:cNvPr>
            <p:cNvSpPr txBox="1"/>
            <p:nvPr/>
          </p:nvSpPr>
          <p:spPr>
            <a:xfrm>
              <a:off x="6096000" y="4033135"/>
              <a:ext cx="473205" cy="300082"/>
            </a:xfrm>
            <a:prstGeom prst="rect">
              <a:avLst/>
            </a:prstGeom>
            <a:noFill/>
          </p:spPr>
          <p:txBody>
            <a:bodyPr wrap="none" rtlCol="0">
              <a:spAutoFit/>
            </a:bodyPr>
            <a:lstStyle/>
            <a:p>
              <a:r>
                <a:rPr lang="en-US" dirty="0"/>
                <a:t>620</a:t>
              </a:r>
            </a:p>
          </p:txBody>
        </p:sp>
        <p:sp>
          <p:nvSpPr>
            <p:cNvPr id="35" name="TextBox 34">
              <a:extLst>
                <a:ext uri="{FF2B5EF4-FFF2-40B4-BE49-F238E27FC236}">
                  <a16:creationId xmlns:a16="http://schemas.microsoft.com/office/drawing/2014/main" id="{E3F49A6E-DDAD-D6C0-0910-F80EEB82F2CD}"/>
                </a:ext>
              </a:extLst>
            </p:cNvPr>
            <p:cNvSpPr txBox="1"/>
            <p:nvPr/>
          </p:nvSpPr>
          <p:spPr>
            <a:xfrm flipH="1">
              <a:off x="7146717" y="3664586"/>
              <a:ext cx="940411" cy="537425"/>
            </a:xfrm>
            <a:prstGeom prst="rect">
              <a:avLst/>
            </a:prstGeom>
            <a:noFill/>
          </p:spPr>
          <p:txBody>
            <a:bodyPr wrap="square" rtlCol="0">
              <a:spAutoFit/>
            </a:bodyPr>
            <a:lstStyle/>
            <a:p>
              <a:r>
                <a:rPr lang="en-US" dirty="0"/>
                <a:t>630</a:t>
              </a:r>
            </a:p>
          </p:txBody>
        </p:sp>
        <p:sp>
          <p:nvSpPr>
            <p:cNvPr id="36" name="Right Brace 35">
              <a:extLst>
                <a:ext uri="{FF2B5EF4-FFF2-40B4-BE49-F238E27FC236}">
                  <a16:creationId xmlns:a16="http://schemas.microsoft.com/office/drawing/2014/main" id="{F7E450AE-01BE-1130-CF53-1DDE6E205A9A}"/>
                </a:ext>
              </a:extLst>
            </p:cNvPr>
            <p:cNvSpPr/>
            <p:nvPr/>
          </p:nvSpPr>
          <p:spPr>
            <a:xfrm rot="3798570">
              <a:off x="7048014" y="4035805"/>
              <a:ext cx="518160" cy="1850983"/>
            </a:xfrm>
            <a:prstGeom prst="rightBrace">
              <a:avLst>
                <a:gd name="adj1" fmla="val 87315"/>
                <a:gd name="adj2" fmla="val 50593"/>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3190320C-FC50-F419-723A-42C8AB5E7FC1}"/>
              </a:ext>
            </a:extLst>
          </p:cNvPr>
          <p:cNvGrpSpPr/>
          <p:nvPr/>
        </p:nvGrpSpPr>
        <p:grpSpPr>
          <a:xfrm>
            <a:off x="5875206" y="2016527"/>
            <a:ext cx="3032040" cy="2474194"/>
            <a:chOff x="3595116" y="1717749"/>
            <a:chExt cx="5001768" cy="4431098"/>
          </a:xfrm>
        </p:grpSpPr>
        <p:pic>
          <p:nvPicPr>
            <p:cNvPr id="38" name="Picture 37">
              <a:extLst>
                <a:ext uri="{FF2B5EF4-FFF2-40B4-BE49-F238E27FC236}">
                  <a16:creationId xmlns:a16="http://schemas.microsoft.com/office/drawing/2014/main" id="{11633A89-935D-AC57-AAAC-C310C76BF3C4}"/>
                </a:ext>
              </a:extLst>
            </p:cNvPr>
            <p:cNvPicPr>
              <a:picLocks noChangeAspect="1"/>
            </p:cNvPicPr>
            <p:nvPr/>
          </p:nvPicPr>
          <p:blipFill>
            <a:blip r:embed="rId2" cstate="print">
              <a:extLst>
                <a:ext uri="{28A0092B-C50C-407E-A947-70E740481C1C}">
                  <a14:useLocalDpi xmlns:a14="http://schemas.microsoft.com/office/drawing/2010/main" val="0"/>
                </a:ext>
              </a:extLst>
            </a:blip>
            <a:srcRect t="6973" b="4436"/>
            <a:stretch>
              <a:fillRect/>
            </a:stretch>
          </p:blipFill>
          <p:spPr>
            <a:xfrm>
              <a:off x="3595116" y="1717749"/>
              <a:ext cx="5001768" cy="4431098"/>
            </a:xfrm>
            <a:prstGeom prst="rect">
              <a:avLst/>
            </a:prstGeom>
            <a:effectLst>
              <a:outerShdw blurRad="63500" sx="102000" sy="102000" algn="ctr" rotWithShape="0">
                <a:prstClr val="black">
                  <a:alpha val="40000"/>
                </a:prstClr>
              </a:outerShdw>
            </a:effectLst>
          </p:spPr>
        </p:pic>
        <p:sp>
          <p:nvSpPr>
            <p:cNvPr id="39" name="TextBox 38">
              <a:extLst>
                <a:ext uri="{FF2B5EF4-FFF2-40B4-BE49-F238E27FC236}">
                  <a16:creationId xmlns:a16="http://schemas.microsoft.com/office/drawing/2014/main" id="{DD84784E-CBA1-DE03-A2CB-78E6E0D7E4D8}"/>
                </a:ext>
              </a:extLst>
            </p:cNvPr>
            <p:cNvSpPr txBox="1"/>
            <p:nvPr/>
          </p:nvSpPr>
          <p:spPr>
            <a:xfrm>
              <a:off x="4708717" y="3192538"/>
              <a:ext cx="543739" cy="300082"/>
            </a:xfrm>
            <a:prstGeom prst="rect">
              <a:avLst/>
            </a:prstGeom>
            <a:noFill/>
          </p:spPr>
          <p:txBody>
            <a:bodyPr wrap="none" rtlCol="0">
              <a:spAutoFit/>
            </a:bodyPr>
            <a:lstStyle/>
            <a:p>
              <a:r>
                <a:rPr lang="en-US" dirty="0"/>
                <a:t>EBS</a:t>
              </a:r>
            </a:p>
          </p:txBody>
        </p:sp>
        <p:sp>
          <p:nvSpPr>
            <p:cNvPr id="40" name="TextBox 39">
              <a:extLst>
                <a:ext uri="{FF2B5EF4-FFF2-40B4-BE49-F238E27FC236}">
                  <a16:creationId xmlns:a16="http://schemas.microsoft.com/office/drawing/2014/main" id="{95D22BB5-51D1-5010-BF49-BDD53F677446}"/>
                </a:ext>
              </a:extLst>
            </p:cNvPr>
            <p:cNvSpPr txBox="1"/>
            <p:nvPr/>
          </p:nvSpPr>
          <p:spPr>
            <a:xfrm>
              <a:off x="4532839" y="4670692"/>
              <a:ext cx="748922" cy="300082"/>
            </a:xfrm>
            <a:prstGeom prst="rect">
              <a:avLst/>
            </a:prstGeom>
            <a:noFill/>
          </p:spPr>
          <p:txBody>
            <a:bodyPr wrap="none" rtlCol="0">
              <a:spAutoFit/>
            </a:bodyPr>
            <a:lstStyle/>
            <a:p>
              <a:r>
                <a:rPr lang="en-US" dirty="0"/>
                <a:t>WGOA</a:t>
              </a:r>
            </a:p>
          </p:txBody>
        </p:sp>
        <p:sp>
          <p:nvSpPr>
            <p:cNvPr id="41" name="TextBox 40">
              <a:extLst>
                <a:ext uri="{FF2B5EF4-FFF2-40B4-BE49-F238E27FC236}">
                  <a16:creationId xmlns:a16="http://schemas.microsoft.com/office/drawing/2014/main" id="{DC18D607-DDF1-08C4-5FA0-40DE5D844922}"/>
                </a:ext>
              </a:extLst>
            </p:cNvPr>
            <p:cNvSpPr txBox="1"/>
            <p:nvPr/>
          </p:nvSpPr>
          <p:spPr>
            <a:xfrm>
              <a:off x="7146717" y="5241859"/>
              <a:ext cx="704039" cy="300082"/>
            </a:xfrm>
            <a:prstGeom prst="rect">
              <a:avLst/>
            </a:prstGeom>
            <a:noFill/>
          </p:spPr>
          <p:txBody>
            <a:bodyPr wrap="none" rtlCol="0">
              <a:spAutoFit/>
            </a:bodyPr>
            <a:lstStyle/>
            <a:p>
              <a:r>
                <a:rPr lang="en-US" dirty="0"/>
                <a:t>CGOA</a:t>
              </a:r>
            </a:p>
          </p:txBody>
        </p:sp>
        <p:sp>
          <p:nvSpPr>
            <p:cNvPr id="42" name="TextBox 41">
              <a:extLst>
                <a:ext uri="{FF2B5EF4-FFF2-40B4-BE49-F238E27FC236}">
                  <a16:creationId xmlns:a16="http://schemas.microsoft.com/office/drawing/2014/main" id="{1D71E902-C0D1-5FD2-2DD5-1C0002964488}"/>
                </a:ext>
              </a:extLst>
            </p:cNvPr>
            <p:cNvSpPr txBox="1"/>
            <p:nvPr/>
          </p:nvSpPr>
          <p:spPr>
            <a:xfrm>
              <a:off x="6096000" y="4033135"/>
              <a:ext cx="473205" cy="300082"/>
            </a:xfrm>
            <a:prstGeom prst="rect">
              <a:avLst/>
            </a:prstGeom>
            <a:noFill/>
          </p:spPr>
          <p:txBody>
            <a:bodyPr wrap="none" rtlCol="0">
              <a:spAutoFit/>
            </a:bodyPr>
            <a:lstStyle/>
            <a:p>
              <a:r>
                <a:rPr lang="en-US" dirty="0"/>
                <a:t>620</a:t>
              </a:r>
            </a:p>
          </p:txBody>
        </p:sp>
        <p:sp>
          <p:nvSpPr>
            <p:cNvPr id="43" name="TextBox 42">
              <a:extLst>
                <a:ext uri="{FF2B5EF4-FFF2-40B4-BE49-F238E27FC236}">
                  <a16:creationId xmlns:a16="http://schemas.microsoft.com/office/drawing/2014/main" id="{3997FCA6-E76E-2531-F0F8-D0C97DADC37C}"/>
                </a:ext>
              </a:extLst>
            </p:cNvPr>
            <p:cNvSpPr txBox="1"/>
            <p:nvPr/>
          </p:nvSpPr>
          <p:spPr>
            <a:xfrm flipH="1">
              <a:off x="7146717" y="3664586"/>
              <a:ext cx="940411" cy="537425"/>
            </a:xfrm>
            <a:prstGeom prst="rect">
              <a:avLst/>
            </a:prstGeom>
            <a:noFill/>
          </p:spPr>
          <p:txBody>
            <a:bodyPr wrap="square" rtlCol="0">
              <a:spAutoFit/>
            </a:bodyPr>
            <a:lstStyle/>
            <a:p>
              <a:r>
                <a:rPr lang="en-US" dirty="0"/>
                <a:t>630</a:t>
              </a:r>
            </a:p>
          </p:txBody>
        </p:sp>
        <p:sp>
          <p:nvSpPr>
            <p:cNvPr id="44" name="Right Brace 43">
              <a:extLst>
                <a:ext uri="{FF2B5EF4-FFF2-40B4-BE49-F238E27FC236}">
                  <a16:creationId xmlns:a16="http://schemas.microsoft.com/office/drawing/2014/main" id="{A16C6AA7-DC6A-E383-282D-B778AAC2BFF4}"/>
                </a:ext>
              </a:extLst>
            </p:cNvPr>
            <p:cNvSpPr/>
            <p:nvPr/>
          </p:nvSpPr>
          <p:spPr>
            <a:xfrm rot="3798570">
              <a:off x="7048014" y="4035805"/>
              <a:ext cx="518160" cy="1850983"/>
            </a:xfrm>
            <a:prstGeom prst="rightBrace">
              <a:avLst>
                <a:gd name="adj1" fmla="val 87315"/>
                <a:gd name="adj2" fmla="val 50593"/>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45" name="Group 44">
            <a:extLst>
              <a:ext uri="{FF2B5EF4-FFF2-40B4-BE49-F238E27FC236}">
                <a16:creationId xmlns:a16="http://schemas.microsoft.com/office/drawing/2014/main" id="{B0BC93BC-20A9-25CF-F519-D8EF25E7008B}"/>
              </a:ext>
            </a:extLst>
          </p:cNvPr>
          <p:cNvGrpSpPr/>
          <p:nvPr/>
        </p:nvGrpSpPr>
        <p:grpSpPr>
          <a:xfrm>
            <a:off x="8737747" y="3559654"/>
            <a:ext cx="3032040" cy="2474194"/>
            <a:chOff x="3595116" y="1717749"/>
            <a:chExt cx="5001768" cy="4431098"/>
          </a:xfrm>
        </p:grpSpPr>
        <p:pic>
          <p:nvPicPr>
            <p:cNvPr id="46" name="Picture 45">
              <a:extLst>
                <a:ext uri="{FF2B5EF4-FFF2-40B4-BE49-F238E27FC236}">
                  <a16:creationId xmlns:a16="http://schemas.microsoft.com/office/drawing/2014/main" id="{3F5B956C-D636-0062-C581-7035093CD459}"/>
                </a:ext>
              </a:extLst>
            </p:cNvPr>
            <p:cNvPicPr>
              <a:picLocks noChangeAspect="1"/>
            </p:cNvPicPr>
            <p:nvPr/>
          </p:nvPicPr>
          <p:blipFill>
            <a:blip r:embed="rId2" cstate="print">
              <a:extLst>
                <a:ext uri="{28A0092B-C50C-407E-A947-70E740481C1C}">
                  <a14:useLocalDpi xmlns:a14="http://schemas.microsoft.com/office/drawing/2010/main" val="0"/>
                </a:ext>
              </a:extLst>
            </a:blip>
            <a:srcRect t="6973" b="4436"/>
            <a:stretch>
              <a:fillRect/>
            </a:stretch>
          </p:blipFill>
          <p:spPr>
            <a:xfrm>
              <a:off x="3595116" y="1717749"/>
              <a:ext cx="5001768" cy="4431098"/>
            </a:xfrm>
            <a:prstGeom prst="rect">
              <a:avLst/>
            </a:prstGeom>
            <a:effectLst>
              <a:outerShdw blurRad="63500" sx="102000" sy="102000" algn="ctr" rotWithShape="0">
                <a:prstClr val="black">
                  <a:alpha val="40000"/>
                </a:prstClr>
              </a:outerShdw>
            </a:effectLst>
          </p:spPr>
        </p:pic>
        <p:sp>
          <p:nvSpPr>
            <p:cNvPr id="47" name="TextBox 46">
              <a:extLst>
                <a:ext uri="{FF2B5EF4-FFF2-40B4-BE49-F238E27FC236}">
                  <a16:creationId xmlns:a16="http://schemas.microsoft.com/office/drawing/2014/main" id="{F10E9A6E-FB5F-8A58-C32F-C15C3132D92F}"/>
                </a:ext>
              </a:extLst>
            </p:cNvPr>
            <p:cNvSpPr txBox="1"/>
            <p:nvPr/>
          </p:nvSpPr>
          <p:spPr>
            <a:xfrm>
              <a:off x="4708717" y="3192538"/>
              <a:ext cx="543739" cy="300082"/>
            </a:xfrm>
            <a:prstGeom prst="rect">
              <a:avLst/>
            </a:prstGeom>
            <a:noFill/>
          </p:spPr>
          <p:txBody>
            <a:bodyPr wrap="none" rtlCol="0">
              <a:spAutoFit/>
            </a:bodyPr>
            <a:lstStyle/>
            <a:p>
              <a:r>
                <a:rPr lang="en-US" dirty="0"/>
                <a:t>EBS</a:t>
              </a:r>
            </a:p>
          </p:txBody>
        </p:sp>
        <p:sp>
          <p:nvSpPr>
            <p:cNvPr id="48" name="TextBox 47">
              <a:extLst>
                <a:ext uri="{FF2B5EF4-FFF2-40B4-BE49-F238E27FC236}">
                  <a16:creationId xmlns:a16="http://schemas.microsoft.com/office/drawing/2014/main" id="{25E994B4-DEEF-0D7F-EADF-C0A92FF8EC85}"/>
                </a:ext>
              </a:extLst>
            </p:cNvPr>
            <p:cNvSpPr txBox="1"/>
            <p:nvPr/>
          </p:nvSpPr>
          <p:spPr>
            <a:xfrm>
              <a:off x="4532839" y="4670692"/>
              <a:ext cx="748922" cy="300082"/>
            </a:xfrm>
            <a:prstGeom prst="rect">
              <a:avLst/>
            </a:prstGeom>
            <a:noFill/>
          </p:spPr>
          <p:txBody>
            <a:bodyPr wrap="none" rtlCol="0">
              <a:spAutoFit/>
            </a:bodyPr>
            <a:lstStyle/>
            <a:p>
              <a:r>
                <a:rPr lang="en-US" dirty="0"/>
                <a:t>WGOA</a:t>
              </a:r>
            </a:p>
          </p:txBody>
        </p:sp>
        <p:sp>
          <p:nvSpPr>
            <p:cNvPr id="49" name="TextBox 48">
              <a:extLst>
                <a:ext uri="{FF2B5EF4-FFF2-40B4-BE49-F238E27FC236}">
                  <a16:creationId xmlns:a16="http://schemas.microsoft.com/office/drawing/2014/main" id="{7CA0A943-79F9-FC2D-6053-ABA1F1860874}"/>
                </a:ext>
              </a:extLst>
            </p:cNvPr>
            <p:cNvSpPr txBox="1"/>
            <p:nvPr/>
          </p:nvSpPr>
          <p:spPr>
            <a:xfrm>
              <a:off x="7146717" y="5241859"/>
              <a:ext cx="704039" cy="300082"/>
            </a:xfrm>
            <a:prstGeom prst="rect">
              <a:avLst/>
            </a:prstGeom>
            <a:noFill/>
          </p:spPr>
          <p:txBody>
            <a:bodyPr wrap="none" rtlCol="0">
              <a:spAutoFit/>
            </a:bodyPr>
            <a:lstStyle/>
            <a:p>
              <a:r>
                <a:rPr lang="en-US" dirty="0"/>
                <a:t>CGOA</a:t>
              </a:r>
            </a:p>
          </p:txBody>
        </p:sp>
        <p:sp>
          <p:nvSpPr>
            <p:cNvPr id="50" name="TextBox 49">
              <a:extLst>
                <a:ext uri="{FF2B5EF4-FFF2-40B4-BE49-F238E27FC236}">
                  <a16:creationId xmlns:a16="http://schemas.microsoft.com/office/drawing/2014/main" id="{9BB6B1C3-B5A0-B7DA-731A-A509DB6E72F5}"/>
                </a:ext>
              </a:extLst>
            </p:cNvPr>
            <p:cNvSpPr txBox="1"/>
            <p:nvPr/>
          </p:nvSpPr>
          <p:spPr>
            <a:xfrm>
              <a:off x="6096000" y="4033135"/>
              <a:ext cx="473205" cy="300082"/>
            </a:xfrm>
            <a:prstGeom prst="rect">
              <a:avLst/>
            </a:prstGeom>
            <a:noFill/>
          </p:spPr>
          <p:txBody>
            <a:bodyPr wrap="none" rtlCol="0">
              <a:spAutoFit/>
            </a:bodyPr>
            <a:lstStyle/>
            <a:p>
              <a:r>
                <a:rPr lang="en-US" dirty="0"/>
                <a:t>620</a:t>
              </a:r>
            </a:p>
          </p:txBody>
        </p:sp>
        <p:sp>
          <p:nvSpPr>
            <p:cNvPr id="51" name="TextBox 50">
              <a:extLst>
                <a:ext uri="{FF2B5EF4-FFF2-40B4-BE49-F238E27FC236}">
                  <a16:creationId xmlns:a16="http://schemas.microsoft.com/office/drawing/2014/main" id="{0BADCA91-D191-307F-9361-24B5855738AD}"/>
                </a:ext>
              </a:extLst>
            </p:cNvPr>
            <p:cNvSpPr txBox="1"/>
            <p:nvPr/>
          </p:nvSpPr>
          <p:spPr>
            <a:xfrm flipH="1">
              <a:off x="7146717" y="3664586"/>
              <a:ext cx="940411" cy="537425"/>
            </a:xfrm>
            <a:prstGeom prst="rect">
              <a:avLst/>
            </a:prstGeom>
            <a:noFill/>
          </p:spPr>
          <p:txBody>
            <a:bodyPr wrap="square" rtlCol="0">
              <a:spAutoFit/>
            </a:bodyPr>
            <a:lstStyle/>
            <a:p>
              <a:r>
                <a:rPr lang="en-US" dirty="0"/>
                <a:t>630</a:t>
              </a:r>
            </a:p>
          </p:txBody>
        </p:sp>
        <p:sp>
          <p:nvSpPr>
            <p:cNvPr id="52" name="Right Brace 51">
              <a:extLst>
                <a:ext uri="{FF2B5EF4-FFF2-40B4-BE49-F238E27FC236}">
                  <a16:creationId xmlns:a16="http://schemas.microsoft.com/office/drawing/2014/main" id="{A2E00F8E-33A4-A3FB-6543-A3BA31349CAD}"/>
                </a:ext>
              </a:extLst>
            </p:cNvPr>
            <p:cNvSpPr/>
            <p:nvPr/>
          </p:nvSpPr>
          <p:spPr>
            <a:xfrm rot="3798570">
              <a:off x="7048014" y="4035805"/>
              <a:ext cx="518160" cy="1850983"/>
            </a:xfrm>
            <a:prstGeom prst="rightBrace">
              <a:avLst>
                <a:gd name="adj1" fmla="val 87315"/>
                <a:gd name="adj2" fmla="val 50593"/>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64" name="Oval 63">
            <a:extLst>
              <a:ext uri="{FF2B5EF4-FFF2-40B4-BE49-F238E27FC236}">
                <a16:creationId xmlns:a16="http://schemas.microsoft.com/office/drawing/2014/main" id="{A2CE2F22-E197-2CF9-10BF-6EEF93013F7F}"/>
              </a:ext>
            </a:extLst>
          </p:cNvPr>
          <p:cNvSpPr/>
          <p:nvPr/>
        </p:nvSpPr>
        <p:spPr>
          <a:xfrm rot="21123598">
            <a:off x="3381262" y="3575837"/>
            <a:ext cx="1620818" cy="2216279"/>
          </a:xfrm>
          <a:prstGeom prst="ellipse">
            <a:avLst/>
          </a:prstGeom>
          <a:solidFill>
            <a:schemeClr val="tx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A6CD1885-41BB-6802-E550-A4A48A975C4C}"/>
              </a:ext>
            </a:extLst>
          </p:cNvPr>
          <p:cNvSpPr/>
          <p:nvPr/>
        </p:nvSpPr>
        <p:spPr>
          <a:xfrm rot="3534554">
            <a:off x="4998767" y="4288622"/>
            <a:ext cx="878592" cy="896805"/>
          </a:xfrm>
          <a:prstGeom prst="ellipse">
            <a:avLst/>
          </a:prstGeom>
          <a:solidFill>
            <a:schemeClr val="tx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417039F8-DDF5-D5C5-27AD-34B9D0AC133B}"/>
              </a:ext>
            </a:extLst>
          </p:cNvPr>
          <p:cNvSpPr/>
          <p:nvPr/>
        </p:nvSpPr>
        <p:spPr>
          <a:xfrm>
            <a:off x="3287601" y="3831040"/>
            <a:ext cx="980045" cy="1271741"/>
          </a:xfrm>
          <a:prstGeom prst="ellipse">
            <a:avLst/>
          </a:prstGeom>
          <a:solidFill>
            <a:schemeClr val="accent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2193C88C-6727-4A0F-F5C9-7FA9D8CE7C3A}"/>
              </a:ext>
            </a:extLst>
          </p:cNvPr>
          <p:cNvSpPr/>
          <p:nvPr/>
        </p:nvSpPr>
        <p:spPr>
          <a:xfrm rot="20181641">
            <a:off x="3555394" y="4843124"/>
            <a:ext cx="1539220" cy="787886"/>
          </a:xfrm>
          <a:prstGeom prst="ellipse">
            <a:avLst/>
          </a:prstGeom>
          <a:solidFill>
            <a:schemeClr val="accent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85526DE2-880A-DA43-972F-D2D2111E5709}"/>
              </a:ext>
            </a:extLst>
          </p:cNvPr>
          <p:cNvSpPr/>
          <p:nvPr/>
        </p:nvSpPr>
        <p:spPr>
          <a:xfrm rot="19879802">
            <a:off x="5061527" y="4365214"/>
            <a:ext cx="711586" cy="785791"/>
          </a:xfrm>
          <a:prstGeom prst="ellipse">
            <a:avLst/>
          </a:prstGeom>
          <a:solidFill>
            <a:schemeClr val="accent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6F1AAEC1-6527-4837-4D29-3773C13F5BD0}"/>
              </a:ext>
            </a:extLst>
          </p:cNvPr>
          <p:cNvSpPr/>
          <p:nvPr/>
        </p:nvSpPr>
        <p:spPr>
          <a:xfrm rot="21123598">
            <a:off x="6181349" y="2133610"/>
            <a:ext cx="1004473" cy="1305440"/>
          </a:xfrm>
          <a:prstGeom prst="ellipse">
            <a:avLst/>
          </a:prstGeom>
          <a:solidFill>
            <a:schemeClr val="tx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CC0D483C-27ED-5F3C-A2A3-CF72D42E34CA}"/>
              </a:ext>
            </a:extLst>
          </p:cNvPr>
          <p:cNvSpPr/>
          <p:nvPr/>
        </p:nvSpPr>
        <p:spPr>
          <a:xfrm rot="3534554">
            <a:off x="7553829" y="2619282"/>
            <a:ext cx="878592" cy="1500333"/>
          </a:xfrm>
          <a:prstGeom prst="ellipse">
            <a:avLst/>
          </a:prstGeom>
          <a:solidFill>
            <a:schemeClr val="tx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23E77D67-6F08-F309-2D04-DEFEB6645413}"/>
              </a:ext>
            </a:extLst>
          </p:cNvPr>
          <p:cNvSpPr/>
          <p:nvPr/>
        </p:nvSpPr>
        <p:spPr>
          <a:xfrm>
            <a:off x="6260757" y="2195918"/>
            <a:ext cx="839087" cy="1180824"/>
          </a:xfrm>
          <a:prstGeom prst="ellipse">
            <a:avLst/>
          </a:prstGeom>
          <a:solidFill>
            <a:schemeClr val="accent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6BAFD4CA-CABD-CA8C-6854-CF574AA068D3}"/>
              </a:ext>
            </a:extLst>
          </p:cNvPr>
          <p:cNvSpPr/>
          <p:nvPr/>
        </p:nvSpPr>
        <p:spPr>
          <a:xfrm>
            <a:off x="6444079" y="3371356"/>
            <a:ext cx="980045" cy="962395"/>
          </a:xfrm>
          <a:prstGeom prst="ellipse">
            <a:avLst/>
          </a:prstGeom>
          <a:solidFill>
            <a:schemeClr val="accent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CAC9DAF7-F70A-F842-7EC9-FB491E7CB310}"/>
              </a:ext>
            </a:extLst>
          </p:cNvPr>
          <p:cNvSpPr/>
          <p:nvPr/>
        </p:nvSpPr>
        <p:spPr>
          <a:xfrm rot="19879802">
            <a:off x="7315683" y="2962080"/>
            <a:ext cx="1354884" cy="785791"/>
          </a:xfrm>
          <a:prstGeom prst="ellipse">
            <a:avLst/>
          </a:prstGeom>
          <a:solidFill>
            <a:schemeClr val="accent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54925075-EBF9-347D-929C-B460C032B8B9}"/>
              </a:ext>
            </a:extLst>
          </p:cNvPr>
          <p:cNvSpPr/>
          <p:nvPr/>
        </p:nvSpPr>
        <p:spPr>
          <a:xfrm rot="21123598">
            <a:off x="6347846" y="3351036"/>
            <a:ext cx="1097421" cy="1119778"/>
          </a:xfrm>
          <a:prstGeom prst="ellipse">
            <a:avLst/>
          </a:prstGeom>
          <a:solidFill>
            <a:schemeClr val="tx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ADE36D5C-F7C9-002D-12C4-ECEDEAAE4BC8}"/>
              </a:ext>
            </a:extLst>
          </p:cNvPr>
          <p:cNvSpPr/>
          <p:nvPr/>
        </p:nvSpPr>
        <p:spPr>
          <a:xfrm rot="3534554">
            <a:off x="10702021" y="4246559"/>
            <a:ext cx="878592" cy="949445"/>
          </a:xfrm>
          <a:prstGeom prst="ellipse">
            <a:avLst/>
          </a:prstGeom>
          <a:solidFill>
            <a:schemeClr val="tx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4CF08EC3-1344-2D57-4654-95E5FC4114E0}"/>
              </a:ext>
            </a:extLst>
          </p:cNvPr>
          <p:cNvSpPr/>
          <p:nvPr/>
        </p:nvSpPr>
        <p:spPr>
          <a:xfrm rot="21123598">
            <a:off x="9128292" y="3681031"/>
            <a:ext cx="1004473" cy="1305440"/>
          </a:xfrm>
          <a:prstGeom prst="ellipse">
            <a:avLst/>
          </a:prstGeom>
          <a:solidFill>
            <a:schemeClr val="tx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F4A36FE1-2B3B-4A00-CF9E-F36AFA62EB8B}"/>
              </a:ext>
            </a:extLst>
          </p:cNvPr>
          <p:cNvSpPr/>
          <p:nvPr/>
        </p:nvSpPr>
        <p:spPr>
          <a:xfrm>
            <a:off x="9207700" y="3743339"/>
            <a:ext cx="839087" cy="1180824"/>
          </a:xfrm>
          <a:prstGeom prst="ellipse">
            <a:avLst/>
          </a:prstGeom>
          <a:solidFill>
            <a:schemeClr val="accent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1E9E8F14-34AC-D1D8-28D2-41D06D99BC39}"/>
              </a:ext>
            </a:extLst>
          </p:cNvPr>
          <p:cNvSpPr/>
          <p:nvPr/>
        </p:nvSpPr>
        <p:spPr>
          <a:xfrm rot="20181641">
            <a:off x="9250779" y="4860582"/>
            <a:ext cx="1539220" cy="787886"/>
          </a:xfrm>
          <a:prstGeom prst="ellipse">
            <a:avLst/>
          </a:prstGeom>
          <a:solidFill>
            <a:schemeClr val="accent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A62A7E1F-01D0-DEC0-B5AE-E5473C0B7765}"/>
              </a:ext>
            </a:extLst>
          </p:cNvPr>
          <p:cNvSpPr/>
          <p:nvPr/>
        </p:nvSpPr>
        <p:spPr>
          <a:xfrm rot="19879802">
            <a:off x="10782640" y="4362955"/>
            <a:ext cx="711586" cy="785791"/>
          </a:xfrm>
          <a:prstGeom prst="ellipse">
            <a:avLst/>
          </a:prstGeom>
          <a:solidFill>
            <a:schemeClr val="accent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00A19A09-B973-98E2-0D77-CF3CBC3B36AC}"/>
              </a:ext>
            </a:extLst>
          </p:cNvPr>
          <p:cNvSpPr/>
          <p:nvPr/>
        </p:nvSpPr>
        <p:spPr>
          <a:xfrm rot="3907502">
            <a:off x="9598743" y="4404481"/>
            <a:ext cx="878592" cy="1732778"/>
          </a:xfrm>
          <a:prstGeom prst="ellipse">
            <a:avLst/>
          </a:prstGeom>
          <a:solidFill>
            <a:schemeClr val="tx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TextBox 106">
            <a:extLst>
              <a:ext uri="{FF2B5EF4-FFF2-40B4-BE49-F238E27FC236}">
                <a16:creationId xmlns:a16="http://schemas.microsoft.com/office/drawing/2014/main" id="{9D0E5FE5-B8AA-1671-CCBB-E0A1AD741217}"/>
              </a:ext>
            </a:extLst>
          </p:cNvPr>
          <p:cNvSpPr txBox="1"/>
          <p:nvPr/>
        </p:nvSpPr>
        <p:spPr>
          <a:xfrm>
            <a:off x="3581237" y="2263173"/>
            <a:ext cx="1798565" cy="738664"/>
          </a:xfrm>
          <a:prstGeom prst="rect">
            <a:avLst/>
          </a:prstGeom>
          <a:noFill/>
        </p:spPr>
        <p:txBody>
          <a:bodyPr wrap="square" rtlCol="0">
            <a:spAutoFit/>
          </a:bodyPr>
          <a:lstStyle/>
          <a:p>
            <a:r>
              <a:rPr lang="en-US" sz="2100" dirty="0"/>
              <a:t>2 sub-</a:t>
            </a:r>
            <a:r>
              <a:rPr lang="en-US" sz="2100" dirty="0" err="1"/>
              <a:t>pop’n</a:t>
            </a:r>
            <a:r>
              <a:rPr lang="en-US" sz="2100" dirty="0"/>
              <a:t>, 3 region</a:t>
            </a:r>
          </a:p>
        </p:txBody>
      </p:sp>
      <p:sp>
        <p:nvSpPr>
          <p:cNvPr id="109" name="TextBox 108">
            <a:extLst>
              <a:ext uri="{FF2B5EF4-FFF2-40B4-BE49-F238E27FC236}">
                <a16:creationId xmlns:a16="http://schemas.microsoft.com/office/drawing/2014/main" id="{AA78BA6E-185E-3120-A4DF-5E6ED8B651D0}"/>
              </a:ext>
            </a:extLst>
          </p:cNvPr>
          <p:cNvSpPr txBox="1"/>
          <p:nvPr/>
        </p:nvSpPr>
        <p:spPr>
          <a:xfrm>
            <a:off x="9464147" y="2287913"/>
            <a:ext cx="1798565" cy="738664"/>
          </a:xfrm>
          <a:prstGeom prst="rect">
            <a:avLst/>
          </a:prstGeom>
          <a:noFill/>
        </p:spPr>
        <p:txBody>
          <a:bodyPr wrap="square" rtlCol="0">
            <a:spAutoFit/>
          </a:bodyPr>
          <a:lstStyle/>
          <a:p>
            <a:r>
              <a:rPr lang="en-US" sz="2100" dirty="0"/>
              <a:t>3 sub-</a:t>
            </a:r>
            <a:r>
              <a:rPr lang="en-US" sz="2100" dirty="0" err="1"/>
              <a:t>pop’n</a:t>
            </a:r>
            <a:r>
              <a:rPr lang="en-US" sz="2100" dirty="0"/>
              <a:t>, 3 region</a:t>
            </a:r>
          </a:p>
        </p:txBody>
      </p:sp>
      <p:sp>
        <p:nvSpPr>
          <p:cNvPr id="110" name="Arrow: Right 109">
            <a:extLst>
              <a:ext uri="{FF2B5EF4-FFF2-40B4-BE49-F238E27FC236}">
                <a16:creationId xmlns:a16="http://schemas.microsoft.com/office/drawing/2014/main" id="{3276E6B4-AE8E-4145-80AA-8F3850241A39}"/>
              </a:ext>
            </a:extLst>
          </p:cNvPr>
          <p:cNvSpPr/>
          <p:nvPr/>
        </p:nvSpPr>
        <p:spPr>
          <a:xfrm rot="5400000">
            <a:off x="4134445" y="3136506"/>
            <a:ext cx="399491" cy="20777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Arrow: Right 111">
            <a:extLst>
              <a:ext uri="{FF2B5EF4-FFF2-40B4-BE49-F238E27FC236}">
                <a16:creationId xmlns:a16="http://schemas.microsoft.com/office/drawing/2014/main" id="{27F97CBD-80E6-2775-1036-63F66809950F}"/>
              </a:ext>
            </a:extLst>
          </p:cNvPr>
          <p:cNvSpPr/>
          <p:nvPr/>
        </p:nvSpPr>
        <p:spPr>
          <a:xfrm rot="10800000">
            <a:off x="3174112" y="2528615"/>
            <a:ext cx="399491" cy="20777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Arrow: Right 113">
            <a:extLst>
              <a:ext uri="{FF2B5EF4-FFF2-40B4-BE49-F238E27FC236}">
                <a16:creationId xmlns:a16="http://schemas.microsoft.com/office/drawing/2014/main" id="{D8B3B079-6265-9B69-49A7-C0967A2174B0}"/>
              </a:ext>
            </a:extLst>
          </p:cNvPr>
          <p:cNvSpPr/>
          <p:nvPr/>
        </p:nvSpPr>
        <p:spPr>
          <a:xfrm rot="10800000">
            <a:off x="8985951" y="2553355"/>
            <a:ext cx="399491" cy="20777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Arrow: Right 115">
            <a:extLst>
              <a:ext uri="{FF2B5EF4-FFF2-40B4-BE49-F238E27FC236}">
                <a16:creationId xmlns:a16="http://schemas.microsoft.com/office/drawing/2014/main" id="{D6718BDC-7A67-6471-BE98-E8D95CE63E64}"/>
              </a:ext>
            </a:extLst>
          </p:cNvPr>
          <p:cNvSpPr/>
          <p:nvPr/>
        </p:nvSpPr>
        <p:spPr>
          <a:xfrm rot="5400000">
            <a:off x="9942183" y="3190142"/>
            <a:ext cx="399491" cy="20777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1101031"/>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24AC8-FC42-EA77-C4C2-ED91918A517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5165154-C239-6F87-5F87-6FC21308E161}"/>
              </a:ext>
            </a:extLst>
          </p:cNvPr>
          <p:cNvSpPr>
            <a:spLocks noGrp="1"/>
          </p:cNvSpPr>
          <p:nvPr>
            <p:ph type="title" idx="4294967295"/>
          </p:nvPr>
        </p:nvSpPr>
        <p:spPr>
          <a:xfrm>
            <a:off x="0" y="457200"/>
            <a:ext cx="10972800" cy="676275"/>
          </a:xfrm>
          <a:prstGeom prst="rect">
            <a:avLst/>
          </a:prstGeom>
        </p:spPr>
        <p:txBody>
          <a:bodyPr>
            <a:normAutofit fontScale="90000"/>
          </a:bodyPr>
          <a:lstStyle/>
          <a:p>
            <a:r>
              <a:rPr lang="en-US" dirty="0"/>
              <a:t>Model/Data scenarios</a:t>
            </a:r>
          </a:p>
        </p:txBody>
      </p:sp>
      <p:sp>
        <p:nvSpPr>
          <p:cNvPr id="5" name="Content Placeholder 4">
            <a:extLst>
              <a:ext uri="{FF2B5EF4-FFF2-40B4-BE49-F238E27FC236}">
                <a16:creationId xmlns:a16="http://schemas.microsoft.com/office/drawing/2014/main" id="{EC71114D-AEB0-0470-0B49-DDC71B1B8E14}"/>
              </a:ext>
            </a:extLst>
          </p:cNvPr>
          <p:cNvSpPr>
            <a:spLocks noGrp="1"/>
          </p:cNvSpPr>
          <p:nvPr>
            <p:ph type="body" idx="4294967295"/>
          </p:nvPr>
        </p:nvSpPr>
        <p:spPr>
          <a:xfrm>
            <a:off x="-1" y="1184833"/>
            <a:ext cx="11914293" cy="4525963"/>
          </a:xfrm>
          <a:prstGeom prst="rect">
            <a:avLst/>
          </a:prstGeom>
        </p:spPr>
        <p:txBody>
          <a:bodyPr>
            <a:noAutofit/>
          </a:bodyPr>
          <a:lstStyle/>
          <a:p>
            <a:r>
              <a:rPr lang="en-US" sz="2400" dirty="0"/>
              <a:t>Combination of 4 cases: 2 sub-population x 2 regional</a:t>
            </a:r>
            <a:endParaRPr lang="en-US" sz="2200" dirty="0"/>
          </a:p>
        </p:txBody>
      </p:sp>
      <p:grpSp>
        <p:nvGrpSpPr>
          <p:cNvPr id="2" name="Group 1">
            <a:extLst>
              <a:ext uri="{FF2B5EF4-FFF2-40B4-BE49-F238E27FC236}">
                <a16:creationId xmlns:a16="http://schemas.microsoft.com/office/drawing/2014/main" id="{5A3723B6-A8EC-0DB7-A0B9-37A203B2E8F3}"/>
              </a:ext>
            </a:extLst>
          </p:cNvPr>
          <p:cNvGrpSpPr/>
          <p:nvPr/>
        </p:nvGrpSpPr>
        <p:grpSpPr>
          <a:xfrm>
            <a:off x="100137" y="2016527"/>
            <a:ext cx="3032040" cy="2474194"/>
            <a:chOff x="3595116" y="1717749"/>
            <a:chExt cx="5001768" cy="4431098"/>
          </a:xfrm>
        </p:grpSpPr>
        <p:pic>
          <p:nvPicPr>
            <p:cNvPr id="3" name="Picture 2">
              <a:extLst>
                <a:ext uri="{FF2B5EF4-FFF2-40B4-BE49-F238E27FC236}">
                  <a16:creationId xmlns:a16="http://schemas.microsoft.com/office/drawing/2014/main" id="{30F08783-0D07-E888-9D14-FD7836838DA5}"/>
                </a:ext>
              </a:extLst>
            </p:cNvPr>
            <p:cNvPicPr>
              <a:picLocks noChangeAspect="1"/>
            </p:cNvPicPr>
            <p:nvPr/>
          </p:nvPicPr>
          <p:blipFill>
            <a:blip r:embed="rId2" cstate="print">
              <a:extLst>
                <a:ext uri="{28A0092B-C50C-407E-A947-70E740481C1C}">
                  <a14:useLocalDpi xmlns:a14="http://schemas.microsoft.com/office/drawing/2010/main" val="0"/>
                </a:ext>
              </a:extLst>
            </a:blip>
            <a:srcRect t="6973" b="4436"/>
            <a:stretch>
              <a:fillRect/>
            </a:stretch>
          </p:blipFill>
          <p:spPr>
            <a:xfrm>
              <a:off x="3595116" y="1717749"/>
              <a:ext cx="5001768" cy="4431098"/>
            </a:xfrm>
            <a:prstGeom prst="rect">
              <a:avLst/>
            </a:prstGeom>
            <a:effectLst>
              <a:outerShdw blurRad="63500" sx="102000" sy="102000" algn="ctr" rotWithShape="0">
                <a:prstClr val="black">
                  <a:alpha val="40000"/>
                </a:prstClr>
              </a:outerShdw>
            </a:effectLst>
          </p:spPr>
        </p:pic>
        <p:sp>
          <p:nvSpPr>
            <p:cNvPr id="6" name="TextBox 5">
              <a:extLst>
                <a:ext uri="{FF2B5EF4-FFF2-40B4-BE49-F238E27FC236}">
                  <a16:creationId xmlns:a16="http://schemas.microsoft.com/office/drawing/2014/main" id="{FE37DD9F-41D4-8132-11D5-7C7F81260A9E}"/>
                </a:ext>
              </a:extLst>
            </p:cNvPr>
            <p:cNvSpPr txBox="1"/>
            <p:nvPr/>
          </p:nvSpPr>
          <p:spPr>
            <a:xfrm>
              <a:off x="4708717" y="3192538"/>
              <a:ext cx="543739" cy="300082"/>
            </a:xfrm>
            <a:prstGeom prst="rect">
              <a:avLst/>
            </a:prstGeom>
            <a:noFill/>
          </p:spPr>
          <p:txBody>
            <a:bodyPr wrap="none" rtlCol="0">
              <a:spAutoFit/>
            </a:bodyPr>
            <a:lstStyle/>
            <a:p>
              <a:r>
                <a:rPr lang="en-US" dirty="0"/>
                <a:t>EBS</a:t>
              </a:r>
            </a:p>
          </p:txBody>
        </p:sp>
        <p:sp>
          <p:nvSpPr>
            <p:cNvPr id="7" name="TextBox 6">
              <a:extLst>
                <a:ext uri="{FF2B5EF4-FFF2-40B4-BE49-F238E27FC236}">
                  <a16:creationId xmlns:a16="http://schemas.microsoft.com/office/drawing/2014/main" id="{D5BEF048-A845-AA32-D086-6C0F75778B2C}"/>
                </a:ext>
              </a:extLst>
            </p:cNvPr>
            <p:cNvSpPr txBox="1"/>
            <p:nvPr/>
          </p:nvSpPr>
          <p:spPr>
            <a:xfrm>
              <a:off x="4532839" y="4670692"/>
              <a:ext cx="748922" cy="300082"/>
            </a:xfrm>
            <a:prstGeom prst="rect">
              <a:avLst/>
            </a:prstGeom>
            <a:noFill/>
          </p:spPr>
          <p:txBody>
            <a:bodyPr wrap="none" rtlCol="0">
              <a:spAutoFit/>
            </a:bodyPr>
            <a:lstStyle/>
            <a:p>
              <a:r>
                <a:rPr lang="en-US" dirty="0"/>
                <a:t>WGOA</a:t>
              </a:r>
            </a:p>
          </p:txBody>
        </p:sp>
        <p:sp>
          <p:nvSpPr>
            <p:cNvPr id="8" name="TextBox 7">
              <a:extLst>
                <a:ext uri="{FF2B5EF4-FFF2-40B4-BE49-F238E27FC236}">
                  <a16:creationId xmlns:a16="http://schemas.microsoft.com/office/drawing/2014/main" id="{871F1F42-BA78-0B73-5C68-013F91B1C35C}"/>
                </a:ext>
              </a:extLst>
            </p:cNvPr>
            <p:cNvSpPr txBox="1"/>
            <p:nvPr/>
          </p:nvSpPr>
          <p:spPr>
            <a:xfrm>
              <a:off x="7146717" y="5241859"/>
              <a:ext cx="704039" cy="300082"/>
            </a:xfrm>
            <a:prstGeom prst="rect">
              <a:avLst/>
            </a:prstGeom>
            <a:noFill/>
          </p:spPr>
          <p:txBody>
            <a:bodyPr wrap="none" rtlCol="0">
              <a:spAutoFit/>
            </a:bodyPr>
            <a:lstStyle/>
            <a:p>
              <a:r>
                <a:rPr lang="en-US" dirty="0"/>
                <a:t>CGOA</a:t>
              </a:r>
            </a:p>
          </p:txBody>
        </p:sp>
        <p:sp>
          <p:nvSpPr>
            <p:cNvPr id="9" name="TextBox 8">
              <a:extLst>
                <a:ext uri="{FF2B5EF4-FFF2-40B4-BE49-F238E27FC236}">
                  <a16:creationId xmlns:a16="http://schemas.microsoft.com/office/drawing/2014/main" id="{D46AEF01-FAD8-196C-4114-A8409EED6FA8}"/>
                </a:ext>
              </a:extLst>
            </p:cNvPr>
            <p:cNvSpPr txBox="1"/>
            <p:nvPr/>
          </p:nvSpPr>
          <p:spPr>
            <a:xfrm>
              <a:off x="6096000" y="4033135"/>
              <a:ext cx="473205" cy="300082"/>
            </a:xfrm>
            <a:prstGeom prst="rect">
              <a:avLst/>
            </a:prstGeom>
            <a:noFill/>
          </p:spPr>
          <p:txBody>
            <a:bodyPr wrap="none" rtlCol="0">
              <a:spAutoFit/>
            </a:bodyPr>
            <a:lstStyle/>
            <a:p>
              <a:r>
                <a:rPr lang="en-US" dirty="0"/>
                <a:t>620</a:t>
              </a:r>
            </a:p>
          </p:txBody>
        </p:sp>
        <p:sp>
          <p:nvSpPr>
            <p:cNvPr id="10" name="TextBox 9">
              <a:extLst>
                <a:ext uri="{FF2B5EF4-FFF2-40B4-BE49-F238E27FC236}">
                  <a16:creationId xmlns:a16="http://schemas.microsoft.com/office/drawing/2014/main" id="{8962AB0B-320C-4DF8-4BAC-CA9B4BFAB356}"/>
                </a:ext>
              </a:extLst>
            </p:cNvPr>
            <p:cNvSpPr txBox="1"/>
            <p:nvPr/>
          </p:nvSpPr>
          <p:spPr>
            <a:xfrm flipH="1">
              <a:off x="7146717" y="3664586"/>
              <a:ext cx="940411" cy="537425"/>
            </a:xfrm>
            <a:prstGeom prst="rect">
              <a:avLst/>
            </a:prstGeom>
            <a:noFill/>
          </p:spPr>
          <p:txBody>
            <a:bodyPr wrap="square" rtlCol="0">
              <a:spAutoFit/>
            </a:bodyPr>
            <a:lstStyle/>
            <a:p>
              <a:r>
                <a:rPr lang="en-US" dirty="0"/>
                <a:t>630</a:t>
              </a:r>
            </a:p>
          </p:txBody>
        </p:sp>
        <p:sp>
          <p:nvSpPr>
            <p:cNvPr id="11" name="Right Brace 10">
              <a:extLst>
                <a:ext uri="{FF2B5EF4-FFF2-40B4-BE49-F238E27FC236}">
                  <a16:creationId xmlns:a16="http://schemas.microsoft.com/office/drawing/2014/main" id="{D3F7E615-920A-6EF8-F657-C9757C0B0FFB}"/>
                </a:ext>
              </a:extLst>
            </p:cNvPr>
            <p:cNvSpPr/>
            <p:nvPr/>
          </p:nvSpPr>
          <p:spPr>
            <a:xfrm rot="3798570">
              <a:off x="7048014" y="4035805"/>
              <a:ext cx="518160" cy="1850983"/>
            </a:xfrm>
            <a:prstGeom prst="rightBrace">
              <a:avLst>
                <a:gd name="adj1" fmla="val 87315"/>
                <a:gd name="adj2" fmla="val 50593"/>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13" name="Oval 12">
            <a:extLst>
              <a:ext uri="{FF2B5EF4-FFF2-40B4-BE49-F238E27FC236}">
                <a16:creationId xmlns:a16="http://schemas.microsoft.com/office/drawing/2014/main" id="{3B107941-E4E2-175A-4295-8D566E53583A}"/>
              </a:ext>
            </a:extLst>
          </p:cNvPr>
          <p:cNvSpPr/>
          <p:nvPr/>
        </p:nvSpPr>
        <p:spPr>
          <a:xfrm rot="21123598">
            <a:off x="463424" y="2075280"/>
            <a:ext cx="1004473" cy="2216279"/>
          </a:xfrm>
          <a:prstGeom prst="ellipse">
            <a:avLst/>
          </a:prstGeom>
          <a:solidFill>
            <a:schemeClr val="tx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5CA2C40-2AF7-EF50-D140-391314E9EC92}"/>
              </a:ext>
            </a:extLst>
          </p:cNvPr>
          <p:cNvSpPr/>
          <p:nvPr/>
        </p:nvSpPr>
        <p:spPr>
          <a:xfrm rot="3534554">
            <a:off x="1712378" y="2627709"/>
            <a:ext cx="878592" cy="1500333"/>
          </a:xfrm>
          <a:prstGeom prst="ellipse">
            <a:avLst/>
          </a:prstGeom>
          <a:solidFill>
            <a:schemeClr val="tx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D6DC3247-45A6-0769-0016-4FBA070F3D03}"/>
              </a:ext>
            </a:extLst>
          </p:cNvPr>
          <p:cNvSpPr/>
          <p:nvPr/>
        </p:nvSpPr>
        <p:spPr>
          <a:xfrm>
            <a:off x="366809" y="2287913"/>
            <a:ext cx="980045" cy="1271741"/>
          </a:xfrm>
          <a:prstGeom prst="ellipse">
            <a:avLst/>
          </a:prstGeom>
          <a:solidFill>
            <a:schemeClr val="accent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3AE25067-ECA2-86B9-8DB1-A43B6711E194}"/>
              </a:ext>
            </a:extLst>
          </p:cNvPr>
          <p:cNvSpPr/>
          <p:nvPr/>
        </p:nvSpPr>
        <p:spPr>
          <a:xfrm>
            <a:off x="602628" y="3379783"/>
            <a:ext cx="980045" cy="962395"/>
          </a:xfrm>
          <a:prstGeom prst="ellipse">
            <a:avLst/>
          </a:prstGeom>
          <a:solidFill>
            <a:schemeClr val="accent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A1CD698B-3040-CDE8-3B8F-1B34C1A5548A}"/>
              </a:ext>
            </a:extLst>
          </p:cNvPr>
          <p:cNvSpPr/>
          <p:nvPr/>
        </p:nvSpPr>
        <p:spPr>
          <a:xfrm rot="19879802">
            <a:off x="1474232" y="2970507"/>
            <a:ext cx="1354884" cy="785791"/>
          </a:xfrm>
          <a:prstGeom prst="ellipse">
            <a:avLst/>
          </a:prstGeom>
          <a:solidFill>
            <a:schemeClr val="accent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A4EF1B30-D8C8-AFC7-6960-E88F7E48B288}"/>
              </a:ext>
            </a:extLst>
          </p:cNvPr>
          <p:cNvGrpSpPr/>
          <p:nvPr/>
        </p:nvGrpSpPr>
        <p:grpSpPr>
          <a:xfrm>
            <a:off x="2987672" y="3559654"/>
            <a:ext cx="3032040" cy="2474194"/>
            <a:chOff x="3595116" y="1717749"/>
            <a:chExt cx="5001768" cy="4431098"/>
          </a:xfrm>
        </p:grpSpPr>
        <p:pic>
          <p:nvPicPr>
            <p:cNvPr id="21" name="Picture 20">
              <a:extLst>
                <a:ext uri="{FF2B5EF4-FFF2-40B4-BE49-F238E27FC236}">
                  <a16:creationId xmlns:a16="http://schemas.microsoft.com/office/drawing/2014/main" id="{197E06D1-1F31-A13C-1F7C-A18862D29063}"/>
                </a:ext>
              </a:extLst>
            </p:cNvPr>
            <p:cNvPicPr>
              <a:picLocks noChangeAspect="1"/>
            </p:cNvPicPr>
            <p:nvPr/>
          </p:nvPicPr>
          <p:blipFill>
            <a:blip r:embed="rId2" cstate="print">
              <a:extLst>
                <a:ext uri="{28A0092B-C50C-407E-A947-70E740481C1C}">
                  <a14:useLocalDpi xmlns:a14="http://schemas.microsoft.com/office/drawing/2010/main" val="0"/>
                </a:ext>
              </a:extLst>
            </a:blip>
            <a:srcRect t="6973" b="4436"/>
            <a:stretch>
              <a:fillRect/>
            </a:stretch>
          </p:blipFill>
          <p:spPr>
            <a:xfrm>
              <a:off x="3595116" y="1717749"/>
              <a:ext cx="5001768" cy="4431098"/>
            </a:xfrm>
            <a:prstGeom prst="rect">
              <a:avLst/>
            </a:prstGeom>
            <a:effectLst>
              <a:outerShdw blurRad="63500" sx="102000" sy="102000" algn="ctr" rotWithShape="0">
                <a:prstClr val="black">
                  <a:alpha val="40000"/>
                </a:prstClr>
              </a:outerShdw>
            </a:effectLst>
          </p:spPr>
        </p:pic>
        <p:sp>
          <p:nvSpPr>
            <p:cNvPr id="22" name="TextBox 21">
              <a:extLst>
                <a:ext uri="{FF2B5EF4-FFF2-40B4-BE49-F238E27FC236}">
                  <a16:creationId xmlns:a16="http://schemas.microsoft.com/office/drawing/2014/main" id="{EB583CF4-863E-6DDD-BE67-350D98ADB4C8}"/>
                </a:ext>
              </a:extLst>
            </p:cNvPr>
            <p:cNvSpPr txBox="1"/>
            <p:nvPr/>
          </p:nvSpPr>
          <p:spPr>
            <a:xfrm>
              <a:off x="4708717" y="3192538"/>
              <a:ext cx="543739" cy="300082"/>
            </a:xfrm>
            <a:prstGeom prst="rect">
              <a:avLst/>
            </a:prstGeom>
            <a:noFill/>
          </p:spPr>
          <p:txBody>
            <a:bodyPr wrap="none" rtlCol="0">
              <a:spAutoFit/>
            </a:bodyPr>
            <a:lstStyle/>
            <a:p>
              <a:r>
                <a:rPr lang="en-US" dirty="0"/>
                <a:t>EBS</a:t>
              </a:r>
            </a:p>
          </p:txBody>
        </p:sp>
        <p:sp>
          <p:nvSpPr>
            <p:cNvPr id="23" name="TextBox 22">
              <a:extLst>
                <a:ext uri="{FF2B5EF4-FFF2-40B4-BE49-F238E27FC236}">
                  <a16:creationId xmlns:a16="http://schemas.microsoft.com/office/drawing/2014/main" id="{A2050EF0-3852-7F94-44B0-DB837A644A7B}"/>
                </a:ext>
              </a:extLst>
            </p:cNvPr>
            <p:cNvSpPr txBox="1"/>
            <p:nvPr/>
          </p:nvSpPr>
          <p:spPr>
            <a:xfrm>
              <a:off x="4532839" y="4670692"/>
              <a:ext cx="748922" cy="300082"/>
            </a:xfrm>
            <a:prstGeom prst="rect">
              <a:avLst/>
            </a:prstGeom>
            <a:noFill/>
          </p:spPr>
          <p:txBody>
            <a:bodyPr wrap="none" rtlCol="0">
              <a:spAutoFit/>
            </a:bodyPr>
            <a:lstStyle/>
            <a:p>
              <a:r>
                <a:rPr lang="en-US" dirty="0"/>
                <a:t>WGOA</a:t>
              </a:r>
            </a:p>
          </p:txBody>
        </p:sp>
        <p:sp>
          <p:nvSpPr>
            <p:cNvPr id="32" name="TextBox 31">
              <a:extLst>
                <a:ext uri="{FF2B5EF4-FFF2-40B4-BE49-F238E27FC236}">
                  <a16:creationId xmlns:a16="http://schemas.microsoft.com/office/drawing/2014/main" id="{A84646CB-86AC-2DBF-D635-3DB4748DBA69}"/>
                </a:ext>
              </a:extLst>
            </p:cNvPr>
            <p:cNvSpPr txBox="1"/>
            <p:nvPr/>
          </p:nvSpPr>
          <p:spPr>
            <a:xfrm>
              <a:off x="7146717" y="5241859"/>
              <a:ext cx="704039" cy="300082"/>
            </a:xfrm>
            <a:prstGeom prst="rect">
              <a:avLst/>
            </a:prstGeom>
            <a:noFill/>
          </p:spPr>
          <p:txBody>
            <a:bodyPr wrap="none" rtlCol="0">
              <a:spAutoFit/>
            </a:bodyPr>
            <a:lstStyle/>
            <a:p>
              <a:r>
                <a:rPr lang="en-US" dirty="0"/>
                <a:t>CGOA</a:t>
              </a:r>
            </a:p>
          </p:txBody>
        </p:sp>
        <p:sp>
          <p:nvSpPr>
            <p:cNvPr id="33" name="TextBox 32">
              <a:extLst>
                <a:ext uri="{FF2B5EF4-FFF2-40B4-BE49-F238E27FC236}">
                  <a16:creationId xmlns:a16="http://schemas.microsoft.com/office/drawing/2014/main" id="{4C09FCF7-1A51-2997-BE10-60B06FD97C86}"/>
                </a:ext>
              </a:extLst>
            </p:cNvPr>
            <p:cNvSpPr txBox="1"/>
            <p:nvPr/>
          </p:nvSpPr>
          <p:spPr>
            <a:xfrm>
              <a:off x="6096000" y="4033135"/>
              <a:ext cx="473205" cy="300082"/>
            </a:xfrm>
            <a:prstGeom prst="rect">
              <a:avLst/>
            </a:prstGeom>
            <a:noFill/>
          </p:spPr>
          <p:txBody>
            <a:bodyPr wrap="none" rtlCol="0">
              <a:spAutoFit/>
            </a:bodyPr>
            <a:lstStyle/>
            <a:p>
              <a:r>
                <a:rPr lang="en-US" dirty="0"/>
                <a:t>620</a:t>
              </a:r>
            </a:p>
          </p:txBody>
        </p:sp>
        <p:sp>
          <p:nvSpPr>
            <p:cNvPr id="35" name="TextBox 34">
              <a:extLst>
                <a:ext uri="{FF2B5EF4-FFF2-40B4-BE49-F238E27FC236}">
                  <a16:creationId xmlns:a16="http://schemas.microsoft.com/office/drawing/2014/main" id="{30D045B2-9031-DFEF-F156-29581A3B14C8}"/>
                </a:ext>
              </a:extLst>
            </p:cNvPr>
            <p:cNvSpPr txBox="1"/>
            <p:nvPr/>
          </p:nvSpPr>
          <p:spPr>
            <a:xfrm flipH="1">
              <a:off x="7146717" y="3664586"/>
              <a:ext cx="940411" cy="537425"/>
            </a:xfrm>
            <a:prstGeom prst="rect">
              <a:avLst/>
            </a:prstGeom>
            <a:noFill/>
          </p:spPr>
          <p:txBody>
            <a:bodyPr wrap="square" rtlCol="0">
              <a:spAutoFit/>
            </a:bodyPr>
            <a:lstStyle/>
            <a:p>
              <a:r>
                <a:rPr lang="en-US" dirty="0"/>
                <a:t>630</a:t>
              </a:r>
            </a:p>
          </p:txBody>
        </p:sp>
        <p:sp>
          <p:nvSpPr>
            <p:cNvPr id="36" name="Right Brace 35">
              <a:extLst>
                <a:ext uri="{FF2B5EF4-FFF2-40B4-BE49-F238E27FC236}">
                  <a16:creationId xmlns:a16="http://schemas.microsoft.com/office/drawing/2014/main" id="{2434F765-72C8-D484-9670-973FD50E3061}"/>
                </a:ext>
              </a:extLst>
            </p:cNvPr>
            <p:cNvSpPr/>
            <p:nvPr/>
          </p:nvSpPr>
          <p:spPr>
            <a:xfrm rot="3798570">
              <a:off x="7048014" y="4035805"/>
              <a:ext cx="518160" cy="1850983"/>
            </a:xfrm>
            <a:prstGeom prst="rightBrace">
              <a:avLst>
                <a:gd name="adj1" fmla="val 87315"/>
                <a:gd name="adj2" fmla="val 50593"/>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0024E63D-533E-674F-E98C-5A37C53CC7DC}"/>
              </a:ext>
            </a:extLst>
          </p:cNvPr>
          <p:cNvGrpSpPr/>
          <p:nvPr/>
        </p:nvGrpSpPr>
        <p:grpSpPr>
          <a:xfrm>
            <a:off x="5875206" y="2016527"/>
            <a:ext cx="3032040" cy="2474194"/>
            <a:chOff x="3595116" y="1717749"/>
            <a:chExt cx="5001768" cy="4431098"/>
          </a:xfrm>
        </p:grpSpPr>
        <p:pic>
          <p:nvPicPr>
            <p:cNvPr id="38" name="Picture 37">
              <a:extLst>
                <a:ext uri="{FF2B5EF4-FFF2-40B4-BE49-F238E27FC236}">
                  <a16:creationId xmlns:a16="http://schemas.microsoft.com/office/drawing/2014/main" id="{71217C9F-19FF-2B9C-43F4-4D671B341BF4}"/>
                </a:ext>
              </a:extLst>
            </p:cNvPr>
            <p:cNvPicPr>
              <a:picLocks noChangeAspect="1"/>
            </p:cNvPicPr>
            <p:nvPr/>
          </p:nvPicPr>
          <p:blipFill>
            <a:blip r:embed="rId2" cstate="print">
              <a:extLst>
                <a:ext uri="{28A0092B-C50C-407E-A947-70E740481C1C}">
                  <a14:useLocalDpi xmlns:a14="http://schemas.microsoft.com/office/drawing/2010/main" val="0"/>
                </a:ext>
              </a:extLst>
            </a:blip>
            <a:srcRect t="6973" b="4436"/>
            <a:stretch>
              <a:fillRect/>
            </a:stretch>
          </p:blipFill>
          <p:spPr>
            <a:xfrm>
              <a:off x="3595116" y="1717749"/>
              <a:ext cx="5001768" cy="4431098"/>
            </a:xfrm>
            <a:prstGeom prst="rect">
              <a:avLst/>
            </a:prstGeom>
            <a:effectLst>
              <a:outerShdw blurRad="63500" sx="102000" sy="102000" algn="ctr" rotWithShape="0">
                <a:prstClr val="black">
                  <a:alpha val="40000"/>
                </a:prstClr>
              </a:outerShdw>
            </a:effectLst>
          </p:spPr>
        </p:pic>
        <p:sp>
          <p:nvSpPr>
            <p:cNvPr id="39" name="TextBox 38">
              <a:extLst>
                <a:ext uri="{FF2B5EF4-FFF2-40B4-BE49-F238E27FC236}">
                  <a16:creationId xmlns:a16="http://schemas.microsoft.com/office/drawing/2014/main" id="{DC49C609-EF5E-C754-C3E3-CFCA55B44F2C}"/>
                </a:ext>
              </a:extLst>
            </p:cNvPr>
            <p:cNvSpPr txBox="1"/>
            <p:nvPr/>
          </p:nvSpPr>
          <p:spPr>
            <a:xfrm>
              <a:off x="4708717" y="3192538"/>
              <a:ext cx="543739" cy="300082"/>
            </a:xfrm>
            <a:prstGeom prst="rect">
              <a:avLst/>
            </a:prstGeom>
            <a:noFill/>
          </p:spPr>
          <p:txBody>
            <a:bodyPr wrap="none" rtlCol="0">
              <a:spAutoFit/>
            </a:bodyPr>
            <a:lstStyle/>
            <a:p>
              <a:r>
                <a:rPr lang="en-US" dirty="0"/>
                <a:t>EBS</a:t>
              </a:r>
            </a:p>
          </p:txBody>
        </p:sp>
        <p:sp>
          <p:nvSpPr>
            <p:cNvPr id="40" name="TextBox 39">
              <a:extLst>
                <a:ext uri="{FF2B5EF4-FFF2-40B4-BE49-F238E27FC236}">
                  <a16:creationId xmlns:a16="http://schemas.microsoft.com/office/drawing/2014/main" id="{7AFB062F-EEA9-7F0C-F8DA-7FE17921B108}"/>
                </a:ext>
              </a:extLst>
            </p:cNvPr>
            <p:cNvSpPr txBox="1"/>
            <p:nvPr/>
          </p:nvSpPr>
          <p:spPr>
            <a:xfrm>
              <a:off x="4532839" y="4670692"/>
              <a:ext cx="748922" cy="300082"/>
            </a:xfrm>
            <a:prstGeom prst="rect">
              <a:avLst/>
            </a:prstGeom>
            <a:noFill/>
          </p:spPr>
          <p:txBody>
            <a:bodyPr wrap="none" rtlCol="0">
              <a:spAutoFit/>
            </a:bodyPr>
            <a:lstStyle/>
            <a:p>
              <a:r>
                <a:rPr lang="en-US" dirty="0"/>
                <a:t>WGOA</a:t>
              </a:r>
            </a:p>
          </p:txBody>
        </p:sp>
        <p:sp>
          <p:nvSpPr>
            <p:cNvPr id="41" name="TextBox 40">
              <a:extLst>
                <a:ext uri="{FF2B5EF4-FFF2-40B4-BE49-F238E27FC236}">
                  <a16:creationId xmlns:a16="http://schemas.microsoft.com/office/drawing/2014/main" id="{3D1A659A-CA7C-9BCD-DC70-BB2D7A0C96BC}"/>
                </a:ext>
              </a:extLst>
            </p:cNvPr>
            <p:cNvSpPr txBox="1"/>
            <p:nvPr/>
          </p:nvSpPr>
          <p:spPr>
            <a:xfrm>
              <a:off x="7146717" y="5241859"/>
              <a:ext cx="704039" cy="300082"/>
            </a:xfrm>
            <a:prstGeom prst="rect">
              <a:avLst/>
            </a:prstGeom>
            <a:noFill/>
          </p:spPr>
          <p:txBody>
            <a:bodyPr wrap="none" rtlCol="0">
              <a:spAutoFit/>
            </a:bodyPr>
            <a:lstStyle/>
            <a:p>
              <a:r>
                <a:rPr lang="en-US" dirty="0"/>
                <a:t>CGOA</a:t>
              </a:r>
            </a:p>
          </p:txBody>
        </p:sp>
        <p:sp>
          <p:nvSpPr>
            <p:cNvPr id="42" name="TextBox 41">
              <a:extLst>
                <a:ext uri="{FF2B5EF4-FFF2-40B4-BE49-F238E27FC236}">
                  <a16:creationId xmlns:a16="http://schemas.microsoft.com/office/drawing/2014/main" id="{2FE86C03-9D5F-3EEA-3DF0-C2F0D97B1C58}"/>
                </a:ext>
              </a:extLst>
            </p:cNvPr>
            <p:cNvSpPr txBox="1"/>
            <p:nvPr/>
          </p:nvSpPr>
          <p:spPr>
            <a:xfrm>
              <a:off x="6096000" y="4033135"/>
              <a:ext cx="473205" cy="300082"/>
            </a:xfrm>
            <a:prstGeom prst="rect">
              <a:avLst/>
            </a:prstGeom>
            <a:noFill/>
          </p:spPr>
          <p:txBody>
            <a:bodyPr wrap="none" rtlCol="0">
              <a:spAutoFit/>
            </a:bodyPr>
            <a:lstStyle/>
            <a:p>
              <a:r>
                <a:rPr lang="en-US" dirty="0"/>
                <a:t>620</a:t>
              </a:r>
            </a:p>
          </p:txBody>
        </p:sp>
        <p:sp>
          <p:nvSpPr>
            <p:cNvPr id="43" name="TextBox 42">
              <a:extLst>
                <a:ext uri="{FF2B5EF4-FFF2-40B4-BE49-F238E27FC236}">
                  <a16:creationId xmlns:a16="http://schemas.microsoft.com/office/drawing/2014/main" id="{B6DDB180-6800-8D70-32A5-C37D79152B76}"/>
                </a:ext>
              </a:extLst>
            </p:cNvPr>
            <p:cNvSpPr txBox="1"/>
            <p:nvPr/>
          </p:nvSpPr>
          <p:spPr>
            <a:xfrm flipH="1">
              <a:off x="7146717" y="3664586"/>
              <a:ext cx="940411" cy="537425"/>
            </a:xfrm>
            <a:prstGeom prst="rect">
              <a:avLst/>
            </a:prstGeom>
            <a:noFill/>
          </p:spPr>
          <p:txBody>
            <a:bodyPr wrap="square" rtlCol="0">
              <a:spAutoFit/>
            </a:bodyPr>
            <a:lstStyle/>
            <a:p>
              <a:r>
                <a:rPr lang="en-US" dirty="0"/>
                <a:t>630</a:t>
              </a:r>
            </a:p>
          </p:txBody>
        </p:sp>
        <p:sp>
          <p:nvSpPr>
            <p:cNvPr id="44" name="Right Brace 43">
              <a:extLst>
                <a:ext uri="{FF2B5EF4-FFF2-40B4-BE49-F238E27FC236}">
                  <a16:creationId xmlns:a16="http://schemas.microsoft.com/office/drawing/2014/main" id="{0CDA257B-7164-0171-B31A-9C63D6A6DA75}"/>
                </a:ext>
              </a:extLst>
            </p:cNvPr>
            <p:cNvSpPr/>
            <p:nvPr/>
          </p:nvSpPr>
          <p:spPr>
            <a:xfrm rot="3798570">
              <a:off x="7048014" y="4035805"/>
              <a:ext cx="518160" cy="1850983"/>
            </a:xfrm>
            <a:prstGeom prst="rightBrace">
              <a:avLst>
                <a:gd name="adj1" fmla="val 87315"/>
                <a:gd name="adj2" fmla="val 50593"/>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45" name="Group 44">
            <a:extLst>
              <a:ext uri="{FF2B5EF4-FFF2-40B4-BE49-F238E27FC236}">
                <a16:creationId xmlns:a16="http://schemas.microsoft.com/office/drawing/2014/main" id="{C35948C0-034C-B5D4-231E-F621CE4E9DF7}"/>
              </a:ext>
            </a:extLst>
          </p:cNvPr>
          <p:cNvGrpSpPr/>
          <p:nvPr/>
        </p:nvGrpSpPr>
        <p:grpSpPr>
          <a:xfrm>
            <a:off x="8737747" y="3559654"/>
            <a:ext cx="3032040" cy="2474194"/>
            <a:chOff x="3595116" y="1717749"/>
            <a:chExt cx="5001768" cy="4431098"/>
          </a:xfrm>
        </p:grpSpPr>
        <p:pic>
          <p:nvPicPr>
            <p:cNvPr id="46" name="Picture 45">
              <a:extLst>
                <a:ext uri="{FF2B5EF4-FFF2-40B4-BE49-F238E27FC236}">
                  <a16:creationId xmlns:a16="http://schemas.microsoft.com/office/drawing/2014/main" id="{B02E0038-5D8C-085F-67D6-5852BE2F945F}"/>
                </a:ext>
              </a:extLst>
            </p:cNvPr>
            <p:cNvPicPr>
              <a:picLocks noChangeAspect="1"/>
            </p:cNvPicPr>
            <p:nvPr/>
          </p:nvPicPr>
          <p:blipFill>
            <a:blip r:embed="rId2" cstate="print">
              <a:extLst>
                <a:ext uri="{28A0092B-C50C-407E-A947-70E740481C1C}">
                  <a14:useLocalDpi xmlns:a14="http://schemas.microsoft.com/office/drawing/2010/main" val="0"/>
                </a:ext>
              </a:extLst>
            </a:blip>
            <a:srcRect t="6973" b="4436"/>
            <a:stretch>
              <a:fillRect/>
            </a:stretch>
          </p:blipFill>
          <p:spPr>
            <a:xfrm>
              <a:off x="3595116" y="1717749"/>
              <a:ext cx="5001768" cy="4431098"/>
            </a:xfrm>
            <a:prstGeom prst="rect">
              <a:avLst/>
            </a:prstGeom>
            <a:effectLst>
              <a:outerShdw blurRad="63500" sx="102000" sy="102000" algn="ctr" rotWithShape="0">
                <a:prstClr val="black">
                  <a:alpha val="40000"/>
                </a:prstClr>
              </a:outerShdw>
            </a:effectLst>
          </p:spPr>
        </p:pic>
        <p:sp>
          <p:nvSpPr>
            <p:cNvPr id="47" name="TextBox 46">
              <a:extLst>
                <a:ext uri="{FF2B5EF4-FFF2-40B4-BE49-F238E27FC236}">
                  <a16:creationId xmlns:a16="http://schemas.microsoft.com/office/drawing/2014/main" id="{B662B72F-0973-523E-CE0D-62E850D2CA4F}"/>
                </a:ext>
              </a:extLst>
            </p:cNvPr>
            <p:cNvSpPr txBox="1"/>
            <p:nvPr/>
          </p:nvSpPr>
          <p:spPr>
            <a:xfrm>
              <a:off x="4708717" y="3192538"/>
              <a:ext cx="543739" cy="300082"/>
            </a:xfrm>
            <a:prstGeom prst="rect">
              <a:avLst/>
            </a:prstGeom>
            <a:noFill/>
          </p:spPr>
          <p:txBody>
            <a:bodyPr wrap="none" rtlCol="0">
              <a:spAutoFit/>
            </a:bodyPr>
            <a:lstStyle/>
            <a:p>
              <a:r>
                <a:rPr lang="en-US" dirty="0"/>
                <a:t>EBS</a:t>
              </a:r>
            </a:p>
          </p:txBody>
        </p:sp>
        <p:sp>
          <p:nvSpPr>
            <p:cNvPr id="48" name="TextBox 47">
              <a:extLst>
                <a:ext uri="{FF2B5EF4-FFF2-40B4-BE49-F238E27FC236}">
                  <a16:creationId xmlns:a16="http://schemas.microsoft.com/office/drawing/2014/main" id="{A00AEA81-C673-BB69-6FB5-B03981B2655A}"/>
                </a:ext>
              </a:extLst>
            </p:cNvPr>
            <p:cNvSpPr txBox="1"/>
            <p:nvPr/>
          </p:nvSpPr>
          <p:spPr>
            <a:xfrm>
              <a:off x="4532839" y="4670692"/>
              <a:ext cx="748922" cy="300082"/>
            </a:xfrm>
            <a:prstGeom prst="rect">
              <a:avLst/>
            </a:prstGeom>
            <a:noFill/>
          </p:spPr>
          <p:txBody>
            <a:bodyPr wrap="none" rtlCol="0">
              <a:spAutoFit/>
            </a:bodyPr>
            <a:lstStyle/>
            <a:p>
              <a:r>
                <a:rPr lang="en-US" dirty="0"/>
                <a:t>WGOA</a:t>
              </a:r>
            </a:p>
          </p:txBody>
        </p:sp>
        <p:sp>
          <p:nvSpPr>
            <p:cNvPr id="49" name="TextBox 48">
              <a:extLst>
                <a:ext uri="{FF2B5EF4-FFF2-40B4-BE49-F238E27FC236}">
                  <a16:creationId xmlns:a16="http://schemas.microsoft.com/office/drawing/2014/main" id="{00FA3405-E7B3-0A35-FEDF-8F9847E43619}"/>
                </a:ext>
              </a:extLst>
            </p:cNvPr>
            <p:cNvSpPr txBox="1"/>
            <p:nvPr/>
          </p:nvSpPr>
          <p:spPr>
            <a:xfrm>
              <a:off x="7146717" y="5241859"/>
              <a:ext cx="704039" cy="300082"/>
            </a:xfrm>
            <a:prstGeom prst="rect">
              <a:avLst/>
            </a:prstGeom>
            <a:noFill/>
          </p:spPr>
          <p:txBody>
            <a:bodyPr wrap="none" rtlCol="0">
              <a:spAutoFit/>
            </a:bodyPr>
            <a:lstStyle/>
            <a:p>
              <a:r>
                <a:rPr lang="en-US" dirty="0"/>
                <a:t>CGOA</a:t>
              </a:r>
            </a:p>
          </p:txBody>
        </p:sp>
        <p:sp>
          <p:nvSpPr>
            <p:cNvPr id="50" name="TextBox 49">
              <a:extLst>
                <a:ext uri="{FF2B5EF4-FFF2-40B4-BE49-F238E27FC236}">
                  <a16:creationId xmlns:a16="http://schemas.microsoft.com/office/drawing/2014/main" id="{B3A63BE7-8BF9-A642-93C9-99FA7124352A}"/>
                </a:ext>
              </a:extLst>
            </p:cNvPr>
            <p:cNvSpPr txBox="1"/>
            <p:nvPr/>
          </p:nvSpPr>
          <p:spPr>
            <a:xfrm>
              <a:off x="6096000" y="4033135"/>
              <a:ext cx="473205" cy="300082"/>
            </a:xfrm>
            <a:prstGeom prst="rect">
              <a:avLst/>
            </a:prstGeom>
            <a:noFill/>
          </p:spPr>
          <p:txBody>
            <a:bodyPr wrap="none" rtlCol="0">
              <a:spAutoFit/>
            </a:bodyPr>
            <a:lstStyle/>
            <a:p>
              <a:r>
                <a:rPr lang="en-US" dirty="0"/>
                <a:t>620</a:t>
              </a:r>
            </a:p>
          </p:txBody>
        </p:sp>
        <p:sp>
          <p:nvSpPr>
            <p:cNvPr id="51" name="TextBox 50">
              <a:extLst>
                <a:ext uri="{FF2B5EF4-FFF2-40B4-BE49-F238E27FC236}">
                  <a16:creationId xmlns:a16="http://schemas.microsoft.com/office/drawing/2014/main" id="{ABE3509A-E8AF-9C71-63D6-0C68D03F9053}"/>
                </a:ext>
              </a:extLst>
            </p:cNvPr>
            <p:cNvSpPr txBox="1"/>
            <p:nvPr/>
          </p:nvSpPr>
          <p:spPr>
            <a:xfrm flipH="1">
              <a:off x="7146717" y="3664586"/>
              <a:ext cx="940411" cy="537425"/>
            </a:xfrm>
            <a:prstGeom prst="rect">
              <a:avLst/>
            </a:prstGeom>
            <a:noFill/>
          </p:spPr>
          <p:txBody>
            <a:bodyPr wrap="square" rtlCol="0">
              <a:spAutoFit/>
            </a:bodyPr>
            <a:lstStyle/>
            <a:p>
              <a:r>
                <a:rPr lang="en-US" dirty="0"/>
                <a:t>630</a:t>
              </a:r>
            </a:p>
          </p:txBody>
        </p:sp>
        <p:sp>
          <p:nvSpPr>
            <p:cNvPr id="52" name="Right Brace 51">
              <a:extLst>
                <a:ext uri="{FF2B5EF4-FFF2-40B4-BE49-F238E27FC236}">
                  <a16:creationId xmlns:a16="http://schemas.microsoft.com/office/drawing/2014/main" id="{E91F0F3D-44F8-C475-D44C-10BEB79069D6}"/>
                </a:ext>
              </a:extLst>
            </p:cNvPr>
            <p:cNvSpPr/>
            <p:nvPr/>
          </p:nvSpPr>
          <p:spPr>
            <a:xfrm rot="3798570">
              <a:off x="7048014" y="4035805"/>
              <a:ext cx="518160" cy="1850983"/>
            </a:xfrm>
            <a:prstGeom prst="rightBrace">
              <a:avLst>
                <a:gd name="adj1" fmla="val 87315"/>
                <a:gd name="adj2" fmla="val 50593"/>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64" name="Oval 63">
            <a:extLst>
              <a:ext uri="{FF2B5EF4-FFF2-40B4-BE49-F238E27FC236}">
                <a16:creationId xmlns:a16="http://schemas.microsoft.com/office/drawing/2014/main" id="{0557F947-86EB-3BDF-02C1-345A90792BDC}"/>
              </a:ext>
            </a:extLst>
          </p:cNvPr>
          <p:cNvSpPr/>
          <p:nvPr/>
        </p:nvSpPr>
        <p:spPr>
          <a:xfrm rot="21123598">
            <a:off x="3381262" y="3575837"/>
            <a:ext cx="1620818" cy="2216279"/>
          </a:xfrm>
          <a:prstGeom prst="ellipse">
            <a:avLst/>
          </a:prstGeom>
          <a:solidFill>
            <a:schemeClr val="tx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33132A77-623C-5569-8A81-2CF6F9C1703E}"/>
              </a:ext>
            </a:extLst>
          </p:cNvPr>
          <p:cNvSpPr/>
          <p:nvPr/>
        </p:nvSpPr>
        <p:spPr>
          <a:xfrm rot="3534554">
            <a:off x="4998767" y="4288622"/>
            <a:ext cx="878592" cy="896805"/>
          </a:xfrm>
          <a:prstGeom prst="ellipse">
            <a:avLst/>
          </a:prstGeom>
          <a:solidFill>
            <a:schemeClr val="tx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FFA6882F-9880-039E-80F4-518CC4FE3A4D}"/>
              </a:ext>
            </a:extLst>
          </p:cNvPr>
          <p:cNvSpPr/>
          <p:nvPr/>
        </p:nvSpPr>
        <p:spPr>
          <a:xfrm>
            <a:off x="3287601" y="3831040"/>
            <a:ext cx="980045" cy="1271741"/>
          </a:xfrm>
          <a:prstGeom prst="ellipse">
            <a:avLst/>
          </a:prstGeom>
          <a:solidFill>
            <a:schemeClr val="accent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C322CD92-9AFB-58D4-D3D8-EFD855335415}"/>
              </a:ext>
            </a:extLst>
          </p:cNvPr>
          <p:cNvSpPr/>
          <p:nvPr/>
        </p:nvSpPr>
        <p:spPr>
          <a:xfrm rot="20181641">
            <a:off x="3555394" y="4843124"/>
            <a:ext cx="1539220" cy="787886"/>
          </a:xfrm>
          <a:prstGeom prst="ellipse">
            <a:avLst/>
          </a:prstGeom>
          <a:solidFill>
            <a:schemeClr val="accent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FD2B576F-2B24-70A5-58D8-228D14A4065C}"/>
              </a:ext>
            </a:extLst>
          </p:cNvPr>
          <p:cNvSpPr/>
          <p:nvPr/>
        </p:nvSpPr>
        <p:spPr>
          <a:xfrm rot="19879802">
            <a:off x="5061527" y="4365214"/>
            <a:ext cx="711586" cy="785791"/>
          </a:xfrm>
          <a:prstGeom prst="ellipse">
            <a:avLst/>
          </a:prstGeom>
          <a:solidFill>
            <a:schemeClr val="accent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DB5668DB-DAEA-B8D2-893E-BAAC18BB9916}"/>
              </a:ext>
            </a:extLst>
          </p:cNvPr>
          <p:cNvSpPr/>
          <p:nvPr/>
        </p:nvSpPr>
        <p:spPr>
          <a:xfrm rot="21123598">
            <a:off x="6181349" y="2133610"/>
            <a:ext cx="1004473" cy="1305440"/>
          </a:xfrm>
          <a:prstGeom prst="ellipse">
            <a:avLst/>
          </a:prstGeom>
          <a:solidFill>
            <a:schemeClr val="tx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ED8F655C-66E1-7062-450F-EA92803F2C01}"/>
              </a:ext>
            </a:extLst>
          </p:cNvPr>
          <p:cNvSpPr/>
          <p:nvPr/>
        </p:nvSpPr>
        <p:spPr>
          <a:xfrm rot="3534554">
            <a:off x="7553829" y="2619282"/>
            <a:ext cx="878592" cy="1500333"/>
          </a:xfrm>
          <a:prstGeom prst="ellipse">
            <a:avLst/>
          </a:prstGeom>
          <a:solidFill>
            <a:schemeClr val="tx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0E4CBE9E-BFDD-D63F-A54A-8782827A7249}"/>
              </a:ext>
            </a:extLst>
          </p:cNvPr>
          <p:cNvSpPr/>
          <p:nvPr/>
        </p:nvSpPr>
        <p:spPr>
          <a:xfrm>
            <a:off x="6260757" y="2195918"/>
            <a:ext cx="839087" cy="1180824"/>
          </a:xfrm>
          <a:prstGeom prst="ellipse">
            <a:avLst/>
          </a:prstGeom>
          <a:solidFill>
            <a:schemeClr val="accent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E7F2CC04-24C2-7109-1207-3AA829B961DE}"/>
              </a:ext>
            </a:extLst>
          </p:cNvPr>
          <p:cNvSpPr/>
          <p:nvPr/>
        </p:nvSpPr>
        <p:spPr>
          <a:xfrm>
            <a:off x="6444079" y="3371356"/>
            <a:ext cx="980045" cy="962395"/>
          </a:xfrm>
          <a:prstGeom prst="ellipse">
            <a:avLst/>
          </a:prstGeom>
          <a:solidFill>
            <a:schemeClr val="accent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AC095E4D-8312-D24A-4D51-ED3172998D7A}"/>
              </a:ext>
            </a:extLst>
          </p:cNvPr>
          <p:cNvSpPr/>
          <p:nvPr/>
        </p:nvSpPr>
        <p:spPr>
          <a:xfrm rot="19879802">
            <a:off x="7315683" y="2962080"/>
            <a:ext cx="1354884" cy="785791"/>
          </a:xfrm>
          <a:prstGeom prst="ellipse">
            <a:avLst/>
          </a:prstGeom>
          <a:solidFill>
            <a:schemeClr val="accent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AE02074E-FEC3-2D51-271B-CC21ACC7B90E}"/>
              </a:ext>
            </a:extLst>
          </p:cNvPr>
          <p:cNvSpPr/>
          <p:nvPr/>
        </p:nvSpPr>
        <p:spPr>
          <a:xfrm rot="21123598">
            <a:off x="6347846" y="3351036"/>
            <a:ext cx="1097421" cy="1119778"/>
          </a:xfrm>
          <a:prstGeom prst="ellipse">
            <a:avLst/>
          </a:prstGeom>
          <a:solidFill>
            <a:schemeClr val="tx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135209D6-248C-9B9A-7134-AB104FC6CAD0}"/>
              </a:ext>
            </a:extLst>
          </p:cNvPr>
          <p:cNvSpPr/>
          <p:nvPr/>
        </p:nvSpPr>
        <p:spPr>
          <a:xfrm rot="3534554">
            <a:off x="10702021" y="4246559"/>
            <a:ext cx="878592" cy="949445"/>
          </a:xfrm>
          <a:prstGeom prst="ellipse">
            <a:avLst/>
          </a:prstGeom>
          <a:solidFill>
            <a:schemeClr val="tx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C53B1FE1-186E-A50C-6974-492EC9E98626}"/>
              </a:ext>
            </a:extLst>
          </p:cNvPr>
          <p:cNvSpPr/>
          <p:nvPr/>
        </p:nvSpPr>
        <p:spPr>
          <a:xfrm rot="21123598">
            <a:off x="9128292" y="3681031"/>
            <a:ext cx="1004473" cy="1305440"/>
          </a:xfrm>
          <a:prstGeom prst="ellipse">
            <a:avLst/>
          </a:prstGeom>
          <a:solidFill>
            <a:schemeClr val="tx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78DE3598-0159-FF48-A094-7CE23498A26E}"/>
              </a:ext>
            </a:extLst>
          </p:cNvPr>
          <p:cNvSpPr/>
          <p:nvPr/>
        </p:nvSpPr>
        <p:spPr>
          <a:xfrm>
            <a:off x="9207700" y="3743339"/>
            <a:ext cx="839087" cy="1180824"/>
          </a:xfrm>
          <a:prstGeom prst="ellipse">
            <a:avLst/>
          </a:prstGeom>
          <a:solidFill>
            <a:schemeClr val="accent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69D17201-71DF-B555-EE40-9F974476195D}"/>
              </a:ext>
            </a:extLst>
          </p:cNvPr>
          <p:cNvSpPr/>
          <p:nvPr/>
        </p:nvSpPr>
        <p:spPr>
          <a:xfrm rot="20181641">
            <a:off x="9250779" y="4860582"/>
            <a:ext cx="1539220" cy="787886"/>
          </a:xfrm>
          <a:prstGeom prst="ellipse">
            <a:avLst/>
          </a:prstGeom>
          <a:solidFill>
            <a:schemeClr val="accent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B23E5BC2-941C-7C9C-E316-C6F6EF97807F}"/>
              </a:ext>
            </a:extLst>
          </p:cNvPr>
          <p:cNvSpPr/>
          <p:nvPr/>
        </p:nvSpPr>
        <p:spPr>
          <a:xfrm rot="19879802">
            <a:off x="10782640" y="4362955"/>
            <a:ext cx="711586" cy="785791"/>
          </a:xfrm>
          <a:prstGeom prst="ellipse">
            <a:avLst/>
          </a:prstGeom>
          <a:solidFill>
            <a:schemeClr val="accent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07BFDB94-0140-E2BB-7763-2576C5C76B7C}"/>
              </a:ext>
            </a:extLst>
          </p:cNvPr>
          <p:cNvSpPr/>
          <p:nvPr/>
        </p:nvSpPr>
        <p:spPr>
          <a:xfrm rot="3907502">
            <a:off x="9598743" y="4404481"/>
            <a:ext cx="878592" cy="1732778"/>
          </a:xfrm>
          <a:prstGeom prst="ellipse">
            <a:avLst/>
          </a:prstGeom>
          <a:solidFill>
            <a:schemeClr val="tx2">
              <a:lumMod val="60000"/>
              <a:lumOff val="40000"/>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TextBox 106">
            <a:extLst>
              <a:ext uri="{FF2B5EF4-FFF2-40B4-BE49-F238E27FC236}">
                <a16:creationId xmlns:a16="http://schemas.microsoft.com/office/drawing/2014/main" id="{FA4F45E1-D680-BE25-6AE6-AFAE73C259E0}"/>
              </a:ext>
            </a:extLst>
          </p:cNvPr>
          <p:cNvSpPr txBox="1"/>
          <p:nvPr/>
        </p:nvSpPr>
        <p:spPr>
          <a:xfrm>
            <a:off x="3581237" y="2263173"/>
            <a:ext cx="1798565" cy="738664"/>
          </a:xfrm>
          <a:prstGeom prst="rect">
            <a:avLst/>
          </a:prstGeom>
          <a:noFill/>
        </p:spPr>
        <p:txBody>
          <a:bodyPr wrap="square" rtlCol="0">
            <a:spAutoFit/>
          </a:bodyPr>
          <a:lstStyle/>
          <a:p>
            <a:r>
              <a:rPr lang="en-US" sz="2100" dirty="0"/>
              <a:t>2 sub-</a:t>
            </a:r>
            <a:r>
              <a:rPr lang="en-US" sz="2100" dirty="0" err="1"/>
              <a:t>pop’n</a:t>
            </a:r>
            <a:r>
              <a:rPr lang="en-US" sz="2100" dirty="0"/>
              <a:t>, 3 region</a:t>
            </a:r>
          </a:p>
        </p:txBody>
      </p:sp>
      <p:sp>
        <p:nvSpPr>
          <p:cNvPr id="109" name="TextBox 108">
            <a:extLst>
              <a:ext uri="{FF2B5EF4-FFF2-40B4-BE49-F238E27FC236}">
                <a16:creationId xmlns:a16="http://schemas.microsoft.com/office/drawing/2014/main" id="{74AF19FB-31B5-828E-43DC-4810067E32C9}"/>
              </a:ext>
            </a:extLst>
          </p:cNvPr>
          <p:cNvSpPr txBox="1"/>
          <p:nvPr/>
        </p:nvSpPr>
        <p:spPr>
          <a:xfrm>
            <a:off x="9464147" y="2287913"/>
            <a:ext cx="1798565" cy="738664"/>
          </a:xfrm>
          <a:prstGeom prst="rect">
            <a:avLst/>
          </a:prstGeom>
          <a:noFill/>
        </p:spPr>
        <p:txBody>
          <a:bodyPr wrap="square" rtlCol="0">
            <a:spAutoFit/>
          </a:bodyPr>
          <a:lstStyle/>
          <a:p>
            <a:r>
              <a:rPr lang="en-US" sz="2100" dirty="0"/>
              <a:t>3 sub-</a:t>
            </a:r>
            <a:r>
              <a:rPr lang="en-US" sz="2100" dirty="0" err="1"/>
              <a:t>pop’n</a:t>
            </a:r>
            <a:r>
              <a:rPr lang="en-US" sz="2100" dirty="0"/>
              <a:t>, 3 region</a:t>
            </a:r>
          </a:p>
        </p:txBody>
      </p:sp>
      <p:sp>
        <p:nvSpPr>
          <p:cNvPr id="110" name="Arrow: Right 109">
            <a:extLst>
              <a:ext uri="{FF2B5EF4-FFF2-40B4-BE49-F238E27FC236}">
                <a16:creationId xmlns:a16="http://schemas.microsoft.com/office/drawing/2014/main" id="{485C591B-E4D8-9EC5-AC9A-AD4AED5C7545}"/>
              </a:ext>
            </a:extLst>
          </p:cNvPr>
          <p:cNvSpPr/>
          <p:nvPr/>
        </p:nvSpPr>
        <p:spPr>
          <a:xfrm rot="5400000">
            <a:off x="4134445" y="3136506"/>
            <a:ext cx="399491" cy="20777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Arrow: Right 111">
            <a:extLst>
              <a:ext uri="{FF2B5EF4-FFF2-40B4-BE49-F238E27FC236}">
                <a16:creationId xmlns:a16="http://schemas.microsoft.com/office/drawing/2014/main" id="{5F6E65ED-2905-C544-463A-494FD9849730}"/>
              </a:ext>
            </a:extLst>
          </p:cNvPr>
          <p:cNvSpPr/>
          <p:nvPr/>
        </p:nvSpPr>
        <p:spPr>
          <a:xfrm rot="10800000">
            <a:off x="3174112" y="2528615"/>
            <a:ext cx="399491" cy="20777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Arrow: Right 113">
            <a:extLst>
              <a:ext uri="{FF2B5EF4-FFF2-40B4-BE49-F238E27FC236}">
                <a16:creationId xmlns:a16="http://schemas.microsoft.com/office/drawing/2014/main" id="{81FD27EE-6227-B36D-9C06-BA4291678BFA}"/>
              </a:ext>
            </a:extLst>
          </p:cNvPr>
          <p:cNvSpPr/>
          <p:nvPr/>
        </p:nvSpPr>
        <p:spPr>
          <a:xfrm rot="10800000">
            <a:off x="8985951" y="2553355"/>
            <a:ext cx="399491" cy="20777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Arrow: Right 115">
            <a:extLst>
              <a:ext uri="{FF2B5EF4-FFF2-40B4-BE49-F238E27FC236}">
                <a16:creationId xmlns:a16="http://schemas.microsoft.com/office/drawing/2014/main" id="{7FA6D632-F02C-4890-A5A0-2807F77A16FC}"/>
              </a:ext>
            </a:extLst>
          </p:cNvPr>
          <p:cNvSpPr/>
          <p:nvPr/>
        </p:nvSpPr>
        <p:spPr>
          <a:xfrm rot="5400000">
            <a:off x="9942183" y="3190142"/>
            <a:ext cx="399491" cy="20777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descr="Checkmark with solid fill">
            <a:extLst>
              <a:ext uri="{FF2B5EF4-FFF2-40B4-BE49-F238E27FC236}">
                <a16:creationId xmlns:a16="http://schemas.microsoft.com/office/drawing/2014/main" id="{C21FC285-DC00-4F27-023E-F541318BA3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0693" y="2483262"/>
            <a:ext cx="1540724" cy="1540724"/>
          </a:xfrm>
          <a:prstGeom prst="rect">
            <a:avLst/>
          </a:prstGeom>
        </p:spPr>
      </p:pic>
    </p:spTree>
    <p:extLst>
      <p:ext uri="{BB962C8B-B14F-4D97-AF65-F5344CB8AC3E}">
        <p14:creationId xmlns:p14="http://schemas.microsoft.com/office/powerpoint/2010/main" val="1715498622"/>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3333A-3CF8-C6BE-7FE8-C8A4A58CE2F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0E7F537-9023-BCF7-A5E8-9EB87C4D68EB}"/>
              </a:ext>
            </a:extLst>
          </p:cNvPr>
          <p:cNvSpPr>
            <a:spLocks noGrp="1"/>
          </p:cNvSpPr>
          <p:nvPr>
            <p:ph type="title" idx="4294967295"/>
          </p:nvPr>
        </p:nvSpPr>
        <p:spPr>
          <a:xfrm>
            <a:off x="0" y="457200"/>
            <a:ext cx="10972800" cy="676275"/>
          </a:xfrm>
          <a:prstGeom prst="rect">
            <a:avLst/>
          </a:prstGeom>
        </p:spPr>
        <p:txBody>
          <a:bodyPr>
            <a:normAutofit fontScale="90000"/>
          </a:bodyPr>
          <a:lstStyle/>
          <a:p>
            <a:r>
              <a:rPr lang="en-US" dirty="0"/>
              <a:t>Data explorations</a:t>
            </a:r>
          </a:p>
        </p:txBody>
      </p:sp>
      <p:sp>
        <p:nvSpPr>
          <p:cNvPr id="5" name="Content Placeholder 4">
            <a:extLst>
              <a:ext uri="{FF2B5EF4-FFF2-40B4-BE49-F238E27FC236}">
                <a16:creationId xmlns:a16="http://schemas.microsoft.com/office/drawing/2014/main" id="{8C4B78AA-CB53-7290-FCF5-90EA51EA3C03}"/>
              </a:ext>
            </a:extLst>
          </p:cNvPr>
          <p:cNvSpPr>
            <a:spLocks noGrp="1"/>
          </p:cNvSpPr>
          <p:nvPr>
            <p:ph type="body" idx="4294967295"/>
          </p:nvPr>
        </p:nvSpPr>
        <p:spPr>
          <a:xfrm>
            <a:off x="-1" y="1184833"/>
            <a:ext cx="11784933" cy="4525963"/>
          </a:xfrm>
          <a:prstGeom prst="rect">
            <a:avLst/>
          </a:prstGeom>
        </p:spPr>
        <p:txBody>
          <a:bodyPr>
            <a:noAutofit/>
          </a:bodyPr>
          <a:lstStyle/>
          <a:p>
            <a:r>
              <a:rPr lang="en-US" sz="2800" dirty="0"/>
              <a:t>Fitted data sources:</a:t>
            </a:r>
          </a:p>
          <a:p>
            <a:pPr lvl="1"/>
            <a:r>
              <a:rPr lang="en-US" sz="2600" dirty="0"/>
              <a:t>Catch: by season (A – Jan-Mar, B – Apr-Dec) and region (EBS, WGOA, CGOA)</a:t>
            </a:r>
          </a:p>
          <a:p>
            <a:pPr lvl="2"/>
            <a:r>
              <a:rPr lang="en-US" sz="2400" dirty="0"/>
              <a:t>Note: can only split back to 1991, set as model start year</a:t>
            </a:r>
          </a:p>
          <a:p>
            <a:pPr lvl="1"/>
            <a:r>
              <a:rPr lang="en-US" sz="2600" dirty="0"/>
              <a:t>Index: Summer bottom trawl survey by region</a:t>
            </a:r>
          </a:p>
          <a:p>
            <a:pPr lvl="2"/>
            <a:r>
              <a:rPr lang="en-US" sz="2200" dirty="0"/>
              <a:t>Note: Plan to add longline survey for GOA, mix of model-based (EBS) and design-based (GOA)</a:t>
            </a:r>
          </a:p>
          <a:p>
            <a:pPr lvl="1"/>
            <a:r>
              <a:rPr lang="en-US" sz="2400" dirty="0"/>
              <a:t>Composition: Age and length (when age not available) for fishery (seasonal) and survey (summer/B season)</a:t>
            </a:r>
          </a:p>
          <a:p>
            <a:pPr lvl="2"/>
            <a:r>
              <a:rPr lang="en-US" sz="2200" dirty="0"/>
              <a:t>Note: plus age-10+, 5 cm length bins</a:t>
            </a:r>
          </a:p>
        </p:txBody>
      </p:sp>
    </p:spTree>
    <p:extLst>
      <p:ext uri="{BB962C8B-B14F-4D97-AF65-F5344CB8AC3E}">
        <p14:creationId xmlns:p14="http://schemas.microsoft.com/office/powerpoint/2010/main" val="901742618"/>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85A89-370A-B243-DFDB-0BAD5DAE007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5060528-E361-9252-2DF3-362FF4C0DC74}"/>
              </a:ext>
            </a:extLst>
          </p:cNvPr>
          <p:cNvSpPr>
            <a:spLocks noGrp="1"/>
          </p:cNvSpPr>
          <p:nvPr>
            <p:ph type="title" idx="4294967295"/>
          </p:nvPr>
        </p:nvSpPr>
        <p:spPr>
          <a:xfrm>
            <a:off x="0" y="457200"/>
            <a:ext cx="10972800" cy="676275"/>
          </a:xfrm>
          <a:prstGeom prst="rect">
            <a:avLst/>
          </a:prstGeom>
        </p:spPr>
        <p:txBody>
          <a:bodyPr>
            <a:normAutofit fontScale="90000"/>
          </a:bodyPr>
          <a:lstStyle/>
          <a:p>
            <a:r>
              <a:rPr lang="en-US" dirty="0"/>
              <a:t>Data explorations</a:t>
            </a:r>
          </a:p>
        </p:txBody>
      </p:sp>
      <p:sp>
        <p:nvSpPr>
          <p:cNvPr id="5" name="Content Placeholder 4">
            <a:extLst>
              <a:ext uri="{FF2B5EF4-FFF2-40B4-BE49-F238E27FC236}">
                <a16:creationId xmlns:a16="http://schemas.microsoft.com/office/drawing/2014/main" id="{080002AB-BB3C-737E-5F97-36EBAC66EB7B}"/>
              </a:ext>
            </a:extLst>
          </p:cNvPr>
          <p:cNvSpPr>
            <a:spLocks noGrp="1"/>
          </p:cNvSpPr>
          <p:nvPr>
            <p:ph type="body" idx="4294967295"/>
          </p:nvPr>
        </p:nvSpPr>
        <p:spPr>
          <a:xfrm>
            <a:off x="-1" y="1184833"/>
            <a:ext cx="11784933" cy="4525963"/>
          </a:xfrm>
          <a:prstGeom prst="rect">
            <a:avLst/>
          </a:prstGeom>
        </p:spPr>
        <p:txBody>
          <a:bodyPr>
            <a:noAutofit/>
          </a:bodyPr>
          <a:lstStyle/>
          <a:p>
            <a:r>
              <a:rPr lang="en-US" sz="2800" dirty="0"/>
              <a:t>Other data sources:</a:t>
            </a:r>
          </a:p>
          <a:p>
            <a:pPr lvl="1"/>
            <a:r>
              <a:rPr lang="en-US" sz="2600" dirty="0"/>
              <a:t>Growth: empirical weight/size-at-age, seasonal and regional</a:t>
            </a:r>
          </a:p>
          <a:p>
            <a:pPr lvl="2"/>
            <a:r>
              <a:rPr lang="en-US" sz="2000" dirty="0"/>
              <a:t>Notes: </a:t>
            </a:r>
          </a:p>
          <a:p>
            <a:pPr marL="1280140" lvl="3" indent="-457200">
              <a:buFont typeface="+mj-lt"/>
              <a:buAutoNum type="arabicPeriod"/>
            </a:pPr>
            <a:r>
              <a:rPr lang="en-US" sz="2000" dirty="0"/>
              <a:t>Time-invariant, looking into time-dependent for EBS</a:t>
            </a:r>
          </a:p>
          <a:p>
            <a:pPr marL="1280140" lvl="3" indent="-457200">
              <a:buFont typeface="+mj-lt"/>
              <a:buAutoNum type="arabicPeriod"/>
            </a:pPr>
            <a:r>
              <a:rPr lang="en-US" sz="2000" dirty="0"/>
              <a:t>Little data available in A season to inform growth, particularly in GOA. Used SS3 beginning of year estimate from operational assessments to offset summer (mid-year) data from survey</a:t>
            </a:r>
          </a:p>
          <a:p>
            <a:pPr lvl="1"/>
            <a:r>
              <a:rPr lang="en-US" sz="2600" dirty="0"/>
              <a:t>Maturity: taken directly from operational assessments (regional, WGOA = CGOA)</a:t>
            </a:r>
          </a:p>
          <a:p>
            <a:pPr lvl="1"/>
            <a:r>
              <a:rPr lang="en-US" sz="2600" dirty="0"/>
              <a:t>Ageing error: taken from assessments</a:t>
            </a:r>
          </a:p>
          <a:p>
            <a:pPr lvl="2"/>
            <a:r>
              <a:rPr lang="en-US" sz="2000" dirty="0"/>
              <a:t>Note: Ageing bias also implemented as in operational assessment, will discuss/explore regionally aggregated ageing error with collaborators</a:t>
            </a:r>
          </a:p>
          <a:p>
            <a:pPr lvl="1"/>
            <a:endParaRPr lang="en-US" sz="2200" dirty="0"/>
          </a:p>
        </p:txBody>
      </p:sp>
    </p:spTree>
    <p:extLst>
      <p:ext uri="{BB962C8B-B14F-4D97-AF65-F5344CB8AC3E}">
        <p14:creationId xmlns:p14="http://schemas.microsoft.com/office/powerpoint/2010/main" val="3385526917"/>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EC90E-27A5-D730-DA44-F55A672E5BF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06B7FF1-DEBC-A2BE-4124-0278BC516164}"/>
              </a:ext>
            </a:extLst>
          </p:cNvPr>
          <p:cNvSpPr>
            <a:spLocks noGrp="1"/>
          </p:cNvSpPr>
          <p:nvPr>
            <p:ph type="title" idx="4294967295"/>
          </p:nvPr>
        </p:nvSpPr>
        <p:spPr>
          <a:xfrm>
            <a:off x="0" y="457200"/>
            <a:ext cx="10972800" cy="676275"/>
          </a:xfrm>
          <a:prstGeom prst="rect">
            <a:avLst/>
          </a:prstGeom>
        </p:spPr>
        <p:txBody>
          <a:bodyPr>
            <a:normAutofit fontScale="90000"/>
          </a:bodyPr>
          <a:lstStyle/>
          <a:p>
            <a:r>
              <a:rPr lang="en-US" dirty="0"/>
              <a:t>Data explorations</a:t>
            </a:r>
          </a:p>
        </p:txBody>
      </p:sp>
      <p:sp>
        <p:nvSpPr>
          <p:cNvPr id="5" name="Content Placeholder 4">
            <a:extLst>
              <a:ext uri="{FF2B5EF4-FFF2-40B4-BE49-F238E27FC236}">
                <a16:creationId xmlns:a16="http://schemas.microsoft.com/office/drawing/2014/main" id="{1C12290E-3B31-DB2B-91C1-02BB4807595E}"/>
              </a:ext>
            </a:extLst>
          </p:cNvPr>
          <p:cNvSpPr>
            <a:spLocks noGrp="1"/>
          </p:cNvSpPr>
          <p:nvPr>
            <p:ph type="body" idx="4294967295"/>
          </p:nvPr>
        </p:nvSpPr>
        <p:spPr>
          <a:xfrm>
            <a:off x="-1" y="1184833"/>
            <a:ext cx="11914293" cy="4525963"/>
          </a:xfrm>
          <a:prstGeom prst="rect">
            <a:avLst/>
          </a:prstGeom>
        </p:spPr>
        <p:txBody>
          <a:bodyPr>
            <a:noAutofit/>
          </a:bodyPr>
          <a:lstStyle/>
          <a:p>
            <a:r>
              <a:rPr lang="en-US" sz="2400" dirty="0"/>
              <a:t>Catch (by season):</a:t>
            </a:r>
            <a:endParaRPr lang="en-US" sz="2200" dirty="0"/>
          </a:p>
        </p:txBody>
      </p:sp>
      <p:pic>
        <p:nvPicPr>
          <p:cNvPr id="57" name="Picture 56">
            <a:extLst>
              <a:ext uri="{FF2B5EF4-FFF2-40B4-BE49-F238E27FC236}">
                <a16:creationId xmlns:a16="http://schemas.microsoft.com/office/drawing/2014/main" id="{9EB4B480-0476-1C01-6C89-FF096A455A99}"/>
              </a:ext>
            </a:extLst>
          </p:cNvPr>
          <p:cNvPicPr>
            <a:picLocks noChangeAspect="1"/>
          </p:cNvPicPr>
          <p:nvPr/>
        </p:nvPicPr>
        <p:blipFill>
          <a:blip r:embed="rId2"/>
          <a:stretch>
            <a:fillRect/>
          </a:stretch>
        </p:blipFill>
        <p:spPr>
          <a:xfrm>
            <a:off x="0" y="1678990"/>
            <a:ext cx="6543675" cy="4438650"/>
          </a:xfrm>
          <a:prstGeom prst="rect">
            <a:avLst/>
          </a:prstGeom>
        </p:spPr>
      </p:pic>
      <p:pic>
        <p:nvPicPr>
          <p:cNvPr id="59" name="Picture 58">
            <a:extLst>
              <a:ext uri="{FF2B5EF4-FFF2-40B4-BE49-F238E27FC236}">
                <a16:creationId xmlns:a16="http://schemas.microsoft.com/office/drawing/2014/main" id="{E54747EC-BAF6-0E5B-69E0-EAF967B34D62}"/>
              </a:ext>
            </a:extLst>
          </p:cNvPr>
          <p:cNvPicPr>
            <a:picLocks noChangeAspect="1"/>
          </p:cNvPicPr>
          <p:nvPr/>
        </p:nvPicPr>
        <p:blipFill>
          <a:blip r:embed="rId3"/>
          <a:stretch>
            <a:fillRect/>
          </a:stretch>
        </p:blipFill>
        <p:spPr>
          <a:xfrm>
            <a:off x="5549472" y="1678990"/>
            <a:ext cx="6543675" cy="4438650"/>
          </a:xfrm>
          <a:prstGeom prst="rect">
            <a:avLst/>
          </a:prstGeom>
        </p:spPr>
      </p:pic>
    </p:spTree>
    <p:extLst>
      <p:ext uri="{BB962C8B-B14F-4D97-AF65-F5344CB8AC3E}">
        <p14:creationId xmlns:p14="http://schemas.microsoft.com/office/powerpoint/2010/main" val="3548448317"/>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10FD4-3232-ECC1-2246-57365DCEAD6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D01D86B-9BAB-ACBD-8400-4D7EEE275C40}"/>
              </a:ext>
            </a:extLst>
          </p:cNvPr>
          <p:cNvSpPr>
            <a:spLocks noGrp="1"/>
          </p:cNvSpPr>
          <p:nvPr>
            <p:ph type="title" idx="4294967295"/>
          </p:nvPr>
        </p:nvSpPr>
        <p:spPr>
          <a:xfrm>
            <a:off x="0" y="457200"/>
            <a:ext cx="10972800" cy="676275"/>
          </a:xfrm>
          <a:prstGeom prst="rect">
            <a:avLst/>
          </a:prstGeom>
        </p:spPr>
        <p:txBody>
          <a:bodyPr>
            <a:normAutofit fontScale="90000"/>
          </a:bodyPr>
          <a:lstStyle/>
          <a:p>
            <a:r>
              <a:rPr lang="en-US" dirty="0"/>
              <a:t>Data explorations</a:t>
            </a:r>
          </a:p>
        </p:txBody>
      </p:sp>
      <p:sp>
        <p:nvSpPr>
          <p:cNvPr id="5" name="Content Placeholder 4">
            <a:extLst>
              <a:ext uri="{FF2B5EF4-FFF2-40B4-BE49-F238E27FC236}">
                <a16:creationId xmlns:a16="http://schemas.microsoft.com/office/drawing/2014/main" id="{D56BF800-7973-3315-EB9B-089B9E9DF6D3}"/>
              </a:ext>
            </a:extLst>
          </p:cNvPr>
          <p:cNvSpPr>
            <a:spLocks noGrp="1"/>
          </p:cNvSpPr>
          <p:nvPr>
            <p:ph type="body" idx="4294967295"/>
          </p:nvPr>
        </p:nvSpPr>
        <p:spPr>
          <a:xfrm>
            <a:off x="-1" y="1184833"/>
            <a:ext cx="11914293" cy="4525963"/>
          </a:xfrm>
          <a:prstGeom prst="rect">
            <a:avLst/>
          </a:prstGeom>
        </p:spPr>
        <p:txBody>
          <a:bodyPr>
            <a:noAutofit/>
          </a:bodyPr>
          <a:lstStyle/>
          <a:p>
            <a:r>
              <a:rPr lang="en-US" sz="2400" dirty="0"/>
              <a:t>Bottom trawl survey index:</a:t>
            </a:r>
            <a:endParaRPr lang="en-US" sz="2200" dirty="0"/>
          </a:p>
        </p:txBody>
      </p:sp>
      <p:pic>
        <p:nvPicPr>
          <p:cNvPr id="13" name="Picture 12">
            <a:extLst>
              <a:ext uri="{FF2B5EF4-FFF2-40B4-BE49-F238E27FC236}">
                <a16:creationId xmlns:a16="http://schemas.microsoft.com/office/drawing/2014/main" id="{AB5804C1-26C7-0B34-0B8D-3A22F26FF474}"/>
              </a:ext>
            </a:extLst>
          </p:cNvPr>
          <p:cNvPicPr>
            <a:picLocks noChangeAspect="1"/>
          </p:cNvPicPr>
          <p:nvPr/>
        </p:nvPicPr>
        <p:blipFill>
          <a:blip r:embed="rId2"/>
          <a:stretch>
            <a:fillRect/>
          </a:stretch>
        </p:blipFill>
        <p:spPr>
          <a:xfrm>
            <a:off x="-1" y="1662756"/>
            <a:ext cx="6543675" cy="4438650"/>
          </a:xfrm>
          <a:prstGeom prst="rect">
            <a:avLst/>
          </a:prstGeom>
        </p:spPr>
      </p:pic>
      <p:pic>
        <p:nvPicPr>
          <p:cNvPr id="15" name="Picture 14">
            <a:extLst>
              <a:ext uri="{FF2B5EF4-FFF2-40B4-BE49-F238E27FC236}">
                <a16:creationId xmlns:a16="http://schemas.microsoft.com/office/drawing/2014/main" id="{C1CDC785-35EB-3769-6858-D0DC96FAA302}"/>
              </a:ext>
            </a:extLst>
          </p:cNvPr>
          <p:cNvPicPr>
            <a:picLocks noChangeAspect="1"/>
          </p:cNvPicPr>
          <p:nvPr/>
        </p:nvPicPr>
        <p:blipFill>
          <a:blip r:embed="rId3"/>
          <a:stretch>
            <a:fillRect/>
          </a:stretch>
        </p:blipFill>
        <p:spPr>
          <a:xfrm>
            <a:off x="5486400" y="1662756"/>
            <a:ext cx="6543675" cy="4438650"/>
          </a:xfrm>
          <a:prstGeom prst="rect">
            <a:avLst/>
          </a:prstGeom>
        </p:spPr>
      </p:pic>
    </p:spTree>
    <p:extLst>
      <p:ext uri="{BB962C8B-B14F-4D97-AF65-F5344CB8AC3E}">
        <p14:creationId xmlns:p14="http://schemas.microsoft.com/office/powerpoint/2010/main" val="3003679491"/>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7DB85-B721-4EA2-44C7-AF58313F1E0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B5F0EFA-A9FA-4F12-7D34-EA1E26B37980}"/>
              </a:ext>
            </a:extLst>
          </p:cNvPr>
          <p:cNvSpPr>
            <a:spLocks noGrp="1"/>
          </p:cNvSpPr>
          <p:nvPr>
            <p:ph type="title" idx="4294967295"/>
          </p:nvPr>
        </p:nvSpPr>
        <p:spPr>
          <a:xfrm>
            <a:off x="0" y="457200"/>
            <a:ext cx="10972800" cy="676275"/>
          </a:xfrm>
          <a:prstGeom prst="rect">
            <a:avLst/>
          </a:prstGeom>
        </p:spPr>
        <p:txBody>
          <a:bodyPr>
            <a:normAutofit fontScale="90000"/>
          </a:bodyPr>
          <a:lstStyle/>
          <a:p>
            <a:r>
              <a:rPr lang="en-US" dirty="0"/>
              <a:t>Data explorations</a:t>
            </a:r>
          </a:p>
        </p:txBody>
      </p:sp>
      <p:sp>
        <p:nvSpPr>
          <p:cNvPr id="5" name="Content Placeholder 4">
            <a:extLst>
              <a:ext uri="{FF2B5EF4-FFF2-40B4-BE49-F238E27FC236}">
                <a16:creationId xmlns:a16="http://schemas.microsoft.com/office/drawing/2014/main" id="{E077953A-514C-B16D-E5BB-36D9A6F447CC}"/>
              </a:ext>
            </a:extLst>
          </p:cNvPr>
          <p:cNvSpPr>
            <a:spLocks noGrp="1"/>
          </p:cNvSpPr>
          <p:nvPr>
            <p:ph type="body" idx="4294967295"/>
          </p:nvPr>
        </p:nvSpPr>
        <p:spPr>
          <a:xfrm>
            <a:off x="-1" y="1184833"/>
            <a:ext cx="11914293" cy="4525963"/>
          </a:xfrm>
          <a:prstGeom prst="rect">
            <a:avLst/>
          </a:prstGeom>
        </p:spPr>
        <p:txBody>
          <a:bodyPr>
            <a:noAutofit/>
          </a:bodyPr>
          <a:lstStyle/>
          <a:p>
            <a:r>
              <a:rPr lang="en-US" sz="2400" dirty="0"/>
              <a:t>Fishery age comps</a:t>
            </a:r>
            <a:endParaRPr lang="en-US" sz="2200" dirty="0"/>
          </a:p>
        </p:txBody>
      </p:sp>
      <p:pic>
        <p:nvPicPr>
          <p:cNvPr id="11" name="Picture 10">
            <a:extLst>
              <a:ext uri="{FF2B5EF4-FFF2-40B4-BE49-F238E27FC236}">
                <a16:creationId xmlns:a16="http://schemas.microsoft.com/office/drawing/2014/main" id="{1C128E1A-28CE-79D1-2EF7-D19945E72F7F}"/>
              </a:ext>
            </a:extLst>
          </p:cNvPr>
          <p:cNvPicPr>
            <a:picLocks noChangeAspect="1"/>
          </p:cNvPicPr>
          <p:nvPr/>
        </p:nvPicPr>
        <p:blipFill>
          <a:blip r:embed="rId2"/>
          <a:stretch>
            <a:fillRect/>
          </a:stretch>
        </p:blipFill>
        <p:spPr>
          <a:xfrm>
            <a:off x="494269" y="1769848"/>
            <a:ext cx="6543675" cy="4438650"/>
          </a:xfrm>
          <a:prstGeom prst="rect">
            <a:avLst/>
          </a:prstGeom>
        </p:spPr>
      </p:pic>
      <p:pic>
        <p:nvPicPr>
          <p:cNvPr id="17" name="Picture 16">
            <a:extLst>
              <a:ext uri="{FF2B5EF4-FFF2-40B4-BE49-F238E27FC236}">
                <a16:creationId xmlns:a16="http://schemas.microsoft.com/office/drawing/2014/main" id="{A460547B-A662-7D42-A803-DBA0EA3AD8F7}"/>
              </a:ext>
            </a:extLst>
          </p:cNvPr>
          <p:cNvPicPr>
            <a:picLocks noChangeAspect="1"/>
          </p:cNvPicPr>
          <p:nvPr/>
        </p:nvPicPr>
        <p:blipFill>
          <a:blip r:embed="rId3"/>
          <a:stretch>
            <a:fillRect/>
          </a:stretch>
        </p:blipFill>
        <p:spPr>
          <a:xfrm>
            <a:off x="5980670" y="373191"/>
            <a:ext cx="4517168" cy="3064047"/>
          </a:xfrm>
          <a:prstGeom prst="rect">
            <a:avLst/>
          </a:prstGeom>
        </p:spPr>
      </p:pic>
      <p:pic>
        <p:nvPicPr>
          <p:cNvPr id="19" name="Picture 18">
            <a:extLst>
              <a:ext uri="{FF2B5EF4-FFF2-40B4-BE49-F238E27FC236}">
                <a16:creationId xmlns:a16="http://schemas.microsoft.com/office/drawing/2014/main" id="{7B527975-FB4B-81BD-1F03-997E7157468D}"/>
              </a:ext>
            </a:extLst>
          </p:cNvPr>
          <p:cNvPicPr>
            <a:picLocks noChangeAspect="1"/>
          </p:cNvPicPr>
          <p:nvPr/>
        </p:nvPicPr>
        <p:blipFill>
          <a:blip r:embed="rId4"/>
          <a:stretch>
            <a:fillRect/>
          </a:stretch>
        </p:blipFill>
        <p:spPr>
          <a:xfrm>
            <a:off x="5980670" y="3231764"/>
            <a:ext cx="4517168" cy="3064047"/>
          </a:xfrm>
          <a:prstGeom prst="rect">
            <a:avLst/>
          </a:prstGeom>
        </p:spPr>
      </p:pic>
    </p:spTree>
    <p:extLst>
      <p:ext uri="{BB962C8B-B14F-4D97-AF65-F5344CB8AC3E}">
        <p14:creationId xmlns:p14="http://schemas.microsoft.com/office/powerpoint/2010/main" val="2066677276"/>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A5C0E-B349-BFBB-207C-0ACB8CEC3E1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064C640-94DD-6E11-6E3E-9746D5599926}"/>
              </a:ext>
            </a:extLst>
          </p:cNvPr>
          <p:cNvSpPr>
            <a:spLocks noGrp="1"/>
          </p:cNvSpPr>
          <p:nvPr>
            <p:ph type="title" idx="4294967295"/>
          </p:nvPr>
        </p:nvSpPr>
        <p:spPr>
          <a:xfrm>
            <a:off x="0" y="457200"/>
            <a:ext cx="10972800" cy="676275"/>
          </a:xfrm>
          <a:prstGeom prst="rect">
            <a:avLst/>
          </a:prstGeom>
        </p:spPr>
        <p:txBody>
          <a:bodyPr>
            <a:normAutofit fontScale="90000"/>
          </a:bodyPr>
          <a:lstStyle/>
          <a:p>
            <a:r>
              <a:rPr lang="en-US" dirty="0"/>
              <a:t>Data explorations</a:t>
            </a:r>
          </a:p>
        </p:txBody>
      </p:sp>
      <p:sp>
        <p:nvSpPr>
          <p:cNvPr id="5" name="Content Placeholder 4">
            <a:extLst>
              <a:ext uri="{FF2B5EF4-FFF2-40B4-BE49-F238E27FC236}">
                <a16:creationId xmlns:a16="http://schemas.microsoft.com/office/drawing/2014/main" id="{BBD2BCD6-E557-D3DB-4F2B-2E170E389E76}"/>
              </a:ext>
            </a:extLst>
          </p:cNvPr>
          <p:cNvSpPr>
            <a:spLocks noGrp="1"/>
          </p:cNvSpPr>
          <p:nvPr>
            <p:ph type="body" idx="4294967295"/>
          </p:nvPr>
        </p:nvSpPr>
        <p:spPr>
          <a:xfrm>
            <a:off x="-1" y="1184833"/>
            <a:ext cx="11914293" cy="4525963"/>
          </a:xfrm>
          <a:prstGeom prst="rect">
            <a:avLst/>
          </a:prstGeom>
        </p:spPr>
        <p:txBody>
          <a:bodyPr>
            <a:noAutofit/>
          </a:bodyPr>
          <a:lstStyle/>
          <a:p>
            <a:r>
              <a:rPr lang="en-US" sz="2400" dirty="0"/>
              <a:t>Survey age comps</a:t>
            </a:r>
            <a:endParaRPr lang="en-US" sz="2200" dirty="0"/>
          </a:p>
        </p:txBody>
      </p:sp>
      <p:pic>
        <p:nvPicPr>
          <p:cNvPr id="6" name="Picture 5">
            <a:extLst>
              <a:ext uri="{FF2B5EF4-FFF2-40B4-BE49-F238E27FC236}">
                <a16:creationId xmlns:a16="http://schemas.microsoft.com/office/drawing/2014/main" id="{4E5B2D47-A7FC-854A-8D75-287457CD2EAA}"/>
              </a:ext>
            </a:extLst>
          </p:cNvPr>
          <p:cNvPicPr>
            <a:picLocks noChangeAspect="1"/>
          </p:cNvPicPr>
          <p:nvPr/>
        </p:nvPicPr>
        <p:blipFill>
          <a:blip r:embed="rId2"/>
          <a:stretch>
            <a:fillRect/>
          </a:stretch>
        </p:blipFill>
        <p:spPr>
          <a:xfrm>
            <a:off x="122151" y="1638042"/>
            <a:ext cx="6543675" cy="4438650"/>
          </a:xfrm>
          <a:prstGeom prst="rect">
            <a:avLst/>
          </a:prstGeom>
        </p:spPr>
      </p:pic>
      <p:pic>
        <p:nvPicPr>
          <p:cNvPr id="10" name="Picture 9">
            <a:extLst>
              <a:ext uri="{FF2B5EF4-FFF2-40B4-BE49-F238E27FC236}">
                <a16:creationId xmlns:a16="http://schemas.microsoft.com/office/drawing/2014/main" id="{E2AE4CF4-A0D5-1292-73D5-C20B01FB51F9}"/>
              </a:ext>
            </a:extLst>
          </p:cNvPr>
          <p:cNvPicPr>
            <a:picLocks noChangeAspect="1"/>
          </p:cNvPicPr>
          <p:nvPr/>
        </p:nvPicPr>
        <p:blipFill>
          <a:blip r:embed="rId3"/>
          <a:stretch>
            <a:fillRect/>
          </a:stretch>
        </p:blipFill>
        <p:spPr>
          <a:xfrm>
            <a:off x="5544065" y="1638042"/>
            <a:ext cx="6543675" cy="4438650"/>
          </a:xfrm>
          <a:prstGeom prst="rect">
            <a:avLst/>
          </a:prstGeom>
        </p:spPr>
      </p:pic>
    </p:spTree>
    <p:extLst>
      <p:ext uri="{BB962C8B-B14F-4D97-AF65-F5344CB8AC3E}">
        <p14:creationId xmlns:p14="http://schemas.microsoft.com/office/powerpoint/2010/main" val="3145827750"/>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449C9-9B22-B38C-78C1-F92541266D7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2BF380B-30BB-CD27-C5E0-9FF4E3B19C0A}"/>
              </a:ext>
            </a:extLst>
          </p:cNvPr>
          <p:cNvSpPr>
            <a:spLocks noGrp="1"/>
          </p:cNvSpPr>
          <p:nvPr>
            <p:ph type="title" idx="4294967295"/>
          </p:nvPr>
        </p:nvSpPr>
        <p:spPr>
          <a:xfrm>
            <a:off x="0" y="457200"/>
            <a:ext cx="10972800" cy="676275"/>
          </a:xfrm>
          <a:prstGeom prst="rect">
            <a:avLst/>
          </a:prstGeom>
        </p:spPr>
        <p:txBody>
          <a:bodyPr>
            <a:normAutofit fontScale="90000"/>
          </a:bodyPr>
          <a:lstStyle/>
          <a:p>
            <a:r>
              <a:rPr lang="en-US" dirty="0"/>
              <a:t>Data explorations</a:t>
            </a:r>
          </a:p>
        </p:txBody>
      </p:sp>
      <p:sp>
        <p:nvSpPr>
          <p:cNvPr id="5" name="Content Placeholder 4">
            <a:extLst>
              <a:ext uri="{FF2B5EF4-FFF2-40B4-BE49-F238E27FC236}">
                <a16:creationId xmlns:a16="http://schemas.microsoft.com/office/drawing/2014/main" id="{E452A326-3F62-25C1-4913-FFAD2580E8AF}"/>
              </a:ext>
            </a:extLst>
          </p:cNvPr>
          <p:cNvSpPr>
            <a:spLocks noGrp="1"/>
          </p:cNvSpPr>
          <p:nvPr>
            <p:ph type="body" idx="4294967295"/>
          </p:nvPr>
        </p:nvSpPr>
        <p:spPr>
          <a:xfrm>
            <a:off x="-1" y="1184833"/>
            <a:ext cx="11914293" cy="4525963"/>
          </a:xfrm>
          <a:prstGeom prst="rect">
            <a:avLst/>
          </a:prstGeom>
        </p:spPr>
        <p:txBody>
          <a:bodyPr>
            <a:noAutofit/>
          </a:bodyPr>
          <a:lstStyle/>
          <a:p>
            <a:r>
              <a:rPr lang="en-US" sz="2400" dirty="0"/>
              <a:t>Growth (survey)</a:t>
            </a:r>
            <a:endParaRPr lang="en-US" sz="2200" dirty="0"/>
          </a:p>
        </p:txBody>
      </p:sp>
      <p:pic>
        <p:nvPicPr>
          <p:cNvPr id="17" name="Picture 16">
            <a:extLst>
              <a:ext uri="{FF2B5EF4-FFF2-40B4-BE49-F238E27FC236}">
                <a16:creationId xmlns:a16="http://schemas.microsoft.com/office/drawing/2014/main" id="{31160FE0-F135-EC0D-68CD-D104F8898352}"/>
              </a:ext>
            </a:extLst>
          </p:cNvPr>
          <p:cNvPicPr>
            <a:picLocks noChangeAspect="1"/>
          </p:cNvPicPr>
          <p:nvPr/>
        </p:nvPicPr>
        <p:blipFill>
          <a:blip r:embed="rId2"/>
          <a:stretch>
            <a:fillRect/>
          </a:stretch>
        </p:blipFill>
        <p:spPr>
          <a:xfrm>
            <a:off x="0" y="1703946"/>
            <a:ext cx="6543675" cy="4438650"/>
          </a:xfrm>
          <a:prstGeom prst="rect">
            <a:avLst/>
          </a:prstGeom>
        </p:spPr>
      </p:pic>
      <p:pic>
        <p:nvPicPr>
          <p:cNvPr id="13" name="Picture 12">
            <a:extLst>
              <a:ext uri="{FF2B5EF4-FFF2-40B4-BE49-F238E27FC236}">
                <a16:creationId xmlns:a16="http://schemas.microsoft.com/office/drawing/2014/main" id="{7B7F1EA1-1242-C298-53EA-C7FED2326B04}"/>
              </a:ext>
            </a:extLst>
          </p:cNvPr>
          <p:cNvPicPr>
            <a:picLocks noChangeAspect="1"/>
          </p:cNvPicPr>
          <p:nvPr/>
        </p:nvPicPr>
        <p:blipFill>
          <a:blip r:embed="rId3"/>
          <a:stretch>
            <a:fillRect/>
          </a:stretch>
        </p:blipFill>
        <p:spPr>
          <a:xfrm>
            <a:off x="5486400" y="1703946"/>
            <a:ext cx="6543675" cy="4438650"/>
          </a:xfrm>
          <a:prstGeom prst="rect">
            <a:avLst/>
          </a:prstGeom>
        </p:spPr>
      </p:pic>
    </p:spTree>
    <p:extLst>
      <p:ext uri="{BB962C8B-B14F-4D97-AF65-F5344CB8AC3E}">
        <p14:creationId xmlns:p14="http://schemas.microsoft.com/office/powerpoint/2010/main" val="3617120388"/>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434AF-E336-E6D4-AD4A-7350F967E8C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78B1325-E035-2F29-5BBD-04B903297212}"/>
              </a:ext>
            </a:extLst>
          </p:cNvPr>
          <p:cNvSpPr>
            <a:spLocks noGrp="1"/>
          </p:cNvSpPr>
          <p:nvPr>
            <p:ph type="title" idx="4294967295"/>
          </p:nvPr>
        </p:nvSpPr>
        <p:spPr>
          <a:xfrm>
            <a:off x="0" y="457200"/>
            <a:ext cx="10972800" cy="676275"/>
          </a:xfrm>
          <a:prstGeom prst="rect">
            <a:avLst/>
          </a:prstGeom>
        </p:spPr>
        <p:txBody>
          <a:bodyPr>
            <a:normAutofit fontScale="90000"/>
          </a:bodyPr>
          <a:lstStyle/>
          <a:p>
            <a:r>
              <a:rPr lang="en-US" dirty="0"/>
              <a:t>Next steps/Timeline</a:t>
            </a:r>
          </a:p>
        </p:txBody>
      </p:sp>
      <p:sp>
        <p:nvSpPr>
          <p:cNvPr id="5" name="Content Placeholder 4">
            <a:extLst>
              <a:ext uri="{FF2B5EF4-FFF2-40B4-BE49-F238E27FC236}">
                <a16:creationId xmlns:a16="http://schemas.microsoft.com/office/drawing/2014/main" id="{02034970-B9D1-F370-86EC-008B0E5BF0C1}"/>
              </a:ext>
            </a:extLst>
          </p:cNvPr>
          <p:cNvSpPr>
            <a:spLocks noGrp="1"/>
          </p:cNvSpPr>
          <p:nvPr>
            <p:ph type="body" idx="4294967295"/>
          </p:nvPr>
        </p:nvSpPr>
        <p:spPr>
          <a:xfrm>
            <a:off x="-1" y="1184833"/>
            <a:ext cx="11914293" cy="4525963"/>
          </a:xfrm>
          <a:prstGeom prst="rect">
            <a:avLst/>
          </a:prstGeom>
        </p:spPr>
        <p:txBody>
          <a:bodyPr>
            <a:noAutofit/>
          </a:bodyPr>
          <a:lstStyle/>
          <a:p>
            <a:r>
              <a:rPr lang="en-US" sz="3700" dirty="0"/>
              <a:t>Next steps:</a:t>
            </a:r>
          </a:p>
          <a:p>
            <a:pPr lvl="1"/>
            <a:r>
              <a:rPr lang="en-US" sz="2400" dirty="0"/>
              <a:t>Continue to refine model/data assumptions</a:t>
            </a:r>
          </a:p>
          <a:p>
            <a:pPr lvl="1"/>
            <a:r>
              <a:rPr lang="en-US" sz="2400" dirty="0"/>
              <a:t>Build and evaluate cases of sub-populations/regions</a:t>
            </a:r>
          </a:p>
          <a:p>
            <a:pPr lvl="1"/>
            <a:r>
              <a:rPr lang="en-US" sz="2400" dirty="0"/>
              <a:t>Understand and explore results in comparison with operational assessments</a:t>
            </a:r>
          </a:p>
          <a:p>
            <a:pPr lvl="1"/>
            <a:r>
              <a:rPr lang="en-US" sz="2400" dirty="0"/>
              <a:t>Ultimate goal: construct MSE to explore consequences of alternative and status quo ABC/TAC apportionment between EBS/WGOA</a:t>
            </a:r>
          </a:p>
          <a:p>
            <a:r>
              <a:rPr lang="en-US" sz="3700" dirty="0"/>
              <a:t>Timeline</a:t>
            </a:r>
          </a:p>
          <a:p>
            <a:pPr lvl="1"/>
            <a:r>
              <a:rPr lang="en-US" sz="2400" dirty="0"/>
              <a:t>Present spatial model results 2027 Sept Plan Team</a:t>
            </a:r>
          </a:p>
          <a:p>
            <a:pPr lvl="1"/>
            <a:r>
              <a:rPr lang="en-US" sz="2400" dirty="0"/>
              <a:t>Conduct CIE review of spatial model and apportionment alternatives in Spring 2028</a:t>
            </a:r>
          </a:p>
          <a:p>
            <a:pPr lvl="1"/>
            <a:r>
              <a:rPr lang="en-US" sz="2400" dirty="0"/>
              <a:t>Present CIE results and potential apportionment alternatives in Fall 2028</a:t>
            </a:r>
          </a:p>
        </p:txBody>
      </p:sp>
    </p:spTree>
    <p:extLst>
      <p:ext uri="{BB962C8B-B14F-4D97-AF65-F5344CB8AC3E}">
        <p14:creationId xmlns:p14="http://schemas.microsoft.com/office/powerpoint/2010/main" val="3104180250"/>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14590-C9AA-123E-80AE-7E42F2362C4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AFFD958-B3BE-7C95-2E62-62291D9FC0F7}"/>
              </a:ext>
            </a:extLst>
          </p:cNvPr>
          <p:cNvSpPr>
            <a:spLocks noGrp="1"/>
          </p:cNvSpPr>
          <p:nvPr>
            <p:ph type="title" idx="4294967295"/>
          </p:nvPr>
        </p:nvSpPr>
        <p:spPr>
          <a:xfrm>
            <a:off x="0" y="457200"/>
            <a:ext cx="10972800" cy="676275"/>
          </a:xfrm>
          <a:prstGeom prst="rect">
            <a:avLst/>
          </a:prstGeom>
        </p:spPr>
        <p:txBody>
          <a:bodyPr>
            <a:normAutofit fontScale="90000"/>
          </a:bodyPr>
          <a:lstStyle/>
          <a:p>
            <a:r>
              <a:rPr lang="en-US" b="1" i="1" dirty="0">
                <a:solidFill>
                  <a:schemeClr val="accent4">
                    <a:lumMod val="50000"/>
                  </a:schemeClr>
                </a:solidFill>
              </a:rPr>
              <a:t>Things to consider</a:t>
            </a:r>
            <a:br>
              <a:rPr lang="en-US" b="1" i="1" dirty="0">
                <a:solidFill>
                  <a:schemeClr val="accent4">
                    <a:lumMod val="50000"/>
                  </a:schemeClr>
                </a:solidFill>
              </a:rPr>
            </a:br>
            <a:endParaRPr lang="en-US" dirty="0"/>
          </a:p>
        </p:txBody>
      </p:sp>
      <p:sp>
        <p:nvSpPr>
          <p:cNvPr id="5" name="Content Placeholder 4">
            <a:extLst>
              <a:ext uri="{FF2B5EF4-FFF2-40B4-BE49-F238E27FC236}">
                <a16:creationId xmlns:a16="http://schemas.microsoft.com/office/drawing/2014/main" id="{AF8699D8-6481-4329-4EEB-C7E643A54160}"/>
              </a:ext>
            </a:extLst>
          </p:cNvPr>
          <p:cNvSpPr>
            <a:spLocks noGrp="1"/>
          </p:cNvSpPr>
          <p:nvPr>
            <p:ph type="body" idx="4294967295"/>
          </p:nvPr>
        </p:nvSpPr>
        <p:spPr>
          <a:xfrm>
            <a:off x="-1" y="1184833"/>
            <a:ext cx="11914293" cy="4525963"/>
          </a:xfrm>
          <a:prstGeom prst="rect">
            <a:avLst/>
          </a:prstGeom>
        </p:spPr>
        <p:txBody>
          <a:bodyPr>
            <a:noAutofit/>
          </a:bodyPr>
          <a:lstStyle/>
          <a:p>
            <a:r>
              <a:rPr lang="en-US" sz="3700" dirty="0"/>
              <a:t>Data limitations:</a:t>
            </a:r>
          </a:p>
          <a:p>
            <a:pPr lvl="1"/>
            <a:r>
              <a:rPr lang="en-US" sz="2400" dirty="0"/>
              <a:t>We have </a:t>
            </a:r>
            <a:r>
              <a:rPr lang="en-US" sz="2400" b="1" u="sng" dirty="0"/>
              <a:t>NO</a:t>
            </a:r>
            <a:r>
              <a:rPr lang="en-US" sz="2400" dirty="0"/>
              <a:t> index of abundance in the A season. Past explorations into fishery CPUE (particularly in WGOA) have proved fruitless. A season abundance is </a:t>
            </a:r>
            <a:r>
              <a:rPr lang="en-US" sz="2400" i="1" dirty="0"/>
              <a:t>inferred</a:t>
            </a:r>
            <a:r>
              <a:rPr lang="en-US" sz="2400" dirty="0"/>
              <a:t> from fits to tagging and fishery composition/catch data.</a:t>
            </a:r>
          </a:p>
          <a:p>
            <a:pPr lvl="1"/>
            <a:r>
              <a:rPr lang="en-US" sz="2400" dirty="0"/>
              <a:t>We have limited tagging data, both across space and time. </a:t>
            </a:r>
            <a:r>
              <a:rPr lang="en-US" sz="2400" b="1" u="sng" dirty="0"/>
              <a:t>NEED</a:t>
            </a:r>
            <a:r>
              <a:rPr lang="en-US" sz="2400" dirty="0"/>
              <a:t> consistent and reliable source of tagging data, particularly if we want to understand environmental influence on movement</a:t>
            </a:r>
          </a:p>
          <a:p>
            <a:r>
              <a:rPr lang="en-US" sz="3700" dirty="0"/>
              <a:t>Management conundrums</a:t>
            </a:r>
          </a:p>
          <a:p>
            <a:pPr lvl="1"/>
            <a:r>
              <a:rPr lang="en-US" sz="2400" dirty="0"/>
              <a:t>If operational model used to set ABC and spatial model used to inform apportionment: GOA TAC &gt; ABC? Increase in TAC </a:t>
            </a:r>
            <a:r>
              <a:rPr lang="en-US" sz="2400" u="sng" dirty="0"/>
              <a:t>must</a:t>
            </a:r>
            <a:r>
              <a:rPr lang="en-US" sz="2400" dirty="0"/>
              <a:t> be seasonal</a:t>
            </a:r>
          </a:p>
          <a:p>
            <a:pPr lvl="1"/>
            <a:r>
              <a:rPr lang="en-US" sz="2400" dirty="0"/>
              <a:t>Alternatively: if WGOA recommended to be incorporated within EBS assessment, cross-FMP complications to consider</a:t>
            </a:r>
          </a:p>
        </p:txBody>
      </p:sp>
    </p:spTree>
    <p:extLst>
      <p:ext uri="{BB962C8B-B14F-4D97-AF65-F5344CB8AC3E}">
        <p14:creationId xmlns:p14="http://schemas.microsoft.com/office/powerpoint/2010/main" val="4165828262"/>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0" y="457200"/>
            <a:ext cx="10972800" cy="676275"/>
          </a:xfrm>
          <a:prstGeom prst="rect">
            <a:avLst/>
          </a:prstGeom>
        </p:spPr>
        <p:txBody>
          <a:bodyPr>
            <a:normAutofit fontScale="90000"/>
          </a:bodyPr>
          <a:lstStyle/>
          <a:p>
            <a:r>
              <a:rPr lang="en-US" b="1" i="1" dirty="0">
                <a:solidFill>
                  <a:schemeClr val="accent4">
                    <a:lumMod val="50000"/>
                  </a:schemeClr>
                </a:solidFill>
              </a:rPr>
              <a:t>Things to consider</a:t>
            </a:r>
            <a:endParaRPr lang="en-US" dirty="0"/>
          </a:p>
        </p:txBody>
      </p:sp>
      <p:sp>
        <p:nvSpPr>
          <p:cNvPr id="5" name="Content Placeholder 4"/>
          <p:cNvSpPr>
            <a:spLocks noGrp="1"/>
          </p:cNvSpPr>
          <p:nvPr>
            <p:ph type="body" idx="4294967295"/>
          </p:nvPr>
        </p:nvSpPr>
        <p:spPr>
          <a:xfrm>
            <a:off x="-1" y="1184833"/>
            <a:ext cx="11784933" cy="4525963"/>
          </a:xfrm>
          <a:prstGeom prst="rect">
            <a:avLst/>
          </a:prstGeom>
        </p:spPr>
        <p:txBody>
          <a:bodyPr>
            <a:noAutofit/>
          </a:bodyPr>
          <a:lstStyle/>
          <a:p>
            <a:r>
              <a:rPr lang="en-US" sz="2800" dirty="0"/>
              <a:t>Range of options, from complex to simple:</a:t>
            </a:r>
          </a:p>
          <a:p>
            <a:pPr marL="731514" lvl="1" indent="-457200">
              <a:buFont typeface="+mj-lt"/>
              <a:buAutoNum type="arabicPeriod"/>
            </a:pPr>
            <a:r>
              <a:rPr lang="en-US" sz="2400" i="1" dirty="0">
                <a:solidFill>
                  <a:schemeClr val="bg1">
                    <a:lumMod val="50000"/>
                  </a:schemeClr>
                </a:solidFill>
              </a:rPr>
              <a:t>Spatially and seasonally-explicit model that estimates movement</a:t>
            </a:r>
          </a:p>
          <a:p>
            <a:pPr marL="731514" lvl="1" indent="-457200">
              <a:buFont typeface="+mj-lt"/>
              <a:buAutoNum type="arabicPeriod"/>
            </a:pPr>
            <a:r>
              <a:rPr lang="en-US" sz="2400" i="1" dirty="0">
                <a:solidFill>
                  <a:schemeClr val="bg1">
                    <a:lumMod val="50000"/>
                  </a:schemeClr>
                </a:solidFill>
              </a:rPr>
              <a:t>Single area BS|WGOA integrated model (w or w/o seasonality)</a:t>
            </a:r>
          </a:p>
          <a:p>
            <a:pPr marL="731514" lvl="1" indent="-457200">
              <a:buFont typeface="+mj-lt"/>
              <a:buAutoNum type="arabicPeriod"/>
            </a:pPr>
            <a:r>
              <a:rPr lang="en-US" sz="2400" b="1" dirty="0"/>
              <a:t>Ad hoc adjustment to current methodology informed by tagging</a:t>
            </a:r>
          </a:p>
          <a:p>
            <a:r>
              <a:rPr lang="en-US" sz="2600" dirty="0"/>
              <a:t>Simple example to get a feel for what magnitude we’re talking about: </a:t>
            </a:r>
          </a:p>
        </p:txBody>
      </p:sp>
      <p:graphicFrame>
        <p:nvGraphicFramePr>
          <p:cNvPr id="2" name="Table 1">
            <a:extLst>
              <a:ext uri="{FF2B5EF4-FFF2-40B4-BE49-F238E27FC236}">
                <a16:creationId xmlns:a16="http://schemas.microsoft.com/office/drawing/2014/main" id="{FC24EDEF-603F-4FFC-944D-A0053499E0D9}"/>
              </a:ext>
            </a:extLst>
          </p:cNvPr>
          <p:cNvGraphicFramePr>
            <a:graphicFrameLocks noGrp="1"/>
          </p:cNvGraphicFramePr>
          <p:nvPr>
            <p:extLst>
              <p:ext uri="{D42A27DB-BD31-4B8C-83A1-F6EECF244321}">
                <p14:modId xmlns:p14="http://schemas.microsoft.com/office/powerpoint/2010/main" val="404978723"/>
              </p:ext>
            </p:extLst>
          </p:nvPr>
        </p:nvGraphicFramePr>
        <p:xfrm>
          <a:off x="2443095" y="3606526"/>
          <a:ext cx="6898740" cy="2617470"/>
        </p:xfrm>
        <a:graphic>
          <a:graphicData uri="http://schemas.openxmlformats.org/drawingml/2006/table">
            <a:tbl>
              <a:tblPr/>
              <a:tblGrid>
                <a:gridCol w="1724685">
                  <a:extLst>
                    <a:ext uri="{9D8B030D-6E8A-4147-A177-3AD203B41FA5}">
                      <a16:colId xmlns:a16="http://schemas.microsoft.com/office/drawing/2014/main" val="2325942198"/>
                    </a:ext>
                  </a:extLst>
                </a:gridCol>
                <a:gridCol w="1724685">
                  <a:extLst>
                    <a:ext uri="{9D8B030D-6E8A-4147-A177-3AD203B41FA5}">
                      <a16:colId xmlns:a16="http://schemas.microsoft.com/office/drawing/2014/main" val="3741947748"/>
                    </a:ext>
                  </a:extLst>
                </a:gridCol>
                <a:gridCol w="1724685">
                  <a:extLst>
                    <a:ext uri="{9D8B030D-6E8A-4147-A177-3AD203B41FA5}">
                      <a16:colId xmlns:a16="http://schemas.microsoft.com/office/drawing/2014/main" val="2232932020"/>
                    </a:ext>
                  </a:extLst>
                </a:gridCol>
                <a:gridCol w="1724685">
                  <a:extLst>
                    <a:ext uri="{9D8B030D-6E8A-4147-A177-3AD203B41FA5}">
                      <a16:colId xmlns:a16="http://schemas.microsoft.com/office/drawing/2014/main" val="1126339039"/>
                    </a:ext>
                  </a:extLst>
                </a:gridCol>
              </a:tblGrid>
              <a:tr h="190500">
                <a:tc rowSpan="2">
                  <a:txBody>
                    <a:bodyPr/>
                    <a:lstStyle/>
                    <a:p>
                      <a:pPr algn="ctr" fontAlgn="b"/>
                      <a:r>
                        <a:rPr lang="en-US" sz="2800" b="1" i="0" u="none" strike="noStrike" dirty="0">
                          <a:solidFill>
                            <a:srgbClr val="000000"/>
                          </a:solidFill>
                          <a:effectLst/>
                          <a:latin typeface="+mj-lt"/>
                        </a:rPr>
                        <a:t>% of BS biomass</a:t>
                      </a: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tcPr>
                </a:tc>
                <a:tc gridSpan="3">
                  <a:txBody>
                    <a:bodyPr/>
                    <a:lstStyle/>
                    <a:p>
                      <a:pPr algn="ctr" fontAlgn="b"/>
                      <a:r>
                        <a:rPr lang="en-US" sz="2800" b="0" i="0" u="none" strike="noStrike" dirty="0">
                          <a:solidFill>
                            <a:srgbClr val="000000"/>
                          </a:solidFill>
                          <a:effectLst/>
                          <a:latin typeface="+mj-lt"/>
                        </a:rPr>
                        <a:t>Movement rate from WGOA</a:t>
                      </a:r>
                    </a:p>
                  </a:txBody>
                  <a:tcPr marL="9525" marR="9525" marT="9525" marB="0" anchor="b">
                    <a:lnL>
                      <a:noFill/>
                    </a:lnL>
                    <a:lnR>
                      <a:noFill/>
                    </a:lnR>
                    <a:lnT>
                      <a:noFill/>
                    </a:lnT>
                    <a:lnB>
                      <a:noFill/>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976798525"/>
                  </a:ext>
                </a:extLst>
              </a:tr>
              <a:tr h="190500">
                <a:tc vMerge="1">
                  <a:txBody>
                    <a:bodyPr/>
                    <a:lstStyle/>
                    <a:p>
                      <a:pPr algn="l" fontAlgn="b"/>
                      <a:r>
                        <a:rPr lang="en-US" sz="2800" b="0" i="0" u="none" strike="noStrike" dirty="0">
                          <a:solidFill>
                            <a:srgbClr val="000000"/>
                          </a:solidFill>
                          <a:effectLst/>
                          <a:latin typeface="+mj-lt"/>
                        </a:rPr>
                        <a:t>% of BS biomass</a:t>
                      </a: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marL="0" algn="ctr" defTabSz="914377" rtl="0" eaLnBrk="1" fontAlgn="b" latinLnBrk="0" hangingPunct="1"/>
                      <a:r>
                        <a:rPr lang="en-US" sz="2800" b="0" i="0" u="none" strike="noStrike" kern="1200" dirty="0">
                          <a:solidFill>
                            <a:srgbClr val="000000"/>
                          </a:solidFill>
                          <a:effectLst/>
                          <a:latin typeface="+mj-lt"/>
                          <a:ea typeface="+mn-ea"/>
                          <a:cs typeface="+mn-cs"/>
                        </a:rPr>
                        <a:t>30%</a:t>
                      </a: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ctr" fontAlgn="b"/>
                      <a:r>
                        <a:rPr lang="en-US" sz="2800" b="0" i="0" u="none" strike="noStrike">
                          <a:solidFill>
                            <a:srgbClr val="000000"/>
                          </a:solidFill>
                          <a:effectLst/>
                          <a:latin typeface="+mj-lt"/>
                        </a:rPr>
                        <a:t>40%</a:t>
                      </a: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ctr" fontAlgn="b"/>
                      <a:r>
                        <a:rPr lang="en-US" sz="2800" b="0" i="0" u="none" strike="noStrike" dirty="0">
                          <a:solidFill>
                            <a:srgbClr val="000000"/>
                          </a:solidFill>
                          <a:effectLst/>
                          <a:latin typeface="+mj-lt"/>
                        </a:rPr>
                        <a:t>50%</a:t>
                      </a: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3014142"/>
                  </a:ext>
                </a:extLst>
              </a:tr>
              <a:tr h="190500">
                <a:tc>
                  <a:txBody>
                    <a:bodyPr/>
                    <a:lstStyle/>
                    <a:p>
                      <a:pPr algn="r" fontAlgn="b"/>
                      <a:r>
                        <a:rPr lang="en-US" sz="2800" b="0" i="0" u="none" strike="noStrike">
                          <a:solidFill>
                            <a:srgbClr val="000000"/>
                          </a:solidFill>
                          <a:effectLst/>
                          <a:latin typeface="+mj-lt"/>
                        </a:rPr>
                        <a:t>2019</a:t>
                      </a: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marL="0" algn="ctr" defTabSz="914377" rtl="0" eaLnBrk="1" fontAlgn="b" latinLnBrk="0" hangingPunct="1"/>
                      <a:r>
                        <a:rPr lang="en-US" sz="2800" b="0" i="0" u="none" strike="noStrike" kern="1200" dirty="0">
                          <a:solidFill>
                            <a:srgbClr val="000000"/>
                          </a:solidFill>
                          <a:effectLst/>
                          <a:latin typeface="+mj-lt"/>
                          <a:ea typeface="+mn-ea"/>
                          <a:cs typeface="+mn-cs"/>
                        </a:rPr>
                        <a:t>2.2%</a:t>
                      </a:r>
                    </a:p>
                  </a:txBody>
                  <a:tcPr marL="6350" marR="6350" marT="6350"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marL="0" algn="ctr" defTabSz="914377" rtl="0" eaLnBrk="1" fontAlgn="b" latinLnBrk="0" hangingPunct="1"/>
                      <a:r>
                        <a:rPr lang="en-US" sz="2800" b="0" i="0" u="none" strike="noStrike" kern="1200">
                          <a:solidFill>
                            <a:srgbClr val="000000"/>
                          </a:solidFill>
                          <a:effectLst/>
                          <a:latin typeface="+mj-lt"/>
                          <a:ea typeface="+mn-ea"/>
                          <a:cs typeface="+mn-cs"/>
                        </a:rPr>
                        <a:t>3.4%</a:t>
                      </a:r>
                    </a:p>
                  </a:txBody>
                  <a:tcPr marL="6350" marR="6350" marT="6350"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marL="0" algn="ctr" defTabSz="914377" rtl="0" eaLnBrk="1" fontAlgn="b" latinLnBrk="0" hangingPunct="1"/>
                      <a:r>
                        <a:rPr lang="en-US" sz="2800" b="0" i="0" u="none" strike="noStrike" kern="1200">
                          <a:solidFill>
                            <a:srgbClr val="000000"/>
                          </a:solidFill>
                          <a:effectLst/>
                          <a:latin typeface="+mj-lt"/>
                          <a:ea typeface="+mn-ea"/>
                          <a:cs typeface="+mn-cs"/>
                        </a:rPr>
                        <a:t>5.1%</a:t>
                      </a:r>
                    </a:p>
                  </a:txBody>
                  <a:tcPr marL="6350" marR="6350" marT="6350" marB="0" anchor="b">
                    <a:lnL>
                      <a:noFill/>
                    </a:lnL>
                    <a:lnR>
                      <a:noFill/>
                    </a:lnR>
                    <a:lnT w="12700"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val="3285257846"/>
                  </a:ext>
                </a:extLst>
              </a:tr>
              <a:tr h="190500">
                <a:tc>
                  <a:txBody>
                    <a:bodyPr/>
                    <a:lstStyle/>
                    <a:p>
                      <a:pPr algn="r" fontAlgn="b"/>
                      <a:r>
                        <a:rPr lang="en-US" sz="2800" b="0" i="0" u="none" strike="noStrike" dirty="0">
                          <a:solidFill>
                            <a:srgbClr val="000000"/>
                          </a:solidFill>
                          <a:effectLst/>
                          <a:latin typeface="+mj-lt"/>
                        </a:rPr>
                        <a:t>2021</a:t>
                      </a:r>
                    </a:p>
                  </a:txBody>
                  <a:tcPr marL="9525" marR="9525" marT="9525" marB="0" anchor="b">
                    <a:lnL>
                      <a:noFill/>
                    </a:lnL>
                    <a:lnR>
                      <a:noFill/>
                    </a:lnR>
                    <a:lnT>
                      <a:noFill/>
                    </a:lnT>
                    <a:lnB>
                      <a:noFill/>
                    </a:lnB>
                  </a:tcPr>
                </a:tc>
                <a:tc>
                  <a:txBody>
                    <a:bodyPr/>
                    <a:lstStyle/>
                    <a:p>
                      <a:pPr marL="0" algn="ctr" defTabSz="914377" rtl="0" eaLnBrk="1" fontAlgn="b" latinLnBrk="0" hangingPunct="1"/>
                      <a:r>
                        <a:rPr lang="en-US" sz="2800" b="0" i="0" u="none" strike="noStrike" kern="1200">
                          <a:solidFill>
                            <a:srgbClr val="000000"/>
                          </a:solidFill>
                          <a:effectLst/>
                          <a:latin typeface="+mj-lt"/>
                          <a:ea typeface="+mn-ea"/>
                          <a:cs typeface="+mn-cs"/>
                        </a:rPr>
                        <a:t>2.9%</a:t>
                      </a:r>
                    </a:p>
                  </a:txBody>
                  <a:tcPr marL="6350" marR="6350" marT="6350" marB="0" anchor="b">
                    <a:lnL>
                      <a:noFill/>
                    </a:lnL>
                    <a:lnR>
                      <a:noFill/>
                    </a:lnR>
                    <a:lnT>
                      <a:noFill/>
                    </a:lnT>
                    <a:lnB>
                      <a:noFill/>
                    </a:lnB>
                  </a:tcPr>
                </a:tc>
                <a:tc>
                  <a:txBody>
                    <a:bodyPr/>
                    <a:lstStyle/>
                    <a:p>
                      <a:pPr marL="0" algn="ctr" defTabSz="914377" rtl="0" eaLnBrk="1" fontAlgn="b" latinLnBrk="0" hangingPunct="1"/>
                      <a:r>
                        <a:rPr lang="en-US" sz="2800" b="0" i="0" u="none" strike="noStrike" kern="1200" dirty="0">
                          <a:solidFill>
                            <a:srgbClr val="000000"/>
                          </a:solidFill>
                          <a:effectLst/>
                          <a:latin typeface="+mj-lt"/>
                          <a:ea typeface="+mn-ea"/>
                          <a:cs typeface="+mn-cs"/>
                        </a:rPr>
                        <a:t>4.5%</a:t>
                      </a:r>
                    </a:p>
                  </a:txBody>
                  <a:tcPr marL="6350" marR="6350" marT="6350" marB="0" anchor="b">
                    <a:lnL>
                      <a:noFill/>
                    </a:lnL>
                    <a:lnR>
                      <a:noFill/>
                    </a:lnR>
                    <a:lnT>
                      <a:noFill/>
                    </a:lnT>
                    <a:lnB>
                      <a:noFill/>
                    </a:lnB>
                  </a:tcPr>
                </a:tc>
                <a:tc>
                  <a:txBody>
                    <a:bodyPr/>
                    <a:lstStyle/>
                    <a:p>
                      <a:pPr marL="0" algn="ctr" defTabSz="914377" rtl="0" eaLnBrk="1" fontAlgn="b" latinLnBrk="0" hangingPunct="1"/>
                      <a:r>
                        <a:rPr lang="en-US" sz="2800" b="0" i="0" u="none" strike="noStrike" kern="1200">
                          <a:solidFill>
                            <a:srgbClr val="000000"/>
                          </a:solidFill>
                          <a:effectLst/>
                          <a:latin typeface="+mj-lt"/>
                          <a:ea typeface="+mn-ea"/>
                          <a:cs typeface="+mn-cs"/>
                        </a:rPr>
                        <a:t>6.7%</a:t>
                      </a:r>
                    </a:p>
                  </a:txBody>
                  <a:tcPr marL="6350" marR="6350" marT="6350" marB="0" anchor="b">
                    <a:lnL>
                      <a:noFill/>
                    </a:lnL>
                    <a:lnR>
                      <a:noFill/>
                    </a:lnR>
                    <a:lnT>
                      <a:noFill/>
                    </a:lnT>
                    <a:lnB>
                      <a:noFill/>
                    </a:lnB>
                  </a:tcPr>
                </a:tc>
                <a:extLst>
                  <a:ext uri="{0D108BD9-81ED-4DB2-BD59-A6C34878D82A}">
                    <a16:rowId xmlns:a16="http://schemas.microsoft.com/office/drawing/2014/main" val="3534254475"/>
                  </a:ext>
                </a:extLst>
              </a:tr>
              <a:tr h="190500">
                <a:tc>
                  <a:txBody>
                    <a:bodyPr/>
                    <a:lstStyle/>
                    <a:p>
                      <a:pPr algn="r" fontAlgn="b"/>
                      <a:r>
                        <a:rPr lang="en-US" sz="2800" b="0" i="0" u="none" strike="noStrike">
                          <a:solidFill>
                            <a:srgbClr val="000000"/>
                          </a:solidFill>
                          <a:effectLst/>
                          <a:latin typeface="+mj-lt"/>
                        </a:rPr>
                        <a:t>2023</a:t>
                      </a: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marL="0" algn="ctr" defTabSz="914377" rtl="0" eaLnBrk="1" fontAlgn="b" latinLnBrk="0" hangingPunct="1"/>
                      <a:r>
                        <a:rPr lang="en-US" sz="2800" b="0" i="0" u="none" strike="noStrike" kern="1200">
                          <a:solidFill>
                            <a:srgbClr val="000000"/>
                          </a:solidFill>
                          <a:effectLst/>
                          <a:latin typeface="+mj-lt"/>
                          <a:ea typeface="+mn-ea"/>
                          <a:cs typeface="+mn-cs"/>
                        </a:rPr>
                        <a:t>3.7%</a:t>
                      </a:r>
                    </a:p>
                  </a:txBody>
                  <a:tcPr marL="6350" marR="6350" marT="6350"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marL="0" algn="ctr" defTabSz="914377" rtl="0" eaLnBrk="1" fontAlgn="b" latinLnBrk="0" hangingPunct="1"/>
                      <a:r>
                        <a:rPr lang="en-US" sz="2800" b="0" i="0" u="none" strike="noStrike" kern="1200" dirty="0">
                          <a:solidFill>
                            <a:srgbClr val="000000"/>
                          </a:solidFill>
                          <a:effectLst/>
                          <a:latin typeface="+mj-lt"/>
                          <a:ea typeface="+mn-ea"/>
                          <a:cs typeface="+mn-cs"/>
                        </a:rPr>
                        <a:t>5.7%</a:t>
                      </a:r>
                    </a:p>
                  </a:txBody>
                  <a:tcPr marL="6350" marR="6350" marT="6350"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marL="0" algn="ctr" defTabSz="914377" rtl="0" eaLnBrk="1" fontAlgn="b" latinLnBrk="0" hangingPunct="1"/>
                      <a:r>
                        <a:rPr lang="en-US" sz="2800" b="0" i="0" u="none" strike="noStrike" kern="1200" dirty="0">
                          <a:solidFill>
                            <a:srgbClr val="000000"/>
                          </a:solidFill>
                          <a:effectLst/>
                          <a:latin typeface="+mj-lt"/>
                          <a:ea typeface="+mn-ea"/>
                          <a:cs typeface="+mn-cs"/>
                        </a:rPr>
                        <a:t>8.6%</a:t>
                      </a:r>
                    </a:p>
                  </a:txBody>
                  <a:tcPr marL="6350" marR="6350" marT="6350" marB="0" anchor="b">
                    <a:lnL>
                      <a:noFill/>
                    </a:lnL>
                    <a:lnR>
                      <a:noFill/>
                    </a:lnR>
                    <a:lnT>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4370604"/>
                  </a:ext>
                </a:extLst>
              </a:tr>
              <a:tr h="190500">
                <a:tc>
                  <a:txBody>
                    <a:bodyPr/>
                    <a:lstStyle/>
                    <a:p>
                      <a:pPr marL="0" algn="r" defTabSz="914377" rtl="0" eaLnBrk="1" fontAlgn="b" latinLnBrk="0" hangingPunct="1"/>
                      <a:r>
                        <a:rPr lang="en-US" sz="2800" b="0" i="0" u="none" strike="noStrike" kern="1200" dirty="0">
                          <a:solidFill>
                            <a:srgbClr val="000000"/>
                          </a:solidFill>
                          <a:effectLst/>
                          <a:latin typeface="+mj-lt"/>
                          <a:ea typeface="+mn-ea"/>
                          <a:cs typeface="+mn-cs"/>
                        </a:rPr>
                        <a:t>Avg</a:t>
                      </a: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marL="0" algn="ctr" defTabSz="914377" rtl="0" eaLnBrk="1" fontAlgn="b" latinLnBrk="0" hangingPunct="1"/>
                      <a:r>
                        <a:rPr lang="en-US" sz="2800" b="0" i="0" u="none" strike="noStrike" kern="1200">
                          <a:solidFill>
                            <a:srgbClr val="000000"/>
                          </a:solidFill>
                          <a:effectLst/>
                          <a:latin typeface="+mj-lt"/>
                          <a:ea typeface="+mn-ea"/>
                          <a:cs typeface="+mn-cs"/>
                        </a:rPr>
                        <a:t>2.9%</a:t>
                      </a:r>
                    </a:p>
                  </a:txBody>
                  <a:tcPr marL="6350" marR="6350" marT="6350"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marL="0" algn="ctr" defTabSz="914377" rtl="0" eaLnBrk="1" fontAlgn="b" latinLnBrk="0" hangingPunct="1"/>
                      <a:r>
                        <a:rPr lang="en-US" sz="2800" b="0" i="0" u="none" strike="noStrike" kern="1200">
                          <a:solidFill>
                            <a:srgbClr val="000000"/>
                          </a:solidFill>
                          <a:effectLst/>
                          <a:latin typeface="+mj-lt"/>
                          <a:ea typeface="+mn-ea"/>
                          <a:cs typeface="+mn-cs"/>
                        </a:rPr>
                        <a:t>4.5%</a:t>
                      </a:r>
                    </a:p>
                  </a:txBody>
                  <a:tcPr marL="6350" marR="6350" marT="6350"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marL="0" algn="ctr" defTabSz="914377" rtl="0" eaLnBrk="1" fontAlgn="b" latinLnBrk="0" hangingPunct="1"/>
                      <a:r>
                        <a:rPr lang="en-US" sz="2800" b="0" i="0" u="none" strike="noStrike" kern="1200" dirty="0">
                          <a:solidFill>
                            <a:srgbClr val="000000"/>
                          </a:solidFill>
                          <a:effectLst/>
                          <a:latin typeface="+mj-lt"/>
                          <a:ea typeface="+mn-ea"/>
                          <a:cs typeface="+mn-cs"/>
                        </a:rPr>
                        <a:t>6.8%</a:t>
                      </a:r>
                    </a:p>
                  </a:txBody>
                  <a:tcPr marL="6350" marR="6350" marT="6350" marB="0" anchor="b">
                    <a:lnL>
                      <a:noFill/>
                    </a:lnL>
                    <a:lnR>
                      <a:noFill/>
                    </a:lnR>
                    <a:lnT w="12700"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val="2065592393"/>
                  </a:ext>
                </a:extLst>
              </a:tr>
            </a:tbl>
          </a:graphicData>
        </a:graphic>
      </p:graphicFrame>
    </p:spTree>
    <p:extLst>
      <p:ext uri="{BB962C8B-B14F-4D97-AF65-F5344CB8AC3E}">
        <p14:creationId xmlns:p14="http://schemas.microsoft.com/office/powerpoint/2010/main" val="1768299162"/>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9C049-FEC1-30E2-4DCC-A5CE56CE5F3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5EEBEE3-4F4A-7539-7592-A0FB43F6F044}"/>
              </a:ext>
            </a:extLst>
          </p:cNvPr>
          <p:cNvSpPr>
            <a:spLocks noGrp="1"/>
          </p:cNvSpPr>
          <p:nvPr>
            <p:ph type="title" idx="4294967295"/>
          </p:nvPr>
        </p:nvSpPr>
        <p:spPr>
          <a:xfrm>
            <a:off x="0" y="457200"/>
            <a:ext cx="10972800" cy="676275"/>
          </a:xfrm>
          <a:prstGeom prst="rect">
            <a:avLst/>
          </a:prstGeom>
        </p:spPr>
        <p:txBody>
          <a:bodyPr>
            <a:normAutofit fontScale="90000"/>
          </a:bodyPr>
          <a:lstStyle/>
          <a:p>
            <a:pPr algn="ctr"/>
            <a:r>
              <a:rPr lang="en-US" dirty="0"/>
              <a:t>Questions?</a:t>
            </a:r>
          </a:p>
        </p:txBody>
      </p:sp>
      <p:pic>
        <p:nvPicPr>
          <p:cNvPr id="3" name="Picture 2">
            <a:extLst>
              <a:ext uri="{FF2B5EF4-FFF2-40B4-BE49-F238E27FC236}">
                <a16:creationId xmlns:a16="http://schemas.microsoft.com/office/drawing/2014/main" id="{0AE821EB-3574-7796-4A75-83CB5AFA383E}"/>
              </a:ext>
            </a:extLst>
          </p:cNvPr>
          <p:cNvPicPr>
            <a:picLocks noChangeAspect="1"/>
          </p:cNvPicPr>
          <p:nvPr/>
        </p:nvPicPr>
        <p:blipFill>
          <a:blip r:embed="rId2"/>
          <a:srcRect t="23392" b="21521"/>
          <a:stretch>
            <a:fillRect/>
          </a:stretch>
        </p:blipFill>
        <p:spPr>
          <a:xfrm>
            <a:off x="2057400" y="1540042"/>
            <a:ext cx="6858000" cy="3777916"/>
          </a:xfrm>
          <a:prstGeom prst="rect">
            <a:avLst/>
          </a:prstGeom>
        </p:spPr>
      </p:pic>
    </p:spTree>
    <p:extLst>
      <p:ext uri="{BB962C8B-B14F-4D97-AF65-F5344CB8AC3E}">
        <p14:creationId xmlns:p14="http://schemas.microsoft.com/office/powerpoint/2010/main" val="3791558728"/>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17.8|10.9|5.5"/>
</p:tagLst>
</file>

<file path=ppt/theme/theme1.xml><?xml version="1.0" encoding="utf-8"?>
<a:theme xmlns:a="http://schemas.openxmlformats.org/drawingml/2006/main" name="1_Custom Design">
  <a:themeElements>
    <a:clrScheme name="FISHERIES">
      <a:dk1>
        <a:srgbClr val="000000"/>
      </a:dk1>
      <a:lt1>
        <a:srgbClr val="FFFFFF"/>
      </a:lt1>
      <a:dk2>
        <a:srgbClr val="00467F"/>
      </a:dk2>
      <a:lt2>
        <a:srgbClr val="D3EAED"/>
      </a:lt2>
      <a:accent1>
        <a:srgbClr val="008998"/>
      </a:accent1>
      <a:accent2>
        <a:srgbClr val="4C9C2E"/>
      </a:accent2>
      <a:accent3>
        <a:srgbClr val="FF8300"/>
      </a:accent3>
      <a:accent4>
        <a:srgbClr val="615BC3"/>
      </a:accent4>
      <a:accent5>
        <a:srgbClr val="0093D0"/>
      </a:accent5>
      <a:accent6>
        <a:srgbClr val="FF4438"/>
      </a:accent6>
      <a:hlink>
        <a:srgbClr val="7F7FFF"/>
      </a:hlink>
      <a:folHlink>
        <a:srgbClr val="1ECAD3"/>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SHERIES Slides Widescreen" id="{58E0E56D-1DB3-354A-951C-4F0649471FA2}" vid="{F5C8FAA9-5EB7-3D46-BE81-8455EDCF7A66}"/>
    </a:ext>
  </a:extLst>
</a:theme>
</file>

<file path=ppt/theme/theme2.xml><?xml version="1.0" encoding="utf-8"?>
<a:theme xmlns:a="http://schemas.openxmlformats.org/drawingml/2006/main" name="1_View">
  <a:themeElements>
    <a:clrScheme name="Fish-3-0">
      <a:dk1>
        <a:srgbClr val="000000"/>
      </a:dk1>
      <a:lt1>
        <a:srgbClr val="FFFFFF"/>
      </a:lt1>
      <a:dk2>
        <a:srgbClr val="00467F"/>
      </a:dk2>
      <a:lt2>
        <a:srgbClr val="D3EAED"/>
      </a:lt2>
      <a:accent1>
        <a:srgbClr val="008998"/>
      </a:accent1>
      <a:accent2>
        <a:srgbClr val="4C9C2E"/>
      </a:accent2>
      <a:accent3>
        <a:srgbClr val="FF8300"/>
      </a:accent3>
      <a:accent4>
        <a:srgbClr val="615BC3"/>
      </a:accent4>
      <a:accent5>
        <a:srgbClr val="0093D0"/>
      </a:accent5>
      <a:accent6>
        <a:srgbClr val="FF4438"/>
      </a:accent6>
      <a:hlink>
        <a:srgbClr val="7F7FFF"/>
      </a:hlink>
      <a:folHlink>
        <a:srgbClr val="1ECAD3"/>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FISHERIES Slides Widescreen" id="{58E0E56D-1DB3-354A-951C-4F0649471FA2}" vid="{73F2B18F-E8E8-5A45-964F-331F96ECB487}"/>
    </a:ext>
  </a:extLst>
</a:theme>
</file>

<file path=ppt/theme/theme3.xml><?xml version="1.0" encoding="utf-8"?>
<a:theme xmlns:a="http://schemas.openxmlformats.org/drawingml/2006/main" name="6_View">
  <a:themeElements>
    <a:clrScheme name="Fish-3-0">
      <a:dk1>
        <a:srgbClr val="000000"/>
      </a:dk1>
      <a:lt1>
        <a:srgbClr val="FFFFFF"/>
      </a:lt1>
      <a:dk2>
        <a:srgbClr val="00467F"/>
      </a:dk2>
      <a:lt2>
        <a:srgbClr val="D3EAED"/>
      </a:lt2>
      <a:accent1>
        <a:srgbClr val="008998"/>
      </a:accent1>
      <a:accent2>
        <a:srgbClr val="4C9C2E"/>
      </a:accent2>
      <a:accent3>
        <a:srgbClr val="FF8300"/>
      </a:accent3>
      <a:accent4>
        <a:srgbClr val="615BC3"/>
      </a:accent4>
      <a:accent5>
        <a:srgbClr val="0093D0"/>
      </a:accent5>
      <a:accent6>
        <a:srgbClr val="FF4438"/>
      </a:accent6>
      <a:hlink>
        <a:srgbClr val="7F7FFF"/>
      </a:hlink>
      <a:folHlink>
        <a:srgbClr val="1ECAD3"/>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FISHERIES Slides Widescreen" id="{58E0E56D-1DB3-354A-951C-4F0649471FA2}" vid="{822E0056-6089-D64B-89A5-96CDCA5B438C}"/>
    </a:ext>
  </a:extLst>
</a:theme>
</file>

<file path=ppt/theme/theme4.xml><?xml version="1.0" encoding="utf-8"?>
<a:theme xmlns:a="http://schemas.openxmlformats.org/drawingml/2006/main" name="2_Custom Design">
  <a:themeElements>
    <a:clrScheme name="FISHERIES">
      <a:dk1>
        <a:srgbClr val="000000"/>
      </a:dk1>
      <a:lt1>
        <a:srgbClr val="FFFFFF"/>
      </a:lt1>
      <a:dk2>
        <a:srgbClr val="00467F"/>
      </a:dk2>
      <a:lt2>
        <a:srgbClr val="D3EAED"/>
      </a:lt2>
      <a:accent1>
        <a:srgbClr val="008998"/>
      </a:accent1>
      <a:accent2>
        <a:srgbClr val="4C9C2E"/>
      </a:accent2>
      <a:accent3>
        <a:srgbClr val="FF8300"/>
      </a:accent3>
      <a:accent4>
        <a:srgbClr val="615BC3"/>
      </a:accent4>
      <a:accent5>
        <a:srgbClr val="0093D0"/>
      </a:accent5>
      <a:accent6>
        <a:srgbClr val="FF4438"/>
      </a:accent6>
      <a:hlink>
        <a:srgbClr val="7F7FFF"/>
      </a:hlink>
      <a:folHlink>
        <a:srgbClr val="1ECAD3"/>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SHERIES Slides Widescreen" id="{58E0E56D-1DB3-354A-951C-4F0649471FA2}" vid="{CEF96C93-C78F-FF4A-9B9E-163920A75DC1}"/>
    </a:ext>
  </a:extLst>
</a:theme>
</file>

<file path=ppt/theme/theme5.xml><?xml version="1.0" encoding="utf-8"?>
<a:theme xmlns:a="http://schemas.openxmlformats.org/drawingml/2006/main" name="NOAA Title Options">
  <a:themeElements>
    <a:clrScheme name="Custom 11">
      <a:dk1>
        <a:sysClr val="windowText" lastClr="000000"/>
      </a:dk1>
      <a:lt1>
        <a:sysClr val="window" lastClr="FFFFFF"/>
      </a:lt1>
      <a:dk2>
        <a:srgbClr val="00467F"/>
      </a:dk2>
      <a:lt2>
        <a:srgbClr val="CCE7EA"/>
      </a:lt2>
      <a:accent1>
        <a:srgbClr val="008998"/>
      </a:accent1>
      <a:accent2>
        <a:srgbClr val="CC9C4A"/>
      </a:accent2>
      <a:accent3>
        <a:srgbClr val="EA7125"/>
      </a:accent3>
      <a:accent4>
        <a:srgbClr val="738539"/>
      </a:accent4>
      <a:accent5>
        <a:srgbClr val="9C552D"/>
      </a:accent5>
      <a:accent6>
        <a:srgbClr val="C0311A"/>
      </a:accent6>
      <a:hlink>
        <a:srgbClr val="0000FF"/>
      </a:hlink>
      <a:folHlink>
        <a:srgbClr val="800080"/>
      </a:folHlink>
    </a:clrScheme>
    <a:fontScheme name="Horizon">
      <a:majorFont>
        <a:latin typeface="Arial Narrow"/>
        <a:ea typeface=""/>
        <a:cs typeface=""/>
        <a:font script="Jpan" typeface="ＭＳ ゴシック"/>
        <a:font script="Hang" typeface="HY얕은샘물M"/>
        <a:font script="Hans" typeface="华文新魏"/>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ＭＳ ゴシック"/>
        <a:font script="Hang" typeface="HY얕은샘물M"/>
        <a:font script="Hans" typeface="华文新魏"/>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NOAA Fisheries Content Slides">
  <a:themeElements>
    <a:clrScheme name="Custom 11">
      <a:dk1>
        <a:sysClr val="windowText" lastClr="000000"/>
      </a:dk1>
      <a:lt1>
        <a:sysClr val="window" lastClr="FFFFFF"/>
      </a:lt1>
      <a:dk2>
        <a:srgbClr val="00467F"/>
      </a:dk2>
      <a:lt2>
        <a:srgbClr val="CCE7EA"/>
      </a:lt2>
      <a:accent1>
        <a:srgbClr val="008998"/>
      </a:accent1>
      <a:accent2>
        <a:srgbClr val="CC9C4A"/>
      </a:accent2>
      <a:accent3>
        <a:srgbClr val="EA7125"/>
      </a:accent3>
      <a:accent4>
        <a:srgbClr val="738539"/>
      </a:accent4>
      <a:accent5>
        <a:srgbClr val="9C552D"/>
      </a:accent5>
      <a:accent6>
        <a:srgbClr val="C0311A"/>
      </a:accent6>
      <a:hlink>
        <a:srgbClr val="0000FF"/>
      </a:hlink>
      <a:folHlink>
        <a:srgbClr val="800080"/>
      </a:folHlink>
    </a:clrScheme>
    <a:fontScheme name="Horizon">
      <a:majorFont>
        <a:latin typeface="Arial Narrow"/>
        <a:ea typeface=""/>
        <a:cs typeface=""/>
        <a:font script="Jpan" typeface="ＭＳ ゴシック"/>
        <a:font script="Hang" typeface="HY얕은샘물M"/>
        <a:font script="Hans" typeface="华文新魏"/>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ＭＳ ゴシック"/>
        <a:font script="Hang" typeface="HY얕은샘물M"/>
        <a:font script="Hans" typeface="华文新魏"/>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7.xml><?xml version="1.0" encoding="utf-8"?>
<a:theme xmlns:a="http://schemas.openxmlformats.org/drawingml/2006/main" name="NOAA Divider Slides">
  <a:themeElements>
    <a:clrScheme name="Custom 11">
      <a:dk1>
        <a:sysClr val="windowText" lastClr="000000"/>
      </a:dk1>
      <a:lt1>
        <a:sysClr val="window" lastClr="FFFFFF"/>
      </a:lt1>
      <a:dk2>
        <a:srgbClr val="00467F"/>
      </a:dk2>
      <a:lt2>
        <a:srgbClr val="CCE7EA"/>
      </a:lt2>
      <a:accent1>
        <a:srgbClr val="008998"/>
      </a:accent1>
      <a:accent2>
        <a:srgbClr val="CC9C4A"/>
      </a:accent2>
      <a:accent3>
        <a:srgbClr val="EA7125"/>
      </a:accent3>
      <a:accent4>
        <a:srgbClr val="738539"/>
      </a:accent4>
      <a:accent5>
        <a:srgbClr val="9C552D"/>
      </a:accent5>
      <a:accent6>
        <a:srgbClr val="C0311A"/>
      </a:accent6>
      <a:hlink>
        <a:srgbClr val="0000FF"/>
      </a:hlink>
      <a:folHlink>
        <a:srgbClr val="800080"/>
      </a:folHlink>
    </a:clrScheme>
    <a:fontScheme name="Horizon">
      <a:majorFont>
        <a:latin typeface="Arial Narrow"/>
        <a:ea typeface=""/>
        <a:cs typeface=""/>
        <a:font script="Jpan" typeface="ＭＳ ゴシック"/>
        <a:font script="Hang" typeface="HY얕은샘물M"/>
        <a:font script="Hans" typeface="华文新魏"/>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ＭＳ ゴシック"/>
        <a:font script="Hang" typeface="HY얕은샘물M"/>
        <a:font script="Hans" typeface="华文新魏"/>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8.xml><?xml version="1.0" encoding="utf-8"?>
<a:theme xmlns:a="http://schemas.openxmlformats.org/drawingml/2006/main" name="2_View">
  <a:themeElements>
    <a:clrScheme name="Fish-3-0">
      <a:dk1>
        <a:srgbClr val="000000"/>
      </a:dk1>
      <a:lt1>
        <a:srgbClr val="FFFFFF"/>
      </a:lt1>
      <a:dk2>
        <a:srgbClr val="00467F"/>
      </a:dk2>
      <a:lt2>
        <a:srgbClr val="D3EAED"/>
      </a:lt2>
      <a:accent1>
        <a:srgbClr val="008998"/>
      </a:accent1>
      <a:accent2>
        <a:srgbClr val="4C9C2E"/>
      </a:accent2>
      <a:accent3>
        <a:srgbClr val="FF8300"/>
      </a:accent3>
      <a:accent4>
        <a:srgbClr val="615BC3"/>
      </a:accent4>
      <a:accent5>
        <a:srgbClr val="0093D0"/>
      </a:accent5>
      <a:accent6>
        <a:srgbClr val="FF4438"/>
      </a:accent6>
      <a:hlink>
        <a:srgbClr val="7F7FFF"/>
      </a:hlink>
      <a:folHlink>
        <a:srgbClr val="1ECAD3"/>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FISHERIES Slides Widescreen" id="{58E0E56D-1DB3-354A-951C-4F0649471FA2}" vid="{73F2B18F-E8E8-5A45-964F-331F96ECB487}"/>
    </a:ext>
  </a:extLst>
</a:theme>
</file>

<file path=ppt/theme/theme9.xml><?xml version="1.0" encoding="utf-8"?>
<a:theme xmlns:a="http://schemas.openxmlformats.org/drawingml/2006/main" name="7_View">
  <a:themeElements>
    <a:clrScheme name="Fish-3-0">
      <a:dk1>
        <a:srgbClr val="000000"/>
      </a:dk1>
      <a:lt1>
        <a:srgbClr val="FFFFFF"/>
      </a:lt1>
      <a:dk2>
        <a:srgbClr val="00467F"/>
      </a:dk2>
      <a:lt2>
        <a:srgbClr val="D3EAED"/>
      </a:lt2>
      <a:accent1>
        <a:srgbClr val="008998"/>
      </a:accent1>
      <a:accent2>
        <a:srgbClr val="4C9C2E"/>
      </a:accent2>
      <a:accent3>
        <a:srgbClr val="FF8300"/>
      </a:accent3>
      <a:accent4>
        <a:srgbClr val="615BC3"/>
      </a:accent4>
      <a:accent5>
        <a:srgbClr val="0093D0"/>
      </a:accent5>
      <a:accent6>
        <a:srgbClr val="FF4438"/>
      </a:accent6>
      <a:hlink>
        <a:srgbClr val="7F7FFF"/>
      </a:hlink>
      <a:folHlink>
        <a:srgbClr val="1ECAD3"/>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FISHERIES Slides Widescreen" id="{58E0E56D-1DB3-354A-951C-4F0649471FA2}" vid="{822E0056-6089-D64B-89A5-96CDCA5B438C}"/>
    </a:ext>
  </a:extLst>
</a:theme>
</file>

<file path=ppt/theme/theme10.xml><?xml version="1.0" encoding="utf-8"?>
<a:theme xmlns:a="http://schemas.openxmlformats.org/drawingml/2006/main" name="3_Custom Design">
  <a:themeElements>
    <a:clrScheme name="FISHERIES">
      <a:dk1>
        <a:srgbClr val="000000"/>
      </a:dk1>
      <a:lt1>
        <a:srgbClr val="FFFFFF"/>
      </a:lt1>
      <a:dk2>
        <a:srgbClr val="00467F"/>
      </a:dk2>
      <a:lt2>
        <a:srgbClr val="D3EAED"/>
      </a:lt2>
      <a:accent1>
        <a:srgbClr val="008998"/>
      </a:accent1>
      <a:accent2>
        <a:srgbClr val="4C9C2E"/>
      </a:accent2>
      <a:accent3>
        <a:srgbClr val="FF8300"/>
      </a:accent3>
      <a:accent4>
        <a:srgbClr val="615BC3"/>
      </a:accent4>
      <a:accent5>
        <a:srgbClr val="0093D0"/>
      </a:accent5>
      <a:accent6>
        <a:srgbClr val="FF4438"/>
      </a:accent6>
      <a:hlink>
        <a:srgbClr val="7F7FFF"/>
      </a:hlink>
      <a:folHlink>
        <a:srgbClr val="1ECAD3"/>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SHERIES Slides Widescreen" id="{58E0E56D-1DB3-354A-951C-4F0649471FA2}" vid="{CEF96C93-C78F-FF4A-9B9E-163920A75DC1}"/>
    </a:ext>
  </a:extLst>
</a:theme>
</file>

<file path=ppt/theme/theme11.xml><?xml version="1.0" encoding="utf-8"?>
<a:theme xmlns:a="http://schemas.openxmlformats.org/drawingml/2006/main" name="1_NOAA Title Options">
  <a:themeElements>
    <a:clrScheme name="Custom 11">
      <a:dk1>
        <a:srgbClr val="000000"/>
      </a:dk1>
      <a:lt1>
        <a:srgbClr val="FFFFFF"/>
      </a:lt1>
      <a:dk2>
        <a:srgbClr val="00467F"/>
      </a:dk2>
      <a:lt2>
        <a:srgbClr val="CCE7EA"/>
      </a:lt2>
      <a:accent1>
        <a:srgbClr val="008998"/>
      </a:accent1>
      <a:accent2>
        <a:srgbClr val="CC9C4A"/>
      </a:accent2>
      <a:accent3>
        <a:srgbClr val="EA7125"/>
      </a:accent3>
      <a:accent4>
        <a:srgbClr val="738539"/>
      </a:accent4>
      <a:accent5>
        <a:srgbClr val="9C552D"/>
      </a:accent5>
      <a:accent6>
        <a:srgbClr val="C0311A"/>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1_NOAA Fisheries Content Slides">
  <a:themeElements>
    <a:clrScheme name="Custom 11">
      <a:dk1>
        <a:srgbClr val="000000"/>
      </a:dk1>
      <a:lt1>
        <a:srgbClr val="FFFFFF"/>
      </a:lt1>
      <a:dk2>
        <a:srgbClr val="00467F"/>
      </a:dk2>
      <a:lt2>
        <a:srgbClr val="CCE7EA"/>
      </a:lt2>
      <a:accent1>
        <a:srgbClr val="008998"/>
      </a:accent1>
      <a:accent2>
        <a:srgbClr val="CC9C4A"/>
      </a:accent2>
      <a:accent3>
        <a:srgbClr val="EA7125"/>
      </a:accent3>
      <a:accent4>
        <a:srgbClr val="738539"/>
      </a:accent4>
      <a:accent5>
        <a:srgbClr val="9C552D"/>
      </a:accent5>
      <a:accent6>
        <a:srgbClr val="C0311A"/>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FISHERIES Slides Widescreen (1)</Template>
  <TotalTime>22375</TotalTime>
  <Words>2490</Words>
  <Application>Microsoft Office PowerPoint</Application>
  <PresentationFormat>Widescreen</PresentationFormat>
  <Paragraphs>343</Paragraphs>
  <Slides>46</Slides>
  <Notes>1</Notes>
  <HiddenSlides>0</HiddenSlides>
  <MMClips>0</MMClips>
  <ScaleCrop>false</ScaleCrop>
  <HeadingPairs>
    <vt:vector size="6" baseType="variant">
      <vt:variant>
        <vt:lpstr>Fonts Used</vt:lpstr>
      </vt:variant>
      <vt:variant>
        <vt:i4>9</vt:i4>
      </vt:variant>
      <vt:variant>
        <vt:lpstr>Theme</vt:lpstr>
      </vt:variant>
      <vt:variant>
        <vt:i4>13</vt:i4>
      </vt:variant>
      <vt:variant>
        <vt:lpstr>Slide Titles</vt:lpstr>
      </vt:variant>
      <vt:variant>
        <vt:i4>46</vt:i4>
      </vt:variant>
    </vt:vector>
  </HeadingPairs>
  <TitlesOfParts>
    <vt:vector size="68" baseType="lpstr">
      <vt:lpstr>Aptos</vt:lpstr>
      <vt:lpstr>Arial</vt:lpstr>
      <vt:lpstr>Arial Narrow</vt:lpstr>
      <vt:lpstr>Calibri</vt:lpstr>
      <vt:lpstr>Calibri Light</vt:lpstr>
      <vt:lpstr>Cambria</vt:lpstr>
      <vt:lpstr>Georgia</vt:lpstr>
      <vt:lpstr>Noto Sans Symbols</vt:lpstr>
      <vt:lpstr>Wingdings 2</vt:lpstr>
      <vt:lpstr>1_Custom Design</vt:lpstr>
      <vt:lpstr>1_View</vt:lpstr>
      <vt:lpstr>6_View</vt:lpstr>
      <vt:lpstr>2_Custom Design</vt:lpstr>
      <vt:lpstr>NOAA Title Options</vt:lpstr>
      <vt:lpstr>NOAA Fisheries Content Slides</vt:lpstr>
      <vt:lpstr>NOAA Divider Slides</vt:lpstr>
      <vt:lpstr>2_View</vt:lpstr>
      <vt:lpstr>7_View</vt:lpstr>
      <vt:lpstr>3_Custom Design</vt:lpstr>
      <vt:lpstr>1_NOAA Title Options</vt:lpstr>
      <vt:lpstr>1_NOAA Fisheries Content Slides</vt:lpstr>
      <vt:lpstr>Office Theme</vt:lpstr>
      <vt:lpstr>PowerPoint Presentation</vt:lpstr>
      <vt:lpstr>PowerPoint Presentation</vt:lpstr>
      <vt:lpstr>PowerPoint Presentation</vt:lpstr>
      <vt:lpstr>What does Genetics tell us?</vt:lpstr>
      <vt:lpstr>What does Genetics tell us?</vt:lpstr>
      <vt:lpstr>Conventional Tagging 1982-2020</vt:lpstr>
      <vt:lpstr>Conventional Tagging 1982-2020</vt:lpstr>
      <vt:lpstr>Conventional Tagging 1982-2020</vt:lpstr>
      <vt:lpstr>Conventional Tagging 1982-2020</vt:lpstr>
      <vt:lpstr>Conventional Tagging 1982-2020</vt:lpstr>
      <vt:lpstr>Pop-up Satellite Tagging 2019-2026</vt:lpstr>
      <vt:lpstr>PowerPoint Presentation</vt:lpstr>
      <vt:lpstr>Stock Synthesis explorations</vt:lpstr>
      <vt:lpstr>Stock Synthesis explorations</vt:lpstr>
      <vt:lpstr>Proportionality</vt:lpstr>
      <vt:lpstr>Catchability or movement?</vt:lpstr>
      <vt:lpstr>Limitation of Stock Synthesis?</vt:lpstr>
      <vt:lpstr>Twelve reasons to move to SPoRC and away from Stock Synthesis</vt:lpstr>
      <vt:lpstr>PowerPoint Presentation</vt:lpstr>
      <vt:lpstr>PowerPoint Presentation</vt:lpstr>
      <vt:lpstr>PowerPoint Presentation</vt:lpstr>
      <vt:lpstr>Western GOA Pcod assessment research</vt:lpstr>
      <vt:lpstr>Outline</vt:lpstr>
      <vt:lpstr>What is SPoRC?</vt:lpstr>
      <vt:lpstr>Model/Data set up</vt:lpstr>
      <vt:lpstr>Model/Data set up</vt:lpstr>
      <vt:lpstr>Model/Data set up</vt:lpstr>
      <vt:lpstr>Model/Data set up</vt:lpstr>
      <vt:lpstr>Model/Data set up</vt:lpstr>
      <vt:lpstr>Model/Data set up</vt:lpstr>
      <vt:lpstr>Model/Data set up</vt:lpstr>
      <vt:lpstr>Model/Data set up</vt:lpstr>
      <vt:lpstr>Model/Data set up</vt:lpstr>
      <vt:lpstr>Model/Data scenarios</vt:lpstr>
      <vt:lpstr>Model/Data scenarios</vt:lpstr>
      <vt:lpstr>Data explorations</vt:lpstr>
      <vt:lpstr>Data explorations</vt:lpstr>
      <vt:lpstr>Data explorations</vt:lpstr>
      <vt:lpstr>Data explorations</vt:lpstr>
      <vt:lpstr>Data explorations</vt:lpstr>
      <vt:lpstr>Data explorations</vt:lpstr>
      <vt:lpstr>Data explorations</vt:lpstr>
      <vt:lpstr>Next steps/Timeline</vt:lpstr>
      <vt:lpstr>Things to consider </vt:lpstr>
      <vt:lpstr>Things to consider</vt:lpstr>
      <vt:lpstr>Questions?</vt:lpstr>
    </vt:vector>
  </TitlesOfParts>
  <Company>NOAA AFSC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differences</dc:title>
  <dc:creator>Pete.Hulson</dc:creator>
  <cp:lastModifiedBy>Pete.Hulson</cp:lastModifiedBy>
  <cp:revision>264</cp:revision>
  <dcterms:created xsi:type="dcterms:W3CDTF">2024-07-30T16:00:11Z</dcterms:created>
  <dcterms:modified xsi:type="dcterms:W3CDTF">2026-09-08T23:35:01Z</dcterms:modified>
</cp:coreProperties>
</file>